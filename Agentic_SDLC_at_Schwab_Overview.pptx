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79" r:id="rId2"/>
    <p:sldMasterId id="2147483685" r:id="rId3"/>
    <p:sldMasterId id="2147483715" r:id="rId4"/>
    <p:sldMasterId id="2147483747" r:id="rId5"/>
  </p:sldMasterIdLst>
  <p:notesMasterIdLst>
    <p:notesMasterId r:id="rId20"/>
  </p:notesMasterIdLst>
  <p:sldIdLst>
    <p:sldId id="256" r:id="rId11"/>
    <p:sldId id="257" r:id="rId12"/>
    <p:sldId id="258" r:id="rId13"/>
    <p:sldId id="259" r:id="rId14"/>
    <p:sldId id="260" r:id="rId15"/>
    <p:sldId id="261" r:id="rId16"/>
    <p:sldId id="262" r:id="rId17"/>
    <p:sldId id="263" r:id="rId18"/>
    <p:sldId id="264" r:id="rId19"/>
    <p:sldId id="265" r:id="rId10"/>
    <p:sldId id="266" r:id="rId9"/>
    <p:sldId id="267" r:id="rId8"/>
    <p:sldId id="268" r:id="rId7"/>
    <p:sldId id="269" r:id="rId6"/>
    <p:sldId id="270"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672" y="79"/>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5.xml"/><Relationship Id="rId26"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E8FD43-69B4-4464-B170-9016A7E7A178}" type="datetimeFigureOut">
              <a:rPr lang="en-US" smtClean="0"/>
              <a:t>1/16/2026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0CAF2-B107-4C93-B898-06E504B3D714}" type="slidenum">
              <a:rPr lang="en-US" smtClean="0"/>
              <a:t>‹#›</a:t>
            </a:fld>
            <a:endParaRPr lang="en-US"/>
          </a:p>
        </p:txBody>
      </p:sp>
    </p:spTree>
    <p:extLst>
      <p:ext uri="{BB962C8B-B14F-4D97-AF65-F5344CB8AC3E}">
        <p14:creationId xmlns:p14="http://schemas.microsoft.com/office/powerpoint/2010/main" val="1180005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www.mphasis.com/" TargetMode="External"/><Relationship Id="rId3" Type="http://schemas.openxmlformats.org/officeDocument/2006/relationships/hyperlink" Target="https://www.mphasis.com/home/our-approach.html"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only Mphasi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DA8125-D6E7-2681-AE32-29EC38289CF4}"/>
              </a:ext>
            </a:extLst>
          </p:cNvPr>
          <p:cNvPicPr>
            <a:picLocks noGrp="1" noRot="1" noChangeAspect="1" noMove="1" noResize="1" noEditPoints="1" noAdjustHandles="1" noChangeArrowheads="1" noChangeShapeType="1" noCrop="1"/>
          </p:cNvPicPr>
          <p:nvPr isPhoto="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sp>
        <p:nvSpPr>
          <p:cNvPr id="2" name="Title 1">
            <a:extLst>
              <a:ext uri="{FF2B5EF4-FFF2-40B4-BE49-F238E27FC236}">
                <a16:creationId xmlns:a16="http://schemas.microsoft.com/office/drawing/2014/main" id="{AAAD0381-0A88-386D-35F1-91FC9C598A76}"/>
              </a:ext>
            </a:extLst>
          </p:cNvPr>
          <p:cNvSpPr>
            <a:spLocks noGrp="1"/>
          </p:cNvSpPr>
          <p:nvPr>
            <p:ph type="ctrTitle"/>
          </p:nvPr>
        </p:nvSpPr>
        <p:spPr>
          <a:xfrm>
            <a:off x="498745" y="3542783"/>
            <a:ext cx="6511651" cy="1653453"/>
          </a:xfrm>
        </p:spPr>
        <p:txBody>
          <a:bodyPr anchor="b">
            <a:normAutofit/>
          </a:bodyPr>
          <a:lstStyle>
            <a:lvl1pPr algn="l">
              <a:defRPr sz="5400">
                <a:solidFill>
                  <a:schemeClr val="bg1"/>
                </a:solidFill>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D7443F09-C629-3511-659F-A2BDF373EE06}"/>
              </a:ext>
            </a:extLst>
          </p:cNvPr>
          <p:cNvSpPr>
            <a:spLocks noGrp="1"/>
          </p:cNvSpPr>
          <p:nvPr>
            <p:ph type="subTitle" idx="1"/>
          </p:nvPr>
        </p:nvSpPr>
        <p:spPr>
          <a:xfrm>
            <a:off x="498745" y="5340617"/>
            <a:ext cx="6511651" cy="378835"/>
          </a:xfrm>
        </p:spPr>
        <p:txBody>
          <a:bodyPr>
            <a:noAutofit/>
          </a:bodyPr>
          <a:lstStyle>
            <a:lvl1pPr marL="0" indent="0" algn="l">
              <a:buNone/>
              <a:defRPr sz="3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pic>
        <p:nvPicPr>
          <p:cNvPr id="8" name="Picture 7">
            <a:extLst>
              <a:ext uri="{FF2B5EF4-FFF2-40B4-BE49-F238E27FC236}">
                <a16:creationId xmlns:a16="http://schemas.microsoft.com/office/drawing/2014/main" id="{306F0D5E-10E9-3A15-9F6F-A81B7CCFB8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744" y="707806"/>
            <a:ext cx="2334780" cy="776357"/>
          </a:xfrm>
          <a:prstGeom prst="rect">
            <a:avLst/>
          </a:prstGeom>
        </p:spPr>
      </p:pic>
    </p:spTree>
    <p:extLst>
      <p:ext uri="{BB962C8B-B14F-4D97-AF65-F5344CB8AC3E}">
        <p14:creationId xmlns:p14="http://schemas.microsoft.com/office/powerpoint/2010/main" val="883344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ver Mphasis + Relationship Logo">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2CEA97B-550F-6232-847F-A8185CFC2E5B}"/>
              </a:ext>
            </a:extLst>
          </p:cNvPr>
          <p:cNvPicPr>
            <a:picLocks noChangeAspect="1"/>
          </p:cNvPicPr>
          <p:nvPr isPhoto="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pic>
        <p:nvPicPr>
          <p:cNvPr id="6" name="Picture 5">
            <a:extLst>
              <a:ext uri="{FF2B5EF4-FFF2-40B4-BE49-F238E27FC236}">
                <a16:creationId xmlns:a16="http://schemas.microsoft.com/office/drawing/2014/main" id="{25A12056-1CA3-12BC-1D19-8ACDA4C1B6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744" y="707806"/>
            <a:ext cx="2334780" cy="776357"/>
          </a:xfrm>
          <a:prstGeom prst="rect">
            <a:avLst/>
          </a:prstGeom>
        </p:spPr>
      </p:pic>
      <p:sp>
        <p:nvSpPr>
          <p:cNvPr id="5" name="Picture Placeholder 4">
            <a:extLst>
              <a:ext uri="{FF2B5EF4-FFF2-40B4-BE49-F238E27FC236}">
                <a16:creationId xmlns:a16="http://schemas.microsoft.com/office/drawing/2014/main" id="{419A3681-2041-AD74-6047-05788C27E577}"/>
              </a:ext>
            </a:extLst>
          </p:cNvPr>
          <p:cNvSpPr>
            <a:spLocks noGrp="1"/>
          </p:cNvSpPr>
          <p:nvPr>
            <p:ph type="pic" sz="quarter" idx="12" hasCustomPrompt="1"/>
          </p:nvPr>
        </p:nvSpPr>
        <p:spPr>
          <a:xfrm>
            <a:off x="3511550" y="670534"/>
            <a:ext cx="2697163" cy="850900"/>
          </a:xfrm>
        </p:spPr>
        <p:txBody>
          <a:bodyPr>
            <a:normAutofit/>
          </a:bodyPr>
          <a:lstStyle>
            <a:lvl1pPr marL="0" indent="0">
              <a:buNone/>
              <a:defRPr sz="1100">
                <a:solidFill>
                  <a:schemeClr val="bg1"/>
                </a:solidFill>
              </a:defRPr>
            </a:lvl1pPr>
          </a:lstStyle>
          <a:p>
            <a:r>
              <a:rPr lang="en-IN"/>
              <a:t>Client Logo</a:t>
            </a:r>
          </a:p>
        </p:txBody>
      </p:sp>
      <p:cxnSp>
        <p:nvCxnSpPr>
          <p:cNvPr id="10" name="Straight Connector 9">
            <a:extLst>
              <a:ext uri="{FF2B5EF4-FFF2-40B4-BE49-F238E27FC236}">
                <a16:creationId xmlns:a16="http://schemas.microsoft.com/office/drawing/2014/main" id="{11421023-7B5F-D006-F6F1-FD93E3FCAC08}"/>
              </a:ext>
            </a:extLst>
          </p:cNvPr>
          <p:cNvCxnSpPr>
            <a:cxnSpLocks/>
          </p:cNvCxnSpPr>
          <p:nvPr/>
        </p:nvCxnSpPr>
        <p:spPr>
          <a:xfrm>
            <a:off x="3172537" y="771984"/>
            <a:ext cx="0" cy="648000"/>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B28E55CD-9924-C948-B801-7BD187C130A4}"/>
              </a:ext>
            </a:extLst>
          </p:cNvPr>
          <p:cNvSpPr>
            <a:spLocks noGrp="1"/>
          </p:cNvSpPr>
          <p:nvPr>
            <p:ph type="ctrTitle"/>
          </p:nvPr>
        </p:nvSpPr>
        <p:spPr>
          <a:xfrm>
            <a:off x="498745" y="3542783"/>
            <a:ext cx="6511651" cy="1653453"/>
          </a:xfrm>
        </p:spPr>
        <p:txBody>
          <a:bodyPr anchor="b">
            <a:normAutofit/>
          </a:bodyPr>
          <a:lstStyle>
            <a:lvl1pPr algn="l">
              <a:defRPr sz="5400">
                <a:solidFill>
                  <a:schemeClr val="bg1"/>
                </a:solidFill>
              </a:defRPr>
            </a:lvl1pPr>
          </a:lstStyle>
          <a:p>
            <a:r>
              <a:rPr lang="en-US"/>
              <a:t>Click to edit Master title style</a:t>
            </a:r>
            <a:endParaRPr lang="en-IN"/>
          </a:p>
        </p:txBody>
      </p:sp>
      <p:sp>
        <p:nvSpPr>
          <p:cNvPr id="8" name="Subtitle 2">
            <a:extLst>
              <a:ext uri="{FF2B5EF4-FFF2-40B4-BE49-F238E27FC236}">
                <a16:creationId xmlns:a16="http://schemas.microsoft.com/office/drawing/2014/main" id="{90461B0C-E57A-4AED-12CF-EDFFB5D40F4D}"/>
              </a:ext>
            </a:extLst>
          </p:cNvPr>
          <p:cNvSpPr>
            <a:spLocks noGrp="1"/>
          </p:cNvSpPr>
          <p:nvPr>
            <p:ph type="subTitle" idx="1"/>
          </p:nvPr>
        </p:nvSpPr>
        <p:spPr>
          <a:xfrm>
            <a:off x="498745" y="5340617"/>
            <a:ext cx="6511651" cy="378835"/>
          </a:xfrm>
        </p:spPr>
        <p:txBody>
          <a:bodyPr>
            <a:noAutofit/>
          </a:bodyPr>
          <a:lstStyle>
            <a:lvl1pPr marL="0" indent="0" algn="l">
              <a:buNone/>
              <a:defRPr sz="3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9" name="TextBox 8">
            <a:extLst>
              <a:ext uri="{FF2B5EF4-FFF2-40B4-BE49-F238E27FC236}">
                <a16:creationId xmlns:a16="http://schemas.microsoft.com/office/drawing/2014/main" id="{31E174B6-540A-16A0-F5BA-9AA5525EA848}"/>
              </a:ext>
            </a:extLst>
          </p:cNvPr>
          <p:cNvSpPr txBox="1"/>
          <p:nvPr/>
        </p:nvSpPr>
        <p:spPr>
          <a:xfrm>
            <a:off x="2640905" y="3034999"/>
            <a:ext cx="1423788" cy="37959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30000" noProof="0">
                <a:ln>
                  <a:noFill/>
                </a:ln>
                <a:solidFill>
                  <a:srgbClr val="FFFFFF"/>
                </a:solidFill>
                <a:effectLst/>
                <a:uLnTx/>
                <a:uFillTx/>
                <a:latin typeface="+mj-lt"/>
                <a:ea typeface="+mn-ea"/>
                <a:cs typeface="+mn-cs"/>
              </a:rPr>
              <a:t>Oct 24, 2025</a:t>
            </a:r>
          </a:p>
        </p:txBody>
      </p:sp>
      <p:pic>
        <p:nvPicPr>
          <p:cNvPr id="11" name="Graphic 10">
            <a:extLst>
              <a:ext uri="{FF2B5EF4-FFF2-40B4-BE49-F238E27FC236}">
                <a16:creationId xmlns:a16="http://schemas.microsoft.com/office/drawing/2014/main" id="{5619B985-ECFA-07B5-B052-39C30A919A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070" y="2038702"/>
            <a:ext cx="5504173" cy="808920"/>
          </a:xfrm>
          <a:prstGeom prst="rect">
            <a:avLst/>
          </a:prstGeom>
        </p:spPr>
      </p:pic>
    </p:spTree>
    <p:extLst>
      <p:ext uri="{BB962C8B-B14F-4D97-AF65-F5344CB8AC3E}">
        <p14:creationId xmlns:p14="http://schemas.microsoft.com/office/powerpoint/2010/main" val="10845142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6_Custom Layout">
    <p:bg>
      <p:bgRef idx="1001">
        <a:schemeClr val="bg1"/>
      </p:bgRef>
    </p:bg>
    <p:spTree>
      <p:nvGrpSpPr>
        <p:cNvPr id="1" name=""/>
        <p:cNvGrpSpPr/>
        <p:nvPr/>
      </p:nvGrpSpPr>
      <p:grpSpPr>
        <a:xfrm>
          <a:off x="0" y="0"/>
          <a:ext cx="0" cy="0"/>
          <a:chOff x="0" y="0"/>
          <a:chExt cx="0" cy="0"/>
        </a:xfrm>
      </p:grpSpPr>
      <p:pic>
        <p:nvPicPr>
          <p:cNvPr id="47" name="Picture 46" descr="A close up of a sign&#10;&#10;Description automatically generated">
            <a:extLst>
              <a:ext uri="{FF2B5EF4-FFF2-40B4-BE49-F238E27FC236}">
                <a16:creationId xmlns:a16="http://schemas.microsoft.com/office/drawing/2014/main" id="{908C4E5E-F9CB-425B-BC08-BAD09F946C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62" name="Text Placeholder 61">
            <a:extLst>
              <a:ext uri="{FF2B5EF4-FFF2-40B4-BE49-F238E27FC236}">
                <a16:creationId xmlns:a16="http://schemas.microsoft.com/office/drawing/2014/main" id="{75B34779-B21D-430F-83CA-2B3A7DF80BC9}"/>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a:t>Title - 24pt</a:t>
            </a:r>
          </a:p>
        </p:txBody>
      </p:sp>
      <p:sp>
        <p:nvSpPr>
          <p:cNvPr id="15" name="TextBox 14">
            <a:extLst>
              <a:ext uri="{FF2B5EF4-FFF2-40B4-BE49-F238E27FC236}">
                <a16:creationId xmlns:a16="http://schemas.microsoft.com/office/drawing/2014/main" id="{3A26F0D1-D919-48B0-9670-F0A7CA7EA829}"/>
              </a:ext>
            </a:extLst>
          </p:cNvPr>
          <p:cNvSpPr txBox="1"/>
          <p:nvPr userDrawn="1"/>
        </p:nvSpPr>
        <p:spPr>
          <a:xfrm>
            <a:off x="530225" y="6523496"/>
            <a:ext cx="3957363" cy="274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solidFill>
                  <a:schemeClr val="tx1"/>
                </a:solidFill>
              </a:rPr>
              <a:t>© Mphasis 2022  Proprietary and confidential information    I  </a:t>
            </a:r>
            <a:endParaRPr lang="en-US" sz="1200">
              <a:solidFill>
                <a:schemeClr val="tx1"/>
              </a:solidFill>
            </a:endParaRPr>
          </a:p>
        </p:txBody>
      </p:sp>
      <p:sp>
        <p:nvSpPr>
          <p:cNvPr id="16" name="Date Placeholder 14">
            <a:extLst>
              <a:ext uri="{FF2B5EF4-FFF2-40B4-BE49-F238E27FC236}">
                <a16:creationId xmlns:a16="http://schemas.microsoft.com/office/drawing/2014/main" id="{795D0959-05AD-4EA2-B67D-FE52348674AD}"/>
              </a:ext>
            </a:extLst>
          </p:cNvPr>
          <p:cNvSpPr txBox="1">
            <a:spLocks/>
          </p:cNvSpPr>
          <p:nvPr userDrawn="1"/>
        </p:nvSpPr>
        <p:spPr>
          <a:xfrm>
            <a:off x="4441409" y="6523496"/>
            <a:ext cx="1119665"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C99D87-AFAD-4B11-8D22-9469FA50E3E6}" type="datetime1">
              <a:rPr lang="en-US" smtClean="0">
                <a:solidFill>
                  <a:schemeClr val="tx1"/>
                </a:solidFill>
              </a:rPr>
              <a:pPr/>
              <a:t>1/16/2026</a:t>
            </a:fld>
            <a:endParaRPr lang="en-US">
              <a:solidFill>
                <a:schemeClr val="tx1"/>
              </a:solidFill>
            </a:endParaRPr>
          </a:p>
        </p:txBody>
      </p:sp>
      <p:sp>
        <p:nvSpPr>
          <p:cNvPr id="17" name="Slide Number Placeholder 6">
            <a:extLst>
              <a:ext uri="{FF2B5EF4-FFF2-40B4-BE49-F238E27FC236}">
                <a16:creationId xmlns:a16="http://schemas.microsoft.com/office/drawing/2014/main" id="{2B5EA731-F13C-4061-8B9B-C90C7300D862}"/>
              </a:ext>
            </a:extLst>
          </p:cNvPr>
          <p:cNvSpPr txBox="1">
            <a:spLocks/>
          </p:cNvSpPr>
          <p:nvPr userDrawn="1"/>
        </p:nvSpPr>
        <p:spPr>
          <a:xfrm>
            <a:off x="11329750" y="6523496"/>
            <a:ext cx="405124"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F7E0CF8-545D-8B43-A48D-40FB624B20AA}" type="slidenum">
              <a:rPr lang="en-US" smtClean="0">
                <a:solidFill>
                  <a:schemeClr val="tx1"/>
                </a:solidFill>
              </a:rPr>
              <a:pPr algn="ctr"/>
              <a:t>‹#›</a:t>
            </a:fld>
            <a:endParaRPr lang="en-US">
              <a:solidFill>
                <a:schemeClr val="tx1"/>
              </a:solidFill>
            </a:endParaRPr>
          </a:p>
        </p:txBody>
      </p:sp>
      <p:sp>
        <p:nvSpPr>
          <p:cNvPr id="18" name="Date Placeholder 14">
            <a:extLst>
              <a:ext uri="{FF2B5EF4-FFF2-40B4-BE49-F238E27FC236}">
                <a16:creationId xmlns:a16="http://schemas.microsoft.com/office/drawing/2014/main" id="{6E0E427B-45A6-4871-B333-92011D751BAA}"/>
              </a:ext>
            </a:extLst>
          </p:cNvPr>
          <p:cNvSpPr txBox="1">
            <a:spLocks/>
          </p:cNvSpPr>
          <p:nvPr userDrawn="1"/>
        </p:nvSpPr>
        <p:spPr>
          <a:xfrm>
            <a:off x="11206005"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sp>
        <p:nvSpPr>
          <p:cNvPr id="19" name="Date Placeholder 14">
            <a:extLst>
              <a:ext uri="{FF2B5EF4-FFF2-40B4-BE49-F238E27FC236}">
                <a16:creationId xmlns:a16="http://schemas.microsoft.com/office/drawing/2014/main" id="{7652254C-1B19-46A7-B600-41EF7D15D774}"/>
              </a:ext>
            </a:extLst>
          </p:cNvPr>
          <p:cNvSpPr txBox="1">
            <a:spLocks/>
          </p:cNvSpPr>
          <p:nvPr userDrawn="1"/>
        </p:nvSpPr>
        <p:spPr>
          <a:xfrm>
            <a:off x="11686296"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spTree>
    <p:extLst>
      <p:ext uri="{BB962C8B-B14F-4D97-AF65-F5344CB8AC3E}">
        <p14:creationId xmlns:p14="http://schemas.microsoft.com/office/powerpoint/2010/main" val="396198872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132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 Whi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56CEE0A-F60F-051E-CFBB-2B3C17F2BDC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859008" y="181196"/>
            <a:ext cx="987552" cy="306482"/>
          </a:xfrm>
          <a:prstGeom prst="rect">
            <a:avLst/>
          </a:prstGeom>
        </p:spPr>
      </p:pic>
      <p:sp>
        <p:nvSpPr>
          <p:cNvPr id="2" name="Content Placeholder 2">
            <a:extLst>
              <a:ext uri="{FF2B5EF4-FFF2-40B4-BE49-F238E27FC236}">
                <a16:creationId xmlns:a16="http://schemas.microsoft.com/office/drawing/2014/main" id="{F894D5F6-6498-79CB-9760-B8BD425D2B6A}"/>
              </a:ext>
            </a:extLst>
          </p:cNvPr>
          <p:cNvSpPr>
            <a:spLocks noGrp="1"/>
          </p:cNvSpPr>
          <p:nvPr>
            <p:ph idx="1"/>
          </p:nvPr>
        </p:nvSpPr>
        <p:spPr>
          <a:xfrm>
            <a:off x="443510" y="384968"/>
            <a:ext cx="9377680" cy="586052"/>
          </a:xfrm>
        </p:spPr>
        <p:txBody>
          <a:bodyPr>
            <a:noAutofit/>
          </a:bodyPr>
          <a:lstStyle>
            <a:lvl1pPr marL="0" indent="0">
              <a:lnSpc>
                <a:spcPct val="80000"/>
              </a:lnSpc>
              <a:buNone/>
              <a:defRPr sz="3200" b="1"/>
            </a:lvl1pPr>
          </a:lstStyle>
          <a:p>
            <a:pPr lvl="0"/>
            <a:r>
              <a:rPr lang="en-US"/>
              <a:t>Click to edit Master text styles</a:t>
            </a:r>
          </a:p>
        </p:txBody>
      </p:sp>
      <p:sp>
        <p:nvSpPr>
          <p:cNvPr id="4" name="Date Placeholder 3">
            <a:extLst>
              <a:ext uri="{FF2B5EF4-FFF2-40B4-BE49-F238E27FC236}">
                <a16:creationId xmlns:a16="http://schemas.microsoft.com/office/drawing/2014/main" id="{E35D1051-7361-404D-745A-E37997F4EF94}"/>
              </a:ext>
            </a:extLst>
          </p:cNvPr>
          <p:cNvSpPr>
            <a:spLocks noGrp="1"/>
          </p:cNvSpPr>
          <p:nvPr>
            <p:ph type="dt" sz="half" idx="10"/>
          </p:nvPr>
        </p:nvSpPr>
        <p:spPr/>
        <p:txBody>
          <a:bodyPr/>
          <a:lstStyle/>
          <a:p>
            <a:r>
              <a:rPr lang="en-US"/>
              <a:t>10/3/23</a:t>
            </a:r>
          </a:p>
        </p:txBody>
      </p:sp>
      <p:sp>
        <p:nvSpPr>
          <p:cNvPr id="5" name="Footer Placeholder 4">
            <a:extLst>
              <a:ext uri="{FF2B5EF4-FFF2-40B4-BE49-F238E27FC236}">
                <a16:creationId xmlns:a16="http://schemas.microsoft.com/office/drawing/2014/main" id="{52125982-A6FD-1599-BFBA-1C29D72823F3}"/>
              </a:ext>
            </a:extLst>
          </p:cNvPr>
          <p:cNvSpPr>
            <a:spLocks noGrp="1"/>
          </p:cNvSpPr>
          <p:nvPr>
            <p:ph type="ftr" sz="quarter" idx="11"/>
          </p:nvPr>
        </p:nvSpPr>
        <p:spPr/>
        <p:txBody>
          <a:bodyPr/>
          <a:lstStyle/>
          <a:p>
            <a:r>
              <a:rPr lang="en-US"/>
              <a:t>© Mphasis 2023 Proprietary and confidential information</a:t>
            </a:r>
          </a:p>
        </p:txBody>
      </p:sp>
      <p:sp>
        <p:nvSpPr>
          <p:cNvPr id="6" name="Slide Number Placeholder 5">
            <a:extLst>
              <a:ext uri="{FF2B5EF4-FFF2-40B4-BE49-F238E27FC236}">
                <a16:creationId xmlns:a16="http://schemas.microsoft.com/office/drawing/2014/main" id="{F16525AA-7529-B228-4770-5706A80249D9}"/>
              </a:ext>
            </a:extLst>
          </p:cNvPr>
          <p:cNvSpPr>
            <a:spLocks noGrp="1"/>
          </p:cNvSpPr>
          <p:nvPr>
            <p:ph type="sldNum" sz="quarter" idx="12"/>
          </p:nvPr>
        </p:nvSpPr>
        <p:spPr/>
        <p:txBody>
          <a:bodyPr/>
          <a:lstStyle/>
          <a:p>
            <a:fld id="{7F16BAF1-5D36-0E4C-B44A-F52AC031BC13}" type="slidenum">
              <a:rPr lang="en-US" smtClean="0"/>
              <a:pPr/>
              <a:t>‹#›</a:t>
            </a:fld>
            <a:endParaRPr lang="en-US"/>
          </a:p>
        </p:txBody>
      </p:sp>
    </p:spTree>
    <p:extLst>
      <p:ext uri="{BB962C8B-B14F-4D97-AF65-F5344CB8AC3E}">
        <p14:creationId xmlns:p14="http://schemas.microsoft.com/office/powerpoint/2010/main" val="16304852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A202-CD55-0A13-4A67-D7E11E7A04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441FDC-DBE6-179E-55C7-F447A9865C0E}"/>
              </a:ext>
            </a:extLst>
          </p:cNvPr>
          <p:cNvSpPr>
            <a:spLocks noGrp="1"/>
          </p:cNvSpPr>
          <p:nvPr>
            <p:ph sz="half" idx="1"/>
          </p:nvPr>
        </p:nvSpPr>
        <p:spPr>
          <a:xfrm>
            <a:off x="838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C9A615-B1DE-0AEF-EF01-A5E428D48406}"/>
              </a:ext>
            </a:extLst>
          </p:cNvPr>
          <p:cNvSpPr>
            <a:spLocks noGrp="1"/>
          </p:cNvSpPr>
          <p:nvPr>
            <p:ph sz="half" idx="2"/>
          </p:nvPr>
        </p:nvSpPr>
        <p:spPr>
          <a:xfrm>
            <a:off x="6172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a:extLst>
              <a:ext uri="{FF2B5EF4-FFF2-40B4-BE49-F238E27FC236}">
                <a16:creationId xmlns:a16="http://schemas.microsoft.com/office/drawing/2014/main" id="{4324E3E4-C2B7-4EBC-DB31-AD76D8E8838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741607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1448475"/>
            <a:ext cx="11618976" cy="4433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685301"/>
            <a:ext cx="11618976" cy="640697"/>
          </a:xfrm>
        </p:spPr>
        <p:txBody>
          <a:bodyPr>
            <a:normAutofit/>
          </a:bodyPr>
          <a:lstStyle>
            <a:lvl1pPr marL="0" indent="0">
              <a:buNone/>
              <a:defRPr sz="4000" b="1">
                <a:solidFill>
                  <a:srgbClr val="00325B"/>
                </a:solidFill>
              </a:defRPr>
            </a:lvl1pPr>
            <a:lvl2pPr marL="457223" indent="0">
              <a:buNone/>
              <a:defRPr>
                <a:solidFill>
                  <a:srgbClr val="00325B"/>
                </a:solidFill>
              </a:defRPr>
            </a:lvl2pPr>
            <a:lvl3pPr marL="914446" indent="0">
              <a:buNone/>
              <a:defRPr>
                <a:solidFill>
                  <a:srgbClr val="00325B"/>
                </a:solidFill>
              </a:defRPr>
            </a:lvl3pPr>
            <a:lvl4pPr marL="1371669" indent="0">
              <a:buNone/>
              <a:defRPr>
                <a:solidFill>
                  <a:srgbClr val="00325B"/>
                </a:solidFill>
              </a:defRPr>
            </a:lvl4pPr>
            <a:lvl5pPr marL="1828891" indent="0">
              <a:buNone/>
              <a:defRPr>
                <a:solidFill>
                  <a:srgbClr val="00325B"/>
                </a:solidFill>
              </a:defRPr>
            </a:lvl5pPr>
          </a:lstStyle>
          <a:p>
            <a:pPr lvl="0"/>
            <a:r>
              <a:rPr lang="en-US"/>
              <a:t>Click to edit Master text styles</a:t>
            </a:r>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3948868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623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1448475"/>
            <a:ext cx="11618976" cy="4433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3952906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88" name="Content Placeholder 2">
            <a:extLst>
              <a:ext uri="{FF2B5EF4-FFF2-40B4-BE49-F238E27FC236}">
                <a16:creationId xmlns:a16="http://schemas.microsoft.com/office/drawing/2014/main" id="{A1EDEA69-18CC-F5D0-C6C8-0372943DBD3D}"/>
              </a:ext>
            </a:extLst>
          </p:cNvPr>
          <p:cNvSpPr>
            <a:spLocks noGrp="1"/>
          </p:cNvSpPr>
          <p:nvPr>
            <p:ph idx="1"/>
          </p:nvPr>
        </p:nvSpPr>
        <p:spPr>
          <a:xfrm>
            <a:off x="292608" y="692727"/>
            <a:ext cx="11618976" cy="5244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73802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4" name="Rectangle 3">
            <a:extLst>
              <a:ext uri="{FF2B5EF4-FFF2-40B4-BE49-F238E27FC236}">
                <a16:creationId xmlns:a16="http://schemas.microsoft.com/office/drawing/2014/main" id="{569105BB-D7A7-8BB9-E4C5-6A530FE7C275}"/>
              </a:ext>
            </a:extLst>
          </p:cNvPr>
          <p:cNvSpPr/>
          <p:nvPr userDrawn="1"/>
        </p:nvSpPr>
        <p:spPr>
          <a:xfrm>
            <a:off x="4070282" y="2252519"/>
            <a:ext cx="991247" cy="92248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10">
            <a:extLst>
              <a:ext uri="{FF2B5EF4-FFF2-40B4-BE49-F238E27FC236}">
                <a16:creationId xmlns:a16="http://schemas.microsoft.com/office/drawing/2014/main" id="{E2AB7DCB-CD4B-FEBE-EC8F-1779516CAB7F}"/>
              </a:ext>
            </a:extLst>
          </p:cNvPr>
          <p:cNvSpPr>
            <a:spLocks noGrp="1"/>
          </p:cNvSpPr>
          <p:nvPr>
            <p:ph type="body" sz="quarter" idx="18" hasCustomPrompt="1"/>
          </p:nvPr>
        </p:nvSpPr>
        <p:spPr>
          <a:xfrm>
            <a:off x="4155900" y="2325255"/>
            <a:ext cx="820011" cy="777011"/>
          </a:xfrm>
        </p:spPr>
        <p:txBody>
          <a:bodyPr anchor="ctr">
            <a:normAutofit/>
          </a:bodyPr>
          <a:lstStyle>
            <a:lvl1pPr marL="0" indent="0" algn="ctr">
              <a:buNone/>
              <a:defRPr sz="1200" b="1">
                <a:solidFill>
                  <a:schemeClr val="bg1"/>
                </a:solidFill>
              </a:defRPr>
            </a:lvl1pPr>
          </a:lstStyle>
          <a:p>
            <a:pPr lvl="0"/>
            <a:r>
              <a:rPr lang="en-US"/>
              <a:t>#000000</a:t>
            </a:r>
            <a:endParaRPr lang="en-IN"/>
          </a:p>
        </p:txBody>
      </p:sp>
      <p:sp>
        <p:nvSpPr>
          <p:cNvPr id="8" name="Rectangle 7">
            <a:extLst>
              <a:ext uri="{FF2B5EF4-FFF2-40B4-BE49-F238E27FC236}">
                <a16:creationId xmlns:a16="http://schemas.microsoft.com/office/drawing/2014/main" id="{C0939D25-32F0-6765-C435-28394B055AA8}"/>
              </a:ext>
            </a:extLst>
          </p:cNvPr>
          <p:cNvSpPr/>
          <p:nvPr userDrawn="1"/>
        </p:nvSpPr>
        <p:spPr>
          <a:xfrm>
            <a:off x="5358755" y="2252519"/>
            <a:ext cx="991247" cy="92248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 Placeholder 10">
            <a:extLst>
              <a:ext uri="{FF2B5EF4-FFF2-40B4-BE49-F238E27FC236}">
                <a16:creationId xmlns:a16="http://schemas.microsoft.com/office/drawing/2014/main" id="{65996DDE-287F-5668-A210-81B520F5E04C}"/>
              </a:ext>
            </a:extLst>
          </p:cNvPr>
          <p:cNvSpPr>
            <a:spLocks noGrp="1"/>
          </p:cNvSpPr>
          <p:nvPr>
            <p:ph type="body" sz="quarter" idx="19" hasCustomPrompt="1"/>
          </p:nvPr>
        </p:nvSpPr>
        <p:spPr>
          <a:xfrm>
            <a:off x="5444373" y="2325255"/>
            <a:ext cx="820011" cy="777011"/>
          </a:xfrm>
        </p:spPr>
        <p:txBody>
          <a:bodyPr anchor="ctr">
            <a:normAutofit/>
          </a:bodyPr>
          <a:lstStyle>
            <a:lvl1pPr marL="0" indent="0" algn="ctr">
              <a:buNone/>
              <a:defRPr sz="1200" b="1">
                <a:solidFill>
                  <a:schemeClr val="bg1"/>
                </a:solidFill>
              </a:defRPr>
            </a:lvl1pPr>
          </a:lstStyle>
          <a:p>
            <a:pPr lvl="0"/>
            <a:r>
              <a:rPr lang="en-US"/>
              <a:t>#22988A</a:t>
            </a:r>
            <a:endParaRPr lang="en-IN"/>
          </a:p>
        </p:txBody>
      </p:sp>
      <p:sp>
        <p:nvSpPr>
          <p:cNvPr id="10" name="Rectangle 9">
            <a:extLst>
              <a:ext uri="{FF2B5EF4-FFF2-40B4-BE49-F238E27FC236}">
                <a16:creationId xmlns:a16="http://schemas.microsoft.com/office/drawing/2014/main" id="{869F10B5-86EA-D0D3-C56A-D17ACE3F8B2A}"/>
              </a:ext>
            </a:extLst>
          </p:cNvPr>
          <p:cNvSpPr/>
          <p:nvPr userDrawn="1"/>
        </p:nvSpPr>
        <p:spPr>
          <a:xfrm>
            <a:off x="6647228" y="2251366"/>
            <a:ext cx="991247" cy="92248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10">
            <a:extLst>
              <a:ext uri="{FF2B5EF4-FFF2-40B4-BE49-F238E27FC236}">
                <a16:creationId xmlns:a16="http://schemas.microsoft.com/office/drawing/2014/main" id="{A9A62C3C-D1B2-2989-F340-F2E799416EC1}"/>
              </a:ext>
            </a:extLst>
          </p:cNvPr>
          <p:cNvSpPr>
            <a:spLocks noGrp="1"/>
          </p:cNvSpPr>
          <p:nvPr>
            <p:ph type="body" sz="quarter" idx="20" hasCustomPrompt="1"/>
          </p:nvPr>
        </p:nvSpPr>
        <p:spPr>
          <a:xfrm>
            <a:off x="6732846" y="2324102"/>
            <a:ext cx="820011" cy="777011"/>
          </a:xfrm>
        </p:spPr>
        <p:txBody>
          <a:bodyPr anchor="ctr">
            <a:normAutofit/>
          </a:bodyPr>
          <a:lstStyle>
            <a:lvl1pPr marL="0" indent="0" algn="ctr">
              <a:buNone/>
              <a:defRPr sz="1200" b="1">
                <a:solidFill>
                  <a:schemeClr val="bg1"/>
                </a:solidFill>
              </a:defRPr>
            </a:lvl1pPr>
          </a:lstStyle>
          <a:p>
            <a:pPr lvl="0"/>
            <a:r>
              <a:rPr lang="en-US"/>
              <a:t>#00325B</a:t>
            </a:r>
            <a:endParaRPr lang="en-IN"/>
          </a:p>
        </p:txBody>
      </p:sp>
      <p:sp>
        <p:nvSpPr>
          <p:cNvPr id="24" name="Rectangle 23">
            <a:extLst>
              <a:ext uri="{FF2B5EF4-FFF2-40B4-BE49-F238E27FC236}">
                <a16:creationId xmlns:a16="http://schemas.microsoft.com/office/drawing/2014/main" id="{7DD7F594-EDB6-6B83-A59D-7859416DD2BA}"/>
              </a:ext>
            </a:extLst>
          </p:cNvPr>
          <p:cNvSpPr/>
          <p:nvPr userDrawn="1"/>
        </p:nvSpPr>
        <p:spPr>
          <a:xfrm>
            <a:off x="4070282" y="3812311"/>
            <a:ext cx="991247" cy="9224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 Placeholder 10">
            <a:extLst>
              <a:ext uri="{FF2B5EF4-FFF2-40B4-BE49-F238E27FC236}">
                <a16:creationId xmlns:a16="http://schemas.microsoft.com/office/drawing/2014/main" id="{C1ECAF94-1ED1-03D9-4331-83C263CA3769}"/>
              </a:ext>
            </a:extLst>
          </p:cNvPr>
          <p:cNvSpPr>
            <a:spLocks noGrp="1"/>
          </p:cNvSpPr>
          <p:nvPr>
            <p:ph type="body" sz="quarter" idx="21" hasCustomPrompt="1"/>
          </p:nvPr>
        </p:nvSpPr>
        <p:spPr>
          <a:xfrm>
            <a:off x="4155900" y="3885047"/>
            <a:ext cx="820011" cy="777011"/>
          </a:xfrm>
        </p:spPr>
        <p:txBody>
          <a:bodyPr anchor="ctr">
            <a:normAutofit/>
          </a:bodyPr>
          <a:lstStyle>
            <a:lvl1pPr marL="0" indent="0" algn="ctr">
              <a:buNone/>
              <a:defRPr sz="1200" b="1">
                <a:solidFill>
                  <a:schemeClr val="bg1"/>
                </a:solidFill>
              </a:defRPr>
            </a:lvl1pPr>
          </a:lstStyle>
          <a:p>
            <a:pPr lvl="0"/>
            <a:r>
              <a:rPr lang="en-US"/>
              <a:t>#199DD1</a:t>
            </a:r>
            <a:endParaRPr lang="en-IN"/>
          </a:p>
        </p:txBody>
      </p:sp>
      <p:sp>
        <p:nvSpPr>
          <p:cNvPr id="26" name="Rectangle 25">
            <a:extLst>
              <a:ext uri="{FF2B5EF4-FFF2-40B4-BE49-F238E27FC236}">
                <a16:creationId xmlns:a16="http://schemas.microsoft.com/office/drawing/2014/main" id="{3BDD7770-3D6E-4B7E-F762-41A7BCA5BB04}"/>
              </a:ext>
            </a:extLst>
          </p:cNvPr>
          <p:cNvSpPr/>
          <p:nvPr userDrawn="1"/>
        </p:nvSpPr>
        <p:spPr>
          <a:xfrm>
            <a:off x="5358755" y="3812311"/>
            <a:ext cx="991247" cy="92248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 Placeholder 10">
            <a:extLst>
              <a:ext uri="{FF2B5EF4-FFF2-40B4-BE49-F238E27FC236}">
                <a16:creationId xmlns:a16="http://schemas.microsoft.com/office/drawing/2014/main" id="{BC940AA0-0472-3AB3-245B-CA915C45D1A2}"/>
              </a:ext>
            </a:extLst>
          </p:cNvPr>
          <p:cNvSpPr>
            <a:spLocks noGrp="1"/>
          </p:cNvSpPr>
          <p:nvPr>
            <p:ph type="body" sz="quarter" idx="22" hasCustomPrompt="1"/>
          </p:nvPr>
        </p:nvSpPr>
        <p:spPr>
          <a:xfrm>
            <a:off x="5444373" y="3885047"/>
            <a:ext cx="820011" cy="777011"/>
          </a:xfrm>
        </p:spPr>
        <p:txBody>
          <a:bodyPr anchor="ctr">
            <a:normAutofit/>
          </a:bodyPr>
          <a:lstStyle>
            <a:lvl1pPr marL="0" indent="0" algn="ctr">
              <a:buNone/>
              <a:defRPr sz="1200" b="1">
                <a:solidFill>
                  <a:schemeClr val="bg1"/>
                </a:solidFill>
              </a:defRPr>
            </a:lvl1pPr>
          </a:lstStyle>
          <a:p>
            <a:pPr lvl="0"/>
            <a:r>
              <a:rPr lang="en-US"/>
              <a:t>#B586BF</a:t>
            </a:r>
            <a:endParaRPr lang="en-IN"/>
          </a:p>
        </p:txBody>
      </p:sp>
      <p:sp>
        <p:nvSpPr>
          <p:cNvPr id="28" name="Rectangle 27">
            <a:extLst>
              <a:ext uri="{FF2B5EF4-FFF2-40B4-BE49-F238E27FC236}">
                <a16:creationId xmlns:a16="http://schemas.microsoft.com/office/drawing/2014/main" id="{0BF6F0D1-5E5C-CDFC-7432-FC4E3963D2AC}"/>
              </a:ext>
            </a:extLst>
          </p:cNvPr>
          <p:cNvSpPr/>
          <p:nvPr userDrawn="1"/>
        </p:nvSpPr>
        <p:spPr>
          <a:xfrm>
            <a:off x="6647228" y="3812311"/>
            <a:ext cx="991247" cy="92248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 Placeholder 10">
            <a:extLst>
              <a:ext uri="{FF2B5EF4-FFF2-40B4-BE49-F238E27FC236}">
                <a16:creationId xmlns:a16="http://schemas.microsoft.com/office/drawing/2014/main" id="{24A9DA97-4C75-E635-617A-482DF9BB5CA8}"/>
              </a:ext>
            </a:extLst>
          </p:cNvPr>
          <p:cNvSpPr>
            <a:spLocks noGrp="1"/>
          </p:cNvSpPr>
          <p:nvPr>
            <p:ph type="body" sz="quarter" idx="23" hasCustomPrompt="1"/>
          </p:nvPr>
        </p:nvSpPr>
        <p:spPr>
          <a:xfrm>
            <a:off x="6732846" y="3885047"/>
            <a:ext cx="820011" cy="777011"/>
          </a:xfrm>
        </p:spPr>
        <p:txBody>
          <a:bodyPr anchor="ctr">
            <a:normAutofit/>
          </a:bodyPr>
          <a:lstStyle>
            <a:lvl1pPr marL="0" indent="0" algn="ctr">
              <a:buNone/>
              <a:defRPr sz="1200" b="1">
                <a:solidFill>
                  <a:schemeClr val="bg1"/>
                </a:solidFill>
              </a:defRPr>
            </a:lvl1pPr>
          </a:lstStyle>
          <a:p>
            <a:pPr lvl="0"/>
            <a:r>
              <a:rPr lang="en-US"/>
              <a:t>#A0CD49</a:t>
            </a:r>
            <a:endParaRPr lang="en-IN"/>
          </a:p>
        </p:txBody>
      </p:sp>
      <p:sp>
        <p:nvSpPr>
          <p:cNvPr id="30" name="Rectangle 29">
            <a:extLst>
              <a:ext uri="{FF2B5EF4-FFF2-40B4-BE49-F238E27FC236}">
                <a16:creationId xmlns:a16="http://schemas.microsoft.com/office/drawing/2014/main" id="{23B994CE-054A-D88C-2D50-94E9D2E1D8EC}"/>
              </a:ext>
            </a:extLst>
          </p:cNvPr>
          <p:cNvSpPr/>
          <p:nvPr userDrawn="1"/>
        </p:nvSpPr>
        <p:spPr>
          <a:xfrm>
            <a:off x="7935701" y="3812311"/>
            <a:ext cx="991247" cy="922482"/>
          </a:xfrm>
          <a:prstGeom prst="rect">
            <a:avLst/>
          </a:prstGeom>
          <a:solidFill>
            <a:schemeClr val="accent6">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 Placeholder 10">
            <a:extLst>
              <a:ext uri="{FF2B5EF4-FFF2-40B4-BE49-F238E27FC236}">
                <a16:creationId xmlns:a16="http://schemas.microsoft.com/office/drawing/2014/main" id="{67999B7F-B277-8474-1F16-3DE5621A05E9}"/>
              </a:ext>
            </a:extLst>
          </p:cNvPr>
          <p:cNvSpPr>
            <a:spLocks noGrp="1"/>
          </p:cNvSpPr>
          <p:nvPr>
            <p:ph type="body" sz="quarter" idx="24" hasCustomPrompt="1"/>
          </p:nvPr>
        </p:nvSpPr>
        <p:spPr>
          <a:xfrm>
            <a:off x="8021319" y="3885047"/>
            <a:ext cx="820011" cy="777011"/>
          </a:xfrm>
        </p:spPr>
        <p:txBody>
          <a:bodyPr anchor="ctr">
            <a:normAutofit/>
          </a:bodyPr>
          <a:lstStyle>
            <a:lvl1pPr marL="0" indent="0" algn="ctr">
              <a:buNone/>
              <a:defRPr sz="1200" b="1">
                <a:solidFill>
                  <a:schemeClr val="bg1"/>
                </a:solidFill>
              </a:defRPr>
            </a:lvl1pPr>
          </a:lstStyle>
          <a:p>
            <a:pPr lvl="0"/>
            <a:r>
              <a:rPr lang="en-US"/>
              <a:t>Grey</a:t>
            </a:r>
            <a:endParaRPr lang="en-IN"/>
          </a:p>
        </p:txBody>
      </p:sp>
      <p:sp>
        <p:nvSpPr>
          <p:cNvPr id="32" name="Text Placeholder 10">
            <a:extLst>
              <a:ext uri="{FF2B5EF4-FFF2-40B4-BE49-F238E27FC236}">
                <a16:creationId xmlns:a16="http://schemas.microsoft.com/office/drawing/2014/main" id="{5E5119BD-BCD6-B62B-40F2-5375D1FF4BED}"/>
              </a:ext>
            </a:extLst>
          </p:cNvPr>
          <p:cNvSpPr>
            <a:spLocks noGrp="1"/>
          </p:cNvSpPr>
          <p:nvPr>
            <p:ph type="body" sz="quarter" idx="25" hasCustomPrompt="1"/>
          </p:nvPr>
        </p:nvSpPr>
        <p:spPr>
          <a:xfrm>
            <a:off x="2781809" y="2324101"/>
            <a:ext cx="991247" cy="777011"/>
          </a:xfrm>
        </p:spPr>
        <p:txBody>
          <a:bodyPr anchor="ctr">
            <a:normAutofit/>
          </a:bodyPr>
          <a:lstStyle>
            <a:lvl1pPr marL="0" indent="0" algn="l">
              <a:buNone/>
              <a:defRPr sz="1400" b="1">
                <a:solidFill>
                  <a:schemeClr val="tx1"/>
                </a:solidFill>
              </a:defRPr>
            </a:lvl1pPr>
          </a:lstStyle>
          <a:p>
            <a:pPr lvl="0"/>
            <a:r>
              <a:rPr lang="en-US"/>
              <a:t>Primary Colors</a:t>
            </a:r>
            <a:endParaRPr lang="en-IN"/>
          </a:p>
        </p:txBody>
      </p:sp>
      <p:sp>
        <p:nvSpPr>
          <p:cNvPr id="33" name="Text Placeholder 10">
            <a:extLst>
              <a:ext uri="{FF2B5EF4-FFF2-40B4-BE49-F238E27FC236}">
                <a16:creationId xmlns:a16="http://schemas.microsoft.com/office/drawing/2014/main" id="{C42B1670-3F8A-F604-5BBF-65E87FD51FC9}"/>
              </a:ext>
            </a:extLst>
          </p:cNvPr>
          <p:cNvSpPr>
            <a:spLocks noGrp="1"/>
          </p:cNvSpPr>
          <p:nvPr>
            <p:ph type="body" sz="quarter" idx="26" hasCustomPrompt="1"/>
          </p:nvPr>
        </p:nvSpPr>
        <p:spPr>
          <a:xfrm>
            <a:off x="2781810" y="3885046"/>
            <a:ext cx="991246" cy="777011"/>
          </a:xfrm>
        </p:spPr>
        <p:txBody>
          <a:bodyPr anchor="ctr">
            <a:normAutofit/>
          </a:bodyPr>
          <a:lstStyle>
            <a:lvl1pPr marL="0" indent="0" algn="l">
              <a:buNone/>
              <a:defRPr sz="1400" b="1">
                <a:solidFill>
                  <a:schemeClr val="tx1"/>
                </a:solidFill>
              </a:defRPr>
            </a:lvl1pPr>
          </a:lstStyle>
          <a:p>
            <a:pPr lvl="0"/>
            <a:r>
              <a:rPr lang="en-US"/>
              <a:t>Secondary Colors</a:t>
            </a:r>
            <a:endParaRPr lang="en-IN"/>
          </a:p>
        </p:txBody>
      </p:sp>
    </p:spTree>
    <p:extLst>
      <p:ext uri="{BB962C8B-B14F-4D97-AF65-F5344CB8AC3E}">
        <p14:creationId xmlns:p14="http://schemas.microsoft.com/office/powerpoint/2010/main" val="2035317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B2B79267-83B8-46DE-401F-B614D976F6F1}"/>
              </a:ext>
            </a:extLst>
          </p:cNvPr>
          <p:cNvSpPr>
            <a:spLocks noGrp="1"/>
          </p:cNvSpPr>
          <p:nvPr>
            <p:ph type="pic" sz="quarter" idx="39"/>
          </p:nvPr>
        </p:nvSpPr>
        <p:spPr>
          <a:xfrm>
            <a:off x="323376" y="1512092"/>
            <a:ext cx="1785291" cy="1785292"/>
          </a:xfrm>
          <a:custGeom>
            <a:avLst/>
            <a:gdLst>
              <a:gd name="connsiteX0" fmla="*/ 0 w 797001"/>
              <a:gd name="connsiteY0" fmla="*/ 0 h 797001"/>
              <a:gd name="connsiteX1" fmla="*/ 797001 w 797001"/>
              <a:gd name="connsiteY1" fmla="*/ 0 h 797001"/>
              <a:gd name="connsiteX2" fmla="*/ 797001 w 797001"/>
              <a:gd name="connsiteY2" fmla="*/ 797001 h 797001"/>
              <a:gd name="connsiteX3" fmla="*/ 0 w 797001"/>
              <a:gd name="connsiteY3" fmla="*/ 797001 h 797001"/>
              <a:gd name="connsiteX4" fmla="*/ 0 w 797001"/>
              <a:gd name="connsiteY4" fmla="*/ 0 h 797001"/>
              <a:gd name="connsiteX0" fmla="*/ 0 w 797001"/>
              <a:gd name="connsiteY0" fmla="*/ 350982 h 1147983"/>
              <a:gd name="connsiteX1" fmla="*/ 538383 w 797001"/>
              <a:gd name="connsiteY1" fmla="*/ 0 h 1147983"/>
              <a:gd name="connsiteX2" fmla="*/ 797001 w 797001"/>
              <a:gd name="connsiteY2" fmla="*/ 1147983 h 1147983"/>
              <a:gd name="connsiteX3" fmla="*/ 0 w 797001"/>
              <a:gd name="connsiteY3" fmla="*/ 1147983 h 1147983"/>
              <a:gd name="connsiteX4" fmla="*/ 0 w 797001"/>
              <a:gd name="connsiteY4" fmla="*/ 350982 h 1147983"/>
              <a:gd name="connsiteX0" fmla="*/ 0 w 1415837"/>
              <a:gd name="connsiteY0" fmla="*/ 350982 h 1147983"/>
              <a:gd name="connsiteX1" fmla="*/ 538383 w 1415837"/>
              <a:gd name="connsiteY1" fmla="*/ 0 h 1147983"/>
              <a:gd name="connsiteX2" fmla="*/ 1415837 w 1415837"/>
              <a:gd name="connsiteY2" fmla="*/ 889365 h 1147983"/>
              <a:gd name="connsiteX3" fmla="*/ 0 w 1415837"/>
              <a:gd name="connsiteY3" fmla="*/ 1147983 h 1147983"/>
              <a:gd name="connsiteX4" fmla="*/ 0 w 1415837"/>
              <a:gd name="connsiteY4" fmla="*/ 350982 h 1147983"/>
              <a:gd name="connsiteX0" fmla="*/ 0 w 1415837"/>
              <a:gd name="connsiteY0" fmla="*/ 350982 h 1785292"/>
              <a:gd name="connsiteX1" fmla="*/ 538383 w 1415837"/>
              <a:gd name="connsiteY1" fmla="*/ 0 h 1785292"/>
              <a:gd name="connsiteX2" fmla="*/ 1415837 w 1415837"/>
              <a:gd name="connsiteY2" fmla="*/ 889365 h 1785292"/>
              <a:gd name="connsiteX3" fmla="*/ 517236 w 1415837"/>
              <a:gd name="connsiteY3" fmla="*/ 1785292 h 1785292"/>
              <a:gd name="connsiteX4" fmla="*/ 0 w 1415837"/>
              <a:gd name="connsiteY4" fmla="*/ 350982 h 1785292"/>
              <a:gd name="connsiteX0" fmla="*/ 0 w 1785291"/>
              <a:gd name="connsiteY0" fmla="*/ 877455 h 1785292"/>
              <a:gd name="connsiteX1" fmla="*/ 907837 w 1785291"/>
              <a:gd name="connsiteY1" fmla="*/ 0 h 1785292"/>
              <a:gd name="connsiteX2" fmla="*/ 1785291 w 1785291"/>
              <a:gd name="connsiteY2" fmla="*/ 889365 h 1785292"/>
              <a:gd name="connsiteX3" fmla="*/ 886690 w 1785291"/>
              <a:gd name="connsiteY3" fmla="*/ 1785292 h 1785292"/>
              <a:gd name="connsiteX4" fmla="*/ 0 w 1785291"/>
              <a:gd name="connsiteY4" fmla="*/ 877455 h 17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291" h="1785292">
                <a:moveTo>
                  <a:pt x="0" y="877455"/>
                </a:moveTo>
                <a:lnTo>
                  <a:pt x="907837" y="0"/>
                </a:lnTo>
                <a:lnTo>
                  <a:pt x="1785291" y="889365"/>
                </a:lnTo>
                <a:lnTo>
                  <a:pt x="886690" y="1785292"/>
                </a:lnTo>
                <a:lnTo>
                  <a:pt x="0" y="877455"/>
                </a:lnTo>
                <a:close/>
              </a:path>
            </a:pathLst>
          </a:custGeom>
        </p:spPr>
        <p:txBody>
          <a:bodyPr/>
          <a:lstStyle>
            <a:lvl1pPr marL="0" indent="0">
              <a:buNone/>
              <a:defRPr sz="1000">
                <a:solidFill>
                  <a:schemeClr val="tx1"/>
                </a:solidFill>
              </a:defRPr>
            </a:lvl1pPr>
          </a:lstStyle>
          <a:p>
            <a:pPr algn="ctr"/>
            <a:r>
              <a:rPr lang="en-US" sz="1200">
                <a:solidFill>
                  <a:schemeClr val="bg1"/>
                </a:solidFill>
                <a:latin typeface="Calibri" panose="020F0502020204030204" pitchFamily="34" charset="0"/>
                <a:cs typeface="Calibri" panose="020F0502020204030204" pitchFamily="34" charset="0"/>
              </a:rPr>
              <a:t>Click icon to add picture</a:t>
            </a:r>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15" name="Rectangle 14">
            <a:extLst>
              <a:ext uri="{FF2B5EF4-FFF2-40B4-BE49-F238E27FC236}">
                <a16:creationId xmlns:a16="http://schemas.microsoft.com/office/drawing/2014/main" id="{71F78D9A-AE4A-1017-36A1-961D69C6AE91}"/>
              </a:ext>
            </a:extLst>
          </p:cNvPr>
          <p:cNvSpPr>
            <a:spLocks noChangeArrowheads="1"/>
          </p:cNvSpPr>
          <p:nvPr userDrawn="1"/>
        </p:nvSpPr>
        <p:spPr bwMode="auto">
          <a:xfrm rot="2700000">
            <a:off x="567806" y="1737365"/>
            <a:ext cx="1317182" cy="1323969"/>
          </a:xfrm>
          <a:prstGeom prst="rect">
            <a:avLst/>
          </a:prstGeom>
          <a:noFill/>
          <a:ln w="57150">
            <a:solidFill>
              <a:schemeClr val="accent1"/>
            </a:solid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20" name="Content Placeholder 6">
            <a:extLst>
              <a:ext uri="{FF2B5EF4-FFF2-40B4-BE49-F238E27FC236}">
                <a16:creationId xmlns:a16="http://schemas.microsoft.com/office/drawing/2014/main" id="{78D9E635-80A5-EA30-8A60-D3C43270EC95}"/>
              </a:ext>
            </a:extLst>
          </p:cNvPr>
          <p:cNvSpPr>
            <a:spLocks noGrp="1"/>
          </p:cNvSpPr>
          <p:nvPr>
            <p:ph sz="quarter" idx="26" hasCustomPrompt="1"/>
          </p:nvPr>
        </p:nvSpPr>
        <p:spPr>
          <a:xfrm>
            <a:off x="2314799" y="1892478"/>
            <a:ext cx="9586800" cy="324000"/>
          </a:xfrm>
          <a:prstGeom prst="rect">
            <a:avLst/>
          </a:prstGeom>
        </p:spPr>
        <p:txBody>
          <a:bodyPr>
            <a:noAutofit/>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800" b="1" baseline="0">
                <a:solidFill>
                  <a:schemeClr val="accent1"/>
                </a:solidFill>
              </a:defRPr>
            </a:lvl1pPr>
          </a:lstStyle>
          <a:p>
            <a:r>
              <a:rPr lang="en-US">
                <a:latin typeface="Calibri" panose="020F0502020204030204" pitchFamily="34" charset="0"/>
                <a:cs typeface="Calibri" panose="020F0502020204030204" pitchFamily="34" charset="0"/>
              </a:rPr>
              <a:t>Service Head – 16pt</a:t>
            </a:r>
          </a:p>
        </p:txBody>
      </p:sp>
      <p:sp>
        <p:nvSpPr>
          <p:cNvPr id="23" name="Text Placeholder 22">
            <a:extLst>
              <a:ext uri="{FF2B5EF4-FFF2-40B4-BE49-F238E27FC236}">
                <a16:creationId xmlns:a16="http://schemas.microsoft.com/office/drawing/2014/main" id="{405ECAA0-1B52-A543-AD64-F9B464146D52}"/>
              </a:ext>
            </a:extLst>
          </p:cNvPr>
          <p:cNvSpPr>
            <a:spLocks noGrp="1"/>
          </p:cNvSpPr>
          <p:nvPr>
            <p:ph type="body" sz="quarter" idx="40"/>
          </p:nvPr>
        </p:nvSpPr>
        <p:spPr>
          <a:xfrm>
            <a:off x="2314575" y="2299135"/>
            <a:ext cx="9585325" cy="591848"/>
          </a:xfrm>
        </p:spPr>
        <p:txBody>
          <a:bodyPr/>
          <a:lstStyle/>
          <a:p>
            <a:pPr lvl="0"/>
            <a:r>
              <a:rPr lang="en-US"/>
              <a:t>Click to edit Master text styles</a:t>
            </a:r>
          </a:p>
          <a:p>
            <a:pPr lvl="1"/>
            <a:r>
              <a:rPr lang="en-US"/>
              <a:t>Second level</a:t>
            </a:r>
          </a:p>
        </p:txBody>
      </p:sp>
      <p:sp>
        <p:nvSpPr>
          <p:cNvPr id="42" name="Picture Placeholder 4">
            <a:extLst>
              <a:ext uri="{FF2B5EF4-FFF2-40B4-BE49-F238E27FC236}">
                <a16:creationId xmlns:a16="http://schemas.microsoft.com/office/drawing/2014/main" id="{99F1E151-5A6B-8B4E-D1A6-F06B3C75F9E7}"/>
              </a:ext>
            </a:extLst>
          </p:cNvPr>
          <p:cNvSpPr>
            <a:spLocks noGrp="1"/>
          </p:cNvSpPr>
          <p:nvPr>
            <p:ph type="pic" sz="quarter" idx="41"/>
          </p:nvPr>
        </p:nvSpPr>
        <p:spPr>
          <a:xfrm>
            <a:off x="321677" y="3703264"/>
            <a:ext cx="1785291" cy="1785292"/>
          </a:xfrm>
          <a:custGeom>
            <a:avLst/>
            <a:gdLst>
              <a:gd name="connsiteX0" fmla="*/ 0 w 797001"/>
              <a:gd name="connsiteY0" fmla="*/ 0 h 797001"/>
              <a:gd name="connsiteX1" fmla="*/ 797001 w 797001"/>
              <a:gd name="connsiteY1" fmla="*/ 0 h 797001"/>
              <a:gd name="connsiteX2" fmla="*/ 797001 w 797001"/>
              <a:gd name="connsiteY2" fmla="*/ 797001 h 797001"/>
              <a:gd name="connsiteX3" fmla="*/ 0 w 797001"/>
              <a:gd name="connsiteY3" fmla="*/ 797001 h 797001"/>
              <a:gd name="connsiteX4" fmla="*/ 0 w 797001"/>
              <a:gd name="connsiteY4" fmla="*/ 0 h 797001"/>
              <a:gd name="connsiteX0" fmla="*/ 0 w 797001"/>
              <a:gd name="connsiteY0" fmla="*/ 350982 h 1147983"/>
              <a:gd name="connsiteX1" fmla="*/ 538383 w 797001"/>
              <a:gd name="connsiteY1" fmla="*/ 0 h 1147983"/>
              <a:gd name="connsiteX2" fmla="*/ 797001 w 797001"/>
              <a:gd name="connsiteY2" fmla="*/ 1147983 h 1147983"/>
              <a:gd name="connsiteX3" fmla="*/ 0 w 797001"/>
              <a:gd name="connsiteY3" fmla="*/ 1147983 h 1147983"/>
              <a:gd name="connsiteX4" fmla="*/ 0 w 797001"/>
              <a:gd name="connsiteY4" fmla="*/ 350982 h 1147983"/>
              <a:gd name="connsiteX0" fmla="*/ 0 w 1415837"/>
              <a:gd name="connsiteY0" fmla="*/ 350982 h 1147983"/>
              <a:gd name="connsiteX1" fmla="*/ 538383 w 1415837"/>
              <a:gd name="connsiteY1" fmla="*/ 0 h 1147983"/>
              <a:gd name="connsiteX2" fmla="*/ 1415837 w 1415837"/>
              <a:gd name="connsiteY2" fmla="*/ 889365 h 1147983"/>
              <a:gd name="connsiteX3" fmla="*/ 0 w 1415837"/>
              <a:gd name="connsiteY3" fmla="*/ 1147983 h 1147983"/>
              <a:gd name="connsiteX4" fmla="*/ 0 w 1415837"/>
              <a:gd name="connsiteY4" fmla="*/ 350982 h 1147983"/>
              <a:gd name="connsiteX0" fmla="*/ 0 w 1415837"/>
              <a:gd name="connsiteY0" fmla="*/ 350982 h 1785292"/>
              <a:gd name="connsiteX1" fmla="*/ 538383 w 1415837"/>
              <a:gd name="connsiteY1" fmla="*/ 0 h 1785292"/>
              <a:gd name="connsiteX2" fmla="*/ 1415837 w 1415837"/>
              <a:gd name="connsiteY2" fmla="*/ 889365 h 1785292"/>
              <a:gd name="connsiteX3" fmla="*/ 517236 w 1415837"/>
              <a:gd name="connsiteY3" fmla="*/ 1785292 h 1785292"/>
              <a:gd name="connsiteX4" fmla="*/ 0 w 1415837"/>
              <a:gd name="connsiteY4" fmla="*/ 350982 h 1785292"/>
              <a:gd name="connsiteX0" fmla="*/ 0 w 1785291"/>
              <a:gd name="connsiteY0" fmla="*/ 877455 h 1785292"/>
              <a:gd name="connsiteX1" fmla="*/ 907837 w 1785291"/>
              <a:gd name="connsiteY1" fmla="*/ 0 h 1785292"/>
              <a:gd name="connsiteX2" fmla="*/ 1785291 w 1785291"/>
              <a:gd name="connsiteY2" fmla="*/ 889365 h 1785292"/>
              <a:gd name="connsiteX3" fmla="*/ 886690 w 1785291"/>
              <a:gd name="connsiteY3" fmla="*/ 1785292 h 1785292"/>
              <a:gd name="connsiteX4" fmla="*/ 0 w 1785291"/>
              <a:gd name="connsiteY4" fmla="*/ 877455 h 17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291" h="1785292">
                <a:moveTo>
                  <a:pt x="0" y="877455"/>
                </a:moveTo>
                <a:lnTo>
                  <a:pt x="907837" y="0"/>
                </a:lnTo>
                <a:lnTo>
                  <a:pt x="1785291" y="889365"/>
                </a:lnTo>
                <a:lnTo>
                  <a:pt x="886690" y="1785292"/>
                </a:lnTo>
                <a:lnTo>
                  <a:pt x="0" y="877455"/>
                </a:lnTo>
                <a:close/>
              </a:path>
            </a:pathLst>
          </a:custGeom>
        </p:spPr>
        <p:txBody>
          <a:bodyPr/>
          <a:lstStyle>
            <a:lvl1pPr marL="0" indent="0">
              <a:buNone/>
              <a:defRPr sz="1000">
                <a:solidFill>
                  <a:schemeClr val="tx1"/>
                </a:solidFill>
              </a:defRPr>
            </a:lvl1pPr>
          </a:lstStyle>
          <a:p>
            <a:pPr algn="ctr"/>
            <a:r>
              <a:rPr lang="en-US" sz="1200">
                <a:solidFill>
                  <a:schemeClr val="bg1"/>
                </a:solidFill>
                <a:latin typeface="Calibri" panose="020F0502020204030204" pitchFamily="34" charset="0"/>
                <a:cs typeface="Calibri" panose="020F0502020204030204" pitchFamily="34" charset="0"/>
              </a:rPr>
              <a:t>Click icon to add picture</a:t>
            </a:r>
          </a:p>
        </p:txBody>
      </p:sp>
      <p:sp>
        <p:nvSpPr>
          <p:cNvPr id="43" name="Rectangle 42">
            <a:extLst>
              <a:ext uri="{FF2B5EF4-FFF2-40B4-BE49-F238E27FC236}">
                <a16:creationId xmlns:a16="http://schemas.microsoft.com/office/drawing/2014/main" id="{D3786E5D-A992-A199-9A49-C4A33E451BCC}"/>
              </a:ext>
            </a:extLst>
          </p:cNvPr>
          <p:cNvSpPr>
            <a:spLocks noChangeArrowheads="1"/>
          </p:cNvSpPr>
          <p:nvPr userDrawn="1"/>
        </p:nvSpPr>
        <p:spPr bwMode="auto">
          <a:xfrm rot="2700000">
            <a:off x="566107" y="3928537"/>
            <a:ext cx="1317182" cy="1323969"/>
          </a:xfrm>
          <a:prstGeom prst="rect">
            <a:avLst/>
          </a:prstGeom>
          <a:noFill/>
          <a:ln w="57150">
            <a:solidFill>
              <a:schemeClr val="accent3"/>
            </a:solid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44" name="Content Placeholder 6">
            <a:extLst>
              <a:ext uri="{FF2B5EF4-FFF2-40B4-BE49-F238E27FC236}">
                <a16:creationId xmlns:a16="http://schemas.microsoft.com/office/drawing/2014/main" id="{8B3E0096-A126-41F0-1F23-FC868BA1A602}"/>
              </a:ext>
            </a:extLst>
          </p:cNvPr>
          <p:cNvSpPr>
            <a:spLocks noGrp="1"/>
          </p:cNvSpPr>
          <p:nvPr>
            <p:ph sz="quarter" idx="42" hasCustomPrompt="1"/>
          </p:nvPr>
        </p:nvSpPr>
        <p:spPr>
          <a:xfrm>
            <a:off x="2313100" y="4083650"/>
            <a:ext cx="9586800" cy="324000"/>
          </a:xfrm>
          <a:prstGeom prst="rect">
            <a:avLst/>
          </a:prstGeom>
        </p:spPr>
        <p:txBody>
          <a:bodyPr>
            <a:noAutofit/>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800" b="1" baseline="0">
                <a:solidFill>
                  <a:schemeClr val="accent3"/>
                </a:solidFill>
              </a:defRPr>
            </a:lvl1pPr>
          </a:lstStyle>
          <a:p>
            <a:r>
              <a:rPr lang="en-US">
                <a:latin typeface="Calibri" panose="020F0502020204030204" pitchFamily="34" charset="0"/>
                <a:cs typeface="Calibri" panose="020F0502020204030204" pitchFamily="34" charset="0"/>
              </a:rPr>
              <a:t>Service Head – 16pt</a:t>
            </a:r>
          </a:p>
        </p:txBody>
      </p:sp>
      <p:sp>
        <p:nvSpPr>
          <p:cNvPr id="45" name="Text Placeholder 22">
            <a:extLst>
              <a:ext uri="{FF2B5EF4-FFF2-40B4-BE49-F238E27FC236}">
                <a16:creationId xmlns:a16="http://schemas.microsoft.com/office/drawing/2014/main" id="{7F1D9B6F-E3D9-FD0A-4B80-CAA22FC2DF16}"/>
              </a:ext>
            </a:extLst>
          </p:cNvPr>
          <p:cNvSpPr>
            <a:spLocks noGrp="1"/>
          </p:cNvSpPr>
          <p:nvPr>
            <p:ph type="body" sz="quarter" idx="43"/>
          </p:nvPr>
        </p:nvSpPr>
        <p:spPr>
          <a:xfrm>
            <a:off x="2312876" y="4490307"/>
            <a:ext cx="9585325" cy="591848"/>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3758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300"/>
                                  </p:stCondLst>
                                  <p:childTnLst>
                                    <p:set>
                                      <p:cBhvr>
                                        <p:cTn id="6" dur="1" fill="hold">
                                          <p:stCondLst>
                                            <p:cond delay="0"/>
                                          </p:stCondLst>
                                        </p:cTn>
                                        <p:tgtEl>
                                          <p:spTgt spid="15"/>
                                        </p:tgtEl>
                                        <p:attrNameLst>
                                          <p:attrName>style.visibility</p:attrName>
                                        </p:attrNameLst>
                                      </p:cBhvr>
                                      <p:to>
                                        <p:strVal val="visible"/>
                                      </p:to>
                                    </p:set>
                                    <p:anim calcmode="lin" valueType="num">
                                      <p:cBhvr>
                                        <p:cTn id="7" dur="800" fill="hold"/>
                                        <p:tgtEl>
                                          <p:spTgt spid="15"/>
                                        </p:tgtEl>
                                        <p:attrNameLst>
                                          <p:attrName>ppt_w</p:attrName>
                                        </p:attrNameLst>
                                      </p:cBhvr>
                                      <p:tavLst>
                                        <p:tav tm="0">
                                          <p:val>
                                            <p:fltVal val="0"/>
                                          </p:val>
                                        </p:tav>
                                        <p:tav tm="100000">
                                          <p:val>
                                            <p:strVal val="#ppt_w"/>
                                          </p:val>
                                        </p:tav>
                                      </p:tavLst>
                                    </p:anim>
                                    <p:anim calcmode="lin" valueType="num">
                                      <p:cBhvr>
                                        <p:cTn id="8" dur="800" fill="hold"/>
                                        <p:tgtEl>
                                          <p:spTgt spid="15"/>
                                        </p:tgtEl>
                                        <p:attrNameLst>
                                          <p:attrName>ppt_h</p:attrName>
                                        </p:attrNameLst>
                                      </p:cBhvr>
                                      <p:tavLst>
                                        <p:tav tm="0">
                                          <p:val>
                                            <p:fltVal val="0"/>
                                          </p:val>
                                        </p:tav>
                                        <p:tav tm="100000">
                                          <p:val>
                                            <p:strVal val="#ppt_h"/>
                                          </p:val>
                                        </p:tav>
                                      </p:tavLst>
                                    </p:anim>
                                    <p:animEffect transition="in" filter="fade">
                                      <p:cBhvr>
                                        <p:cTn id="9" dur="800"/>
                                        <p:tgtEl>
                                          <p:spTgt spid="15"/>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43"/>
                                        </p:tgtEl>
                                        <p:attrNameLst>
                                          <p:attrName>style.visibility</p:attrName>
                                        </p:attrNameLst>
                                      </p:cBhvr>
                                      <p:to>
                                        <p:strVal val="visible"/>
                                      </p:to>
                                    </p:set>
                                    <p:anim calcmode="lin" valueType="num">
                                      <p:cBhvr>
                                        <p:cTn id="12" dur="800" fill="hold"/>
                                        <p:tgtEl>
                                          <p:spTgt spid="43"/>
                                        </p:tgtEl>
                                        <p:attrNameLst>
                                          <p:attrName>ppt_w</p:attrName>
                                        </p:attrNameLst>
                                      </p:cBhvr>
                                      <p:tavLst>
                                        <p:tav tm="0">
                                          <p:val>
                                            <p:fltVal val="0"/>
                                          </p:val>
                                        </p:tav>
                                        <p:tav tm="100000">
                                          <p:val>
                                            <p:strVal val="#ppt_w"/>
                                          </p:val>
                                        </p:tav>
                                      </p:tavLst>
                                    </p:anim>
                                    <p:anim calcmode="lin" valueType="num">
                                      <p:cBhvr>
                                        <p:cTn id="13" dur="800" fill="hold"/>
                                        <p:tgtEl>
                                          <p:spTgt spid="43"/>
                                        </p:tgtEl>
                                        <p:attrNameLst>
                                          <p:attrName>ppt_h</p:attrName>
                                        </p:attrNameLst>
                                      </p:cBhvr>
                                      <p:tavLst>
                                        <p:tav tm="0">
                                          <p:val>
                                            <p:fltVal val="0"/>
                                          </p:val>
                                        </p:tav>
                                        <p:tav tm="100000">
                                          <p:val>
                                            <p:strVal val="#ppt_h"/>
                                          </p:val>
                                        </p:tav>
                                      </p:tavLst>
                                    </p:anim>
                                    <p:animEffect transition="in" filter="fade">
                                      <p:cBhvr>
                                        <p:cTn id="14"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3"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3" name="Text Placeholder 10">
            <a:extLst>
              <a:ext uri="{FF2B5EF4-FFF2-40B4-BE49-F238E27FC236}">
                <a16:creationId xmlns:a16="http://schemas.microsoft.com/office/drawing/2014/main" id="{C5AEE9BA-E5A5-BF57-5EEC-88AD56D005EB}"/>
              </a:ext>
            </a:extLst>
          </p:cNvPr>
          <p:cNvSpPr>
            <a:spLocks noGrp="1"/>
          </p:cNvSpPr>
          <p:nvPr>
            <p:ph type="body" sz="quarter" idx="14" hasCustomPrompt="1"/>
          </p:nvPr>
        </p:nvSpPr>
        <p:spPr>
          <a:xfrm>
            <a:off x="547217"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cxnSp>
        <p:nvCxnSpPr>
          <p:cNvPr id="6" name="Straight Connector 5">
            <a:extLst>
              <a:ext uri="{FF2B5EF4-FFF2-40B4-BE49-F238E27FC236}">
                <a16:creationId xmlns:a16="http://schemas.microsoft.com/office/drawing/2014/main" id="{DC6C0FBC-5866-C800-915A-A20C591657E5}"/>
              </a:ext>
            </a:extLst>
          </p:cNvPr>
          <p:cNvCxnSpPr>
            <a:cxnSpLocks/>
          </p:cNvCxnSpPr>
          <p:nvPr userDrawn="1"/>
        </p:nvCxnSpPr>
        <p:spPr>
          <a:xfrm>
            <a:off x="285600" y="3429000"/>
            <a:ext cx="1162080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8" name="Isosceles Triangle 7">
            <a:extLst>
              <a:ext uri="{FF2B5EF4-FFF2-40B4-BE49-F238E27FC236}">
                <a16:creationId xmlns:a16="http://schemas.microsoft.com/office/drawing/2014/main" id="{4D1A5159-0972-16B1-C16F-302681580D86}"/>
              </a:ext>
            </a:extLst>
          </p:cNvPr>
          <p:cNvSpPr/>
          <p:nvPr userDrawn="1"/>
        </p:nvSpPr>
        <p:spPr>
          <a:xfrm flipV="1">
            <a:off x="706381"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9BE390EC-ABD4-1D12-73FE-98F29BCEE192}"/>
              </a:ext>
            </a:extLst>
          </p:cNvPr>
          <p:cNvCxnSpPr>
            <a:cxnSpLocks/>
          </p:cNvCxnSpPr>
          <p:nvPr userDrawn="1"/>
        </p:nvCxnSpPr>
        <p:spPr>
          <a:xfrm>
            <a:off x="817217"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0">
            <a:extLst>
              <a:ext uri="{FF2B5EF4-FFF2-40B4-BE49-F238E27FC236}">
                <a16:creationId xmlns:a16="http://schemas.microsoft.com/office/drawing/2014/main" id="{8BB4425A-A01C-B160-3215-A1DD7E347878}"/>
              </a:ext>
            </a:extLst>
          </p:cNvPr>
          <p:cNvSpPr>
            <a:spLocks noGrp="1"/>
          </p:cNvSpPr>
          <p:nvPr>
            <p:ph type="body" sz="quarter" idx="18"/>
          </p:nvPr>
        </p:nvSpPr>
        <p:spPr>
          <a:xfrm>
            <a:off x="285600"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7" name="Text Placeholder 10">
            <a:extLst>
              <a:ext uri="{FF2B5EF4-FFF2-40B4-BE49-F238E27FC236}">
                <a16:creationId xmlns:a16="http://schemas.microsoft.com/office/drawing/2014/main" id="{B7B225F7-41D4-6CCA-18EB-3B91D3496CC6}"/>
              </a:ext>
            </a:extLst>
          </p:cNvPr>
          <p:cNvSpPr>
            <a:spLocks noGrp="1"/>
          </p:cNvSpPr>
          <p:nvPr>
            <p:ph type="body" sz="quarter" idx="19" hasCustomPrompt="1"/>
          </p:nvPr>
        </p:nvSpPr>
        <p:spPr>
          <a:xfrm>
            <a:off x="1909579"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8" name="Isosceles Triangle 17">
            <a:extLst>
              <a:ext uri="{FF2B5EF4-FFF2-40B4-BE49-F238E27FC236}">
                <a16:creationId xmlns:a16="http://schemas.microsoft.com/office/drawing/2014/main" id="{B6507C9E-0611-D00A-EDD1-B80CF6CCD6F0}"/>
              </a:ext>
            </a:extLst>
          </p:cNvPr>
          <p:cNvSpPr/>
          <p:nvPr userDrawn="1"/>
        </p:nvSpPr>
        <p:spPr>
          <a:xfrm flipV="1">
            <a:off x="2068743"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id="{F68A8EFF-4D9C-142F-BCB3-CC8EF4E87589}"/>
              </a:ext>
            </a:extLst>
          </p:cNvPr>
          <p:cNvCxnSpPr>
            <a:cxnSpLocks/>
          </p:cNvCxnSpPr>
          <p:nvPr userDrawn="1"/>
        </p:nvCxnSpPr>
        <p:spPr>
          <a:xfrm>
            <a:off x="2179579"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0">
            <a:extLst>
              <a:ext uri="{FF2B5EF4-FFF2-40B4-BE49-F238E27FC236}">
                <a16:creationId xmlns:a16="http://schemas.microsoft.com/office/drawing/2014/main" id="{7C7C8137-FC7F-B794-0D67-9463F2682484}"/>
              </a:ext>
            </a:extLst>
          </p:cNvPr>
          <p:cNvSpPr>
            <a:spLocks noGrp="1"/>
          </p:cNvSpPr>
          <p:nvPr>
            <p:ph type="body" sz="quarter" idx="20"/>
          </p:nvPr>
        </p:nvSpPr>
        <p:spPr>
          <a:xfrm>
            <a:off x="1647962"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22" name="Text Placeholder 10">
            <a:extLst>
              <a:ext uri="{FF2B5EF4-FFF2-40B4-BE49-F238E27FC236}">
                <a16:creationId xmlns:a16="http://schemas.microsoft.com/office/drawing/2014/main" id="{A74AD73A-1438-F92C-EEC6-4523F19C8565}"/>
              </a:ext>
            </a:extLst>
          </p:cNvPr>
          <p:cNvSpPr>
            <a:spLocks noGrp="1"/>
          </p:cNvSpPr>
          <p:nvPr>
            <p:ph type="body" sz="quarter" idx="21" hasCustomPrompt="1"/>
          </p:nvPr>
        </p:nvSpPr>
        <p:spPr>
          <a:xfrm>
            <a:off x="3263557"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23" name="Isosceles Triangle 22">
            <a:extLst>
              <a:ext uri="{FF2B5EF4-FFF2-40B4-BE49-F238E27FC236}">
                <a16:creationId xmlns:a16="http://schemas.microsoft.com/office/drawing/2014/main" id="{5CE6823F-E2C1-785A-8C1A-ED038569ACBC}"/>
              </a:ext>
            </a:extLst>
          </p:cNvPr>
          <p:cNvSpPr/>
          <p:nvPr userDrawn="1"/>
        </p:nvSpPr>
        <p:spPr>
          <a:xfrm flipV="1">
            <a:off x="3422721"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Connector 23">
            <a:extLst>
              <a:ext uri="{FF2B5EF4-FFF2-40B4-BE49-F238E27FC236}">
                <a16:creationId xmlns:a16="http://schemas.microsoft.com/office/drawing/2014/main" id="{F0625E44-2C12-A475-2285-1B69CE062A6F}"/>
              </a:ext>
            </a:extLst>
          </p:cNvPr>
          <p:cNvCxnSpPr>
            <a:cxnSpLocks/>
          </p:cNvCxnSpPr>
          <p:nvPr userDrawn="1"/>
        </p:nvCxnSpPr>
        <p:spPr>
          <a:xfrm>
            <a:off x="3533557"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5" name="Text Placeholder 10">
            <a:extLst>
              <a:ext uri="{FF2B5EF4-FFF2-40B4-BE49-F238E27FC236}">
                <a16:creationId xmlns:a16="http://schemas.microsoft.com/office/drawing/2014/main" id="{2CD2622E-F526-8AC6-4E8D-E3C217F3415A}"/>
              </a:ext>
            </a:extLst>
          </p:cNvPr>
          <p:cNvSpPr>
            <a:spLocks noGrp="1"/>
          </p:cNvSpPr>
          <p:nvPr>
            <p:ph type="body" sz="quarter" idx="22"/>
          </p:nvPr>
        </p:nvSpPr>
        <p:spPr>
          <a:xfrm>
            <a:off x="3001940"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26" name="Text Placeholder 10">
            <a:extLst>
              <a:ext uri="{FF2B5EF4-FFF2-40B4-BE49-F238E27FC236}">
                <a16:creationId xmlns:a16="http://schemas.microsoft.com/office/drawing/2014/main" id="{D1E1A5C9-5CF3-354C-7CBE-3984B1E7942C}"/>
              </a:ext>
            </a:extLst>
          </p:cNvPr>
          <p:cNvSpPr>
            <a:spLocks noGrp="1"/>
          </p:cNvSpPr>
          <p:nvPr>
            <p:ph type="body" sz="quarter" idx="23" hasCustomPrompt="1"/>
          </p:nvPr>
        </p:nvSpPr>
        <p:spPr>
          <a:xfrm>
            <a:off x="461753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27" name="Isosceles Triangle 26">
            <a:extLst>
              <a:ext uri="{FF2B5EF4-FFF2-40B4-BE49-F238E27FC236}">
                <a16:creationId xmlns:a16="http://schemas.microsoft.com/office/drawing/2014/main" id="{2760E2C5-7D5E-3552-2AEE-8B6F0886D81E}"/>
              </a:ext>
            </a:extLst>
          </p:cNvPr>
          <p:cNvSpPr/>
          <p:nvPr userDrawn="1"/>
        </p:nvSpPr>
        <p:spPr>
          <a:xfrm flipV="1">
            <a:off x="477669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Connector 27">
            <a:extLst>
              <a:ext uri="{FF2B5EF4-FFF2-40B4-BE49-F238E27FC236}">
                <a16:creationId xmlns:a16="http://schemas.microsoft.com/office/drawing/2014/main" id="{4546E649-D5F5-FEB8-0A06-9AF2D5EF3220}"/>
              </a:ext>
            </a:extLst>
          </p:cNvPr>
          <p:cNvCxnSpPr>
            <a:cxnSpLocks/>
          </p:cNvCxnSpPr>
          <p:nvPr userDrawn="1"/>
        </p:nvCxnSpPr>
        <p:spPr>
          <a:xfrm>
            <a:off x="488753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9" name="Text Placeholder 10">
            <a:extLst>
              <a:ext uri="{FF2B5EF4-FFF2-40B4-BE49-F238E27FC236}">
                <a16:creationId xmlns:a16="http://schemas.microsoft.com/office/drawing/2014/main" id="{813E34DF-5486-AFC7-4079-5EAB52EF52DD}"/>
              </a:ext>
            </a:extLst>
          </p:cNvPr>
          <p:cNvSpPr>
            <a:spLocks noGrp="1"/>
          </p:cNvSpPr>
          <p:nvPr>
            <p:ph type="body" sz="quarter" idx="24"/>
          </p:nvPr>
        </p:nvSpPr>
        <p:spPr>
          <a:xfrm>
            <a:off x="435591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0" name="Text Placeholder 10">
            <a:extLst>
              <a:ext uri="{FF2B5EF4-FFF2-40B4-BE49-F238E27FC236}">
                <a16:creationId xmlns:a16="http://schemas.microsoft.com/office/drawing/2014/main" id="{D49CACDD-ECEB-0194-58AC-A932AF763ACE}"/>
              </a:ext>
            </a:extLst>
          </p:cNvPr>
          <p:cNvSpPr>
            <a:spLocks noGrp="1"/>
          </p:cNvSpPr>
          <p:nvPr>
            <p:ph type="body" sz="quarter" idx="25" hasCustomPrompt="1"/>
          </p:nvPr>
        </p:nvSpPr>
        <p:spPr>
          <a:xfrm>
            <a:off x="597633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1" name="Isosceles Triangle 30">
            <a:extLst>
              <a:ext uri="{FF2B5EF4-FFF2-40B4-BE49-F238E27FC236}">
                <a16:creationId xmlns:a16="http://schemas.microsoft.com/office/drawing/2014/main" id="{C087F2D7-E365-5EF7-2261-0845E2FABF54}"/>
              </a:ext>
            </a:extLst>
          </p:cNvPr>
          <p:cNvSpPr/>
          <p:nvPr userDrawn="1"/>
        </p:nvSpPr>
        <p:spPr>
          <a:xfrm flipV="1">
            <a:off x="613549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Connector 31">
            <a:extLst>
              <a:ext uri="{FF2B5EF4-FFF2-40B4-BE49-F238E27FC236}">
                <a16:creationId xmlns:a16="http://schemas.microsoft.com/office/drawing/2014/main" id="{18673A54-6734-E232-C6CD-F644FC5D2BBA}"/>
              </a:ext>
            </a:extLst>
          </p:cNvPr>
          <p:cNvCxnSpPr>
            <a:cxnSpLocks/>
          </p:cNvCxnSpPr>
          <p:nvPr userDrawn="1"/>
        </p:nvCxnSpPr>
        <p:spPr>
          <a:xfrm>
            <a:off x="624633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3" name="Text Placeholder 10">
            <a:extLst>
              <a:ext uri="{FF2B5EF4-FFF2-40B4-BE49-F238E27FC236}">
                <a16:creationId xmlns:a16="http://schemas.microsoft.com/office/drawing/2014/main" id="{6BF4B3CC-175B-4779-9B74-7D3C7CA5D40B}"/>
              </a:ext>
            </a:extLst>
          </p:cNvPr>
          <p:cNvSpPr>
            <a:spLocks noGrp="1"/>
          </p:cNvSpPr>
          <p:nvPr>
            <p:ph type="body" sz="quarter" idx="26"/>
          </p:nvPr>
        </p:nvSpPr>
        <p:spPr>
          <a:xfrm>
            <a:off x="571471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4" name="Text Placeholder 10">
            <a:extLst>
              <a:ext uri="{FF2B5EF4-FFF2-40B4-BE49-F238E27FC236}">
                <a16:creationId xmlns:a16="http://schemas.microsoft.com/office/drawing/2014/main" id="{EE7B4D4F-3B7C-0278-DF14-925EE3CD8E1A}"/>
              </a:ext>
            </a:extLst>
          </p:cNvPr>
          <p:cNvSpPr>
            <a:spLocks noGrp="1"/>
          </p:cNvSpPr>
          <p:nvPr>
            <p:ph type="body" sz="quarter" idx="27" hasCustomPrompt="1"/>
          </p:nvPr>
        </p:nvSpPr>
        <p:spPr>
          <a:xfrm>
            <a:off x="7328819" y="457992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5" name="Isosceles Triangle 34">
            <a:extLst>
              <a:ext uri="{FF2B5EF4-FFF2-40B4-BE49-F238E27FC236}">
                <a16:creationId xmlns:a16="http://schemas.microsoft.com/office/drawing/2014/main" id="{8AB2A12A-7345-0063-4373-4C06FCB606A7}"/>
              </a:ext>
            </a:extLst>
          </p:cNvPr>
          <p:cNvSpPr/>
          <p:nvPr userDrawn="1"/>
        </p:nvSpPr>
        <p:spPr>
          <a:xfrm flipV="1">
            <a:off x="7487983" y="3436043"/>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Connector 35">
            <a:extLst>
              <a:ext uri="{FF2B5EF4-FFF2-40B4-BE49-F238E27FC236}">
                <a16:creationId xmlns:a16="http://schemas.microsoft.com/office/drawing/2014/main" id="{7DC612DA-77FC-631C-AF6A-F024453D9257}"/>
              </a:ext>
            </a:extLst>
          </p:cNvPr>
          <p:cNvCxnSpPr>
            <a:cxnSpLocks/>
          </p:cNvCxnSpPr>
          <p:nvPr userDrawn="1"/>
        </p:nvCxnSpPr>
        <p:spPr>
          <a:xfrm>
            <a:off x="7598819" y="3616043"/>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7" name="Text Placeholder 10">
            <a:extLst>
              <a:ext uri="{FF2B5EF4-FFF2-40B4-BE49-F238E27FC236}">
                <a16:creationId xmlns:a16="http://schemas.microsoft.com/office/drawing/2014/main" id="{897076A0-08FB-518C-4315-735ECE1A7AA4}"/>
              </a:ext>
            </a:extLst>
          </p:cNvPr>
          <p:cNvSpPr>
            <a:spLocks noGrp="1"/>
          </p:cNvSpPr>
          <p:nvPr>
            <p:ph type="body" sz="quarter" idx="28"/>
          </p:nvPr>
        </p:nvSpPr>
        <p:spPr>
          <a:xfrm>
            <a:off x="7067202" y="4873898"/>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8" name="Text Placeholder 10">
            <a:extLst>
              <a:ext uri="{FF2B5EF4-FFF2-40B4-BE49-F238E27FC236}">
                <a16:creationId xmlns:a16="http://schemas.microsoft.com/office/drawing/2014/main" id="{EE7A927F-73DE-3BC3-1C97-6341E9FDD9DF}"/>
              </a:ext>
            </a:extLst>
          </p:cNvPr>
          <p:cNvSpPr>
            <a:spLocks noGrp="1"/>
          </p:cNvSpPr>
          <p:nvPr>
            <p:ph type="body" sz="quarter" idx="29" hasCustomPrompt="1"/>
          </p:nvPr>
        </p:nvSpPr>
        <p:spPr>
          <a:xfrm>
            <a:off x="8681302"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9" name="Isosceles Triangle 38">
            <a:extLst>
              <a:ext uri="{FF2B5EF4-FFF2-40B4-BE49-F238E27FC236}">
                <a16:creationId xmlns:a16="http://schemas.microsoft.com/office/drawing/2014/main" id="{16F49B28-9867-BA85-5751-308F795F4B96}"/>
              </a:ext>
            </a:extLst>
          </p:cNvPr>
          <p:cNvSpPr/>
          <p:nvPr userDrawn="1"/>
        </p:nvSpPr>
        <p:spPr>
          <a:xfrm flipV="1">
            <a:off x="8840466"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E751E838-0384-C52F-11E2-E3211D502B97}"/>
              </a:ext>
            </a:extLst>
          </p:cNvPr>
          <p:cNvCxnSpPr>
            <a:cxnSpLocks/>
          </p:cNvCxnSpPr>
          <p:nvPr userDrawn="1"/>
        </p:nvCxnSpPr>
        <p:spPr>
          <a:xfrm>
            <a:off x="8951302"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1" name="Text Placeholder 10">
            <a:extLst>
              <a:ext uri="{FF2B5EF4-FFF2-40B4-BE49-F238E27FC236}">
                <a16:creationId xmlns:a16="http://schemas.microsoft.com/office/drawing/2014/main" id="{C25285DA-6B5B-347F-AA97-0122CDE025FE}"/>
              </a:ext>
            </a:extLst>
          </p:cNvPr>
          <p:cNvSpPr>
            <a:spLocks noGrp="1"/>
          </p:cNvSpPr>
          <p:nvPr>
            <p:ph type="body" sz="quarter" idx="30"/>
          </p:nvPr>
        </p:nvSpPr>
        <p:spPr>
          <a:xfrm>
            <a:off x="8419685"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42" name="Text Placeholder 10">
            <a:extLst>
              <a:ext uri="{FF2B5EF4-FFF2-40B4-BE49-F238E27FC236}">
                <a16:creationId xmlns:a16="http://schemas.microsoft.com/office/drawing/2014/main" id="{D0C3CD17-538A-0072-C419-D39FD6A660E2}"/>
              </a:ext>
            </a:extLst>
          </p:cNvPr>
          <p:cNvSpPr>
            <a:spLocks noGrp="1"/>
          </p:cNvSpPr>
          <p:nvPr>
            <p:ph type="body" sz="quarter" idx="31" hasCustomPrompt="1"/>
          </p:nvPr>
        </p:nvSpPr>
        <p:spPr>
          <a:xfrm>
            <a:off x="1003378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43" name="Isosceles Triangle 42">
            <a:extLst>
              <a:ext uri="{FF2B5EF4-FFF2-40B4-BE49-F238E27FC236}">
                <a16:creationId xmlns:a16="http://schemas.microsoft.com/office/drawing/2014/main" id="{200A73C6-D768-FE79-E4D8-8CEEB54EAEA6}"/>
              </a:ext>
            </a:extLst>
          </p:cNvPr>
          <p:cNvSpPr/>
          <p:nvPr userDrawn="1"/>
        </p:nvSpPr>
        <p:spPr>
          <a:xfrm flipV="1">
            <a:off x="1019294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Connector 43">
            <a:extLst>
              <a:ext uri="{FF2B5EF4-FFF2-40B4-BE49-F238E27FC236}">
                <a16:creationId xmlns:a16="http://schemas.microsoft.com/office/drawing/2014/main" id="{C18D01FF-B288-A30F-5166-8614DC37238C}"/>
              </a:ext>
            </a:extLst>
          </p:cNvPr>
          <p:cNvCxnSpPr>
            <a:cxnSpLocks/>
          </p:cNvCxnSpPr>
          <p:nvPr userDrawn="1"/>
        </p:nvCxnSpPr>
        <p:spPr>
          <a:xfrm>
            <a:off x="1030378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5" name="Text Placeholder 10">
            <a:extLst>
              <a:ext uri="{FF2B5EF4-FFF2-40B4-BE49-F238E27FC236}">
                <a16:creationId xmlns:a16="http://schemas.microsoft.com/office/drawing/2014/main" id="{894429A9-45A3-B455-09B2-95A3B7DC15E7}"/>
              </a:ext>
            </a:extLst>
          </p:cNvPr>
          <p:cNvSpPr>
            <a:spLocks noGrp="1"/>
          </p:cNvSpPr>
          <p:nvPr>
            <p:ph type="body" sz="quarter" idx="32"/>
          </p:nvPr>
        </p:nvSpPr>
        <p:spPr>
          <a:xfrm>
            <a:off x="977216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46" name="Text Placeholder 10">
            <a:extLst>
              <a:ext uri="{FF2B5EF4-FFF2-40B4-BE49-F238E27FC236}">
                <a16:creationId xmlns:a16="http://schemas.microsoft.com/office/drawing/2014/main" id="{9FB28FDC-5BE5-6E03-1D4A-B4DC099DEAE1}"/>
              </a:ext>
            </a:extLst>
          </p:cNvPr>
          <p:cNvSpPr>
            <a:spLocks noGrp="1"/>
          </p:cNvSpPr>
          <p:nvPr>
            <p:ph type="body" sz="quarter" idx="33" hasCustomPrompt="1"/>
          </p:nvPr>
        </p:nvSpPr>
        <p:spPr>
          <a:xfrm>
            <a:off x="1228163" y="208564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47" name="Isosceles Triangle 46">
            <a:extLst>
              <a:ext uri="{FF2B5EF4-FFF2-40B4-BE49-F238E27FC236}">
                <a16:creationId xmlns:a16="http://schemas.microsoft.com/office/drawing/2014/main" id="{C76067D5-3D50-25D6-5FEF-DBDCD54E410C}"/>
              </a:ext>
            </a:extLst>
          </p:cNvPr>
          <p:cNvSpPr/>
          <p:nvPr userDrawn="1"/>
        </p:nvSpPr>
        <p:spPr>
          <a:xfrm>
            <a:off x="1387562" y="324810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Connector 47">
            <a:extLst>
              <a:ext uri="{FF2B5EF4-FFF2-40B4-BE49-F238E27FC236}">
                <a16:creationId xmlns:a16="http://schemas.microsoft.com/office/drawing/2014/main" id="{1BE05D12-4EDA-B7E3-2E6F-B541BD4F52A4}"/>
              </a:ext>
            </a:extLst>
          </p:cNvPr>
          <p:cNvCxnSpPr>
            <a:cxnSpLocks/>
          </p:cNvCxnSpPr>
          <p:nvPr userDrawn="1"/>
        </p:nvCxnSpPr>
        <p:spPr>
          <a:xfrm>
            <a:off x="1498163" y="239044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9" name="Text Placeholder 10">
            <a:extLst>
              <a:ext uri="{FF2B5EF4-FFF2-40B4-BE49-F238E27FC236}">
                <a16:creationId xmlns:a16="http://schemas.microsoft.com/office/drawing/2014/main" id="{1B1AACE0-A334-238B-EB7F-644BFC0B96B6}"/>
              </a:ext>
            </a:extLst>
          </p:cNvPr>
          <p:cNvSpPr>
            <a:spLocks noGrp="1"/>
          </p:cNvSpPr>
          <p:nvPr>
            <p:ph type="body" sz="quarter" idx="34"/>
          </p:nvPr>
        </p:nvSpPr>
        <p:spPr>
          <a:xfrm>
            <a:off x="966546" y="1515266"/>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0" name="Text Placeholder 10">
            <a:extLst>
              <a:ext uri="{FF2B5EF4-FFF2-40B4-BE49-F238E27FC236}">
                <a16:creationId xmlns:a16="http://schemas.microsoft.com/office/drawing/2014/main" id="{8899BF72-5867-3A9E-F025-2F967E308E76}"/>
              </a:ext>
            </a:extLst>
          </p:cNvPr>
          <p:cNvSpPr>
            <a:spLocks noGrp="1"/>
          </p:cNvSpPr>
          <p:nvPr>
            <p:ph type="body" sz="quarter" idx="35" hasCustomPrompt="1"/>
          </p:nvPr>
        </p:nvSpPr>
        <p:spPr>
          <a:xfrm>
            <a:off x="2551797" y="2088456"/>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1" name="Isosceles Triangle 50">
            <a:extLst>
              <a:ext uri="{FF2B5EF4-FFF2-40B4-BE49-F238E27FC236}">
                <a16:creationId xmlns:a16="http://schemas.microsoft.com/office/drawing/2014/main" id="{DA75C5D6-49F7-9E0D-48FC-B8A5665BD7D1}"/>
              </a:ext>
            </a:extLst>
          </p:cNvPr>
          <p:cNvSpPr/>
          <p:nvPr userDrawn="1"/>
        </p:nvSpPr>
        <p:spPr>
          <a:xfrm>
            <a:off x="2711196" y="3250919"/>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2" name="Straight Connector 51">
            <a:extLst>
              <a:ext uri="{FF2B5EF4-FFF2-40B4-BE49-F238E27FC236}">
                <a16:creationId xmlns:a16="http://schemas.microsoft.com/office/drawing/2014/main" id="{07E8F245-65B5-429F-0CB8-DDC797AAE13C}"/>
              </a:ext>
            </a:extLst>
          </p:cNvPr>
          <p:cNvCxnSpPr>
            <a:cxnSpLocks/>
          </p:cNvCxnSpPr>
          <p:nvPr userDrawn="1"/>
        </p:nvCxnSpPr>
        <p:spPr>
          <a:xfrm>
            <a:off x="2821797" y="2393259"/>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3" name="Text Placeholder 10">
            <a:extLst>
              <a:ext uri="{FF2B5EF4-FFF2-40B4-BE49-F238E27FC236}">
                <a16:creationId xmlns:a16="http://schemas.microsoft.com/office/drawing/2014/main" id="{7F2B87E2-A42C-EC5A-D616-A5EEC1736F16}"/>
              </a:ext>
            </a:extLst>
          </p:cNvPr>
          <p:cNvSpPr>
            <a:spLocks noGrp="1"/>
          </p:cNvSpPr>
          <p:nvPr>
            <p:ph type="body" sz="quarter" idx="36"/>
          </p:nvPr>
        </p:nvSpPr>
        <p:spPr>
          <a:xfrm>
            <a:off x="2290180" y="151808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4" name="Text Placeholder 10">
            <a:extLst>
              <a:ext uri="{FF2B5EF4-FFF2-40B4-BE49-F238E27FC236}">
                <a16:creationId xmlns:a16="http://schemas.microsoft.com/office/drawing/2014/main" id="{5AE3EE24-A45B-B660-3E5B-6D5B1C76F071}"/>
              </a:ext>
            </a:extLst>
          </p:cNvPr>
          <p:cNvSpPr>
            <a:spLocks noGrp="1"/>
          </p:cNvSpPr>
          <p:nvPr>
            <p:ph type="body" sz="quarter" idx="37" hasCustomPrompt="1"/>
          </p:nvPr>
        </p:nvSpPr>
        <p:spPr>
          <a:xfrm>
            <a:off x="3905775" y="208465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5" name="Isosceles Triangle 54">
            <a:extLst>
              <a:ext uri="{FF2B5EF4-FFF2-40B4-BE49-F238E27FC236}">
                <a16:creationId xmlns:a16="http://schemas.microsoft.com/office/drawing/2014/main" id="{7304DF55-D37D-DC7C-DB75-27BC50136E5A}"/>
              </a:ext>
            </a:extLst>
          </p:cNvPr>
          <p:cNvSpPr/>
          <p:nvPr userDrawn="1"/>
        </p:nvSpPr>
        <p:spPr>
          <a:xfrm>
            <a:off x="4065174" y="324711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6" name="Straight Connector 55">
            <a:extLst>
              <a:ext uri="{FF2B5EF4-FFF2-40B4-BE49-F238E27FC236}">
                <a16:creationId xmlns:a16="http://schemas.microsoft.com/office/drawing/2014/main" id="{6A6D2C3D-CE99-4494-C4D6-DDAD009A314B}"/>
              </a:ext>
            </a:extLst>
          </p:cNvPr>
          <p:cNvCxnSpPr>
            <a:cxnSpLocks/>
          </p:cNvCxnSpPr>
          <p:nvPr userDrawn="1"/>
        </p:nvCxnSpPr>
        <p:spPr>
          <a:xfrm>
            <a:off x="4175775" y="238945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7" name="Text Placeholder 10">
            <a:extLst>
              <a:ext uri="{FF2B5EF4-FFF2-40B4-BE49-F238E27FC236}">
                <a16:creationId xmlns:a16="http://schemas.microsoft.com/office/drawing/2014/main" id="{0091FE0F-95C7-721C-A254-DE5362AB2572}"/>
              </a:ext>
            </a:extLst>
          </p:cNvPr>
          <p:cNvSpPr>
            <a:spLocks noGrp="1"/>
          </p:cNvSpPr>
          <p:nvPr>
            <p:ph type="body" sz="quarter" idx="38"/>
          </p:nvPr>
        </p:nvSpPr>
        <p:spPr>
          <a:xfrm>
            <a:off x="3644158" y="1514276"/>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8" name="Text Placeholder 10">
            <a:extLst>
              <a:ext uri="{FF2B5EF4-FFF2-40B4-BE49-F238E27FC236}">
                <a16:creationId xmlns:a16="http://schemas.microsoft.com/office/drawing/2014/main" id="{7F69A29D-8C39-468B-D6A3-4286CA002360}"/>
              </a:ext>
            </a:extLst>
          </p:cNvPr>
          <p:cNvSpPr>
            <a:spLocks noGrp="1"/>
          </p:cNvSpPr>
          <p:nvPr>
            <p:ph type="body" sz="quarter" idx="39" hasCustomPrompt="1"/>
          </p:nvPr>
        </p:nvSpPr>
        <p:spPr>
          <a:xfrm>
            <a:off x="5259283"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9" name="Isosceles Triangle 58">
            <a:extLst>
              <a:ext uri="{FF2B5EF4-FFF2-40B4-BE49-F238E27FC236}">
                <a16:creationId xmlns:a16="http://schemas.microsoft.com/office/drawing/2014/main" id="{E9C392E1-48AC-001A-531F-67BB09279588}"/>
              </a:ext>
            </a:extLst>
          </p:cNvPr>
          <p:cNvSpPr/>
          <p:nvPr userDrawn="1"/>
        </p:nvSpPr>
        <p:spPr>
          <a:xfrm>
            <a:off x="5418682"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0" name="Straight Connector 59">
            <a:extLst>
              <a:ext uri="{FF2B5EF4-FFF2-40B4-BE49-F238E27FC236}">
                <a16:creationId xmlns:a16="http://schemas.microsoft.com/office/drawing/2014/main" id="{4AB8B6BE-D005-C588-E354-B742E610104B}"/>
              </a:ext>
            </a:extLst>
          </p:cNvPr>
          <p:cNvCxnSpPr>
            <a:cxnSpLocks/>
          </p:cNvCxnSpPr>
          <p:nvPr userDrawn="1"/>
        </p:nvCxnSpPr>
        <p:spPr>
          <a:xfrm>
            <a:off x="5529283"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61" name="Text Placeholder 10">
            <a:extLst>
              <a:ext uri="{FF2B5EF4-FFF2-40B4-BE49-F238E27FC236}">
                <a16:creationId xmlns:a16="http://schemas.microsoft.com/office/drawing/2014/main" id="{7A7B56D4-261E-7510-30A3-5C4D3C70FE2C}"/>
              </a:ext>
            </a:extLst>
          </p:cNvPr>
          <p:cNvSpPr>
            <a:spLocks noGrp="1"/>
          </p:cNvSpPr>
          <p:nvPr>
            <p:ph type="body" sz="quarter" idx="40"/>
          </p:nvPr>
        </p:nvSpPr>
        <p:spPr>
          <a:xfrm>
            <a:off x="4997666"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62" name="Text Placeholder 10">
            <a:extLst>
              <a:ext uri="{FF2B5EF4-FFF2-40B4-BE49-F238E27FC236}">
                <a16:creationId xmlns:a16="http://schemas.microsoft.com/office/drawing/2014/main" id="{7B543852-C9C8-AC51-51B7-5E7E3E8CAA87}"/>
              </a:ext>
            </a:extLst>
          </p:cNvPr>
          <p:cNvSpPr>
            <a:spLocks noGrp="1"/>
          </p:cNvSpPr>
          <p:nvPr>
            <p:ph type="body" sz="quarter" idx="41" hasCustomPrompt="1"/>
          </p:nvPr>
        </p:nvSpPr>
        <p:spPr>
          <a:xfrm>
            <a:off x="6618553" y="2093580"/>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63" name="Isosceles Triangle 62">
            <a:extLst>
              <a:ext uri="{FF2B5EF4-FFF2-40B4-BE49-F238E27FC236}">
                <a16:creationId xmlns:a16="http://schemas.microsoft.com/office/drawing/2014/main" id="{2126D435-743F-A00D-3649-E12FC46684F2}"/>
              </a:ext>
            </a:extLst>
          </p:cNvPr>
          <p:cNvSpPr/>
          <p:nvPr userDrawn="1"/>
        </p:nvSpPr>
        <p:spPr>
          <a:xfrm>
            <a:off x="6777952" y="3256043"/>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3" name="Straight Connector 122">
            <a:extLst>
              <a:ext uri="{FF2B5EF4-FFF2-40B4-BE49-F238E27FC236}">
                <a16:creationId xmlns:a16="http://schemas.microsoft.com/office/drawing/2014/main" id="{7840C7F6-5CC1-12BE-8FF2-92344FF985A2}"/>
              </a:ext>
            </a:extLst>
          </p:cNvPr>
          <p:cNvCxnSpPr>
            <a:cxnSpLocks/>
          </p:cNvCxnSpPr>
          <p:nvPr userDrawn="1"/>
        </p:nvCxnSpPr>
        <p:spPr>
          <a:xfrm>
            <a:off x="6888553" y="2398383"/>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24" name="Text Placeholder 10">
            <a:extLst>
              <a:ext uri="{FF2B5EF4-FFF2-40B4-BE49-F238E27FC236}">
                <a16:creationId xmlns:a16="http://schemas.microsoft.com/office/drawing/2014/main" id="{E8BFC980-9C2D-DFC6-D99F-B14BB31D1071}"/>
              </a:ext>
            </a:extLst>
          </p:cNvPr>
          <p:cNvSpPr>
            <a:spLocks noGrp="1"/>
          </p:cNvSpPr>
          <p:nvPr>
            <p:ph type="body" sz="quarter" idx="42"/>
          </p:nvPr>
        </p:nvSpPr>
        <p:spPr>
          <a:xfrm>
            <a:off x="6356936" y="1523204"/>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25" name="Text Placeholder 10">
            <a:extLst>
              <a:ext uri="{FF2B5EF4-FFF2-40B4-BE49-F238E27FC236}">
                <a16:creationId xmlns:a16="http://schemas.microsoft.com/office/drawing/2014/main" id="{CF379578-C6E4-A9CF-5DF6-5136989D9CDA}"/>
              </a:ext>
            </a:extLst>
          </p:cNvPr>
          <p:cNvSpPr>
            <a:spLocks noGrp="1"/>
          </p:cNvSpPr>
          <p:nvPr>
            <p:ph type="body" sz="quarter" idx="43" hasCustomPrompt="1"/>
          </p:nvPr>
        </p:nvSpPr>
        <p:spPr>
          <a:xfrm>
            <a:off x="7966533"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26" name="Isosceles Triangle 125">
            <a:extLst>
              <a:ext uri="{FF2B5EF4-FFF2-40B4-BE49-F238E27FC236}">
                <a16:creationId xmlns:a16="http://schemas.microsoft.com/office/drawing/2014/main" id="{07792800-DAEE-1CCF-A8D1-E3C92F8F7C4C}"/>
              </a:ext>
            </a:extLst>
          </p:cNvPr>
          <p:cNvSpPr/>
          <p:nvPr userDrawn="1"/>
        </p:nvSpPr>
        <p:spPr>
          <a:xfrm>
            <a:off x="8125932"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7" name="Straight Connector 126">
            <a:extLst>
              <a:ext uri="{FF2B5EF4-FFF2-40B4-BE49-F238E27FC236}">
                <a16:creationId xmlns:a16="http://schemas.microsoft.com/office/drawing/2014/main" id="{64C0C441-75BB-474C-D701-5AD3A588B1AC}"/>
              </a:ext>
            </a:extLst>
          </p:cNvPr>
          <p:cNvCxnSpPr>
            <a:cxnSpLocks/>
          </p:cNvCxnSpPr>
          <p:nvPr userDrawn="1"/>
        </p:nvCxnSpPr>
        <p:spPr>
          <a:xfrm>
            <a:off x="8236533"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28" name="Text Placeholder 10">
            <a:extLst>
              <a:ext uri="{FF2B5EF4-FFF2-40B4-BE49-F238E27FC236}">
                <a16:creationId xmlns:a16="http://schemas.microsoft.com/office/drawing/2014/main" id="{63340F3E-B1A1-C217-5CF7-141D4EE5B37F}"/>
              </a:ext>
            </a:extLst>
          </p:cNvPr>
          <p:cNvSpPr>
            <a:spLocks noGrp="1"/>
          </p:cNvSpPr>
          <p:nvPr>
            <p:ph type="body" sz="quarter" idx="44"/>
          </p:nvPr>
        </p:nvSpPr>
        <p:spPr>
          <a:xfrm>
            <a:off x="7704916"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29" name="Text Placeholder 10">
            <a:extLst>
              <a:ext uri="{FF2B5EF4-FFF2-40B4-BE49-F238E27FC236}">
                <a16:creationId xmlns:a16="http://schemas.microsoft.com/office/drawing/2014/main" id="{EAD9E4E1-3D3C-8041-055A-E58BEAE2A1A4}"/>
              </a:ext>
            </a:extLst>
          </p:cNvPr>
          <p:cNvSpPr>
            <a:spLocks noGrp="1"/>
          </p:cNvSpPr>
          <p:nvPr>
            <p:ph type="body" sz="quarter" idx="45" hasCustomPrompt="1"/>
          </p:nvPr>
        </p:nvSpPr>
        <p:spPr>
          <a:xfrm>
            <a:off x="9321405"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30" name="Isosceles Triangle 129">
            <a:extLst>
              <a:ext uri="{FF2B5EF4-FFF2-40B4-BE49-F238E27FC236}">
                <a16:creationId xmlns:a16="http://schemas.microsoft.com/office/drawing/2014/main" id="{42AAE0F7-8602-588E-DC41-A5403942C120}"/>
              </a:ext>
            </a:extLst>
          </p:cNvPr>
          <p:cNvSpPr/>
          <p:nvPr userDrawn="1"/>
        </p:nvSpPr>
        <p:spPr>
          <a:xfrm>
            <a:off x="9480804"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1" name="Straight Connector 130">
            <a:extLst>
              <a:ext uri="{FF2B5EF4-FFF2-40B4-BE49-F238E27FC236}">
                <a16:creationId xmlns:a16="http://schemas.microsoft.com/office/drawing/2014/main" id="{16958E3B-5BC7-AF6C-98CF-0DC37EEBB9CD}"/>
              </a:ext>
            </a:extLst>
          </p:cNvPr>
          <p:cNvCxnSpPr>
            <a:cxnSpLocks/>
          </p:cNvCxnSpPr>
          <p:nvPr userDrawn="1"/>
        </p:nvCxnSpPr>
        <p:spPr>
          <a:xfrm>
            <a:off x="9591405"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2" name="Text Placeholder 10">
            <a:extLst>
              <a:ext uri="{FF2B5EF4-FFF2-40B4-BE49-F238E27FC236}">
                <a16:creationId xmlns:a16="http://schemas.microsoft.com/office/drawing/2014/main" id="{661DF085-52D8-E54E-A1E4-6E3DDE54D808}"/>
              </a:ext>
            </a:extLst>
          </p:cNvPr>
          <p:cNvSpPr>
            <a:spLocks noGrp="1"/>
          </p:cNvSpPr>
          <p:nvPr>
            <p:ph type="body" sz="quarter" idx="46"/>
          </p:nvPr>
        </p:nvSpPr>
        <p:spPr>
          <a:xfrm>
            <a:off x="9059788"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33" name="Text Placeholder 10">
            <a:extLst>
              <a:ext uri="{FF2B5EF4-FFF2-40B4-BE49-F238E27FC236}">
                <a16:creationId xmlns:a16="http://schemas.microsoft.com/office/drawing/2014/main" id="{7ABA0387-F779-568A-36D6-62CB270B9B64}"/>
              </a:ext>
            </a:extLst>
          </p:cNvPr>
          <p:cNvSpPr>
            <a:spLocks noGrp="1"/>
          </p:cNvSpPr>
          <p:nvPr>
            <p:ph type="body" sz="quarter" idx="47" hasCustomPrompt="1"/>
          </p:nvPr>
        </p:nvSpPr>
        <p:spPr>
          <a:xfrm>
            <a:off x="10673782" y="2086537"/>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34" name="Isosceles Triangle 133">
            <a:extLst>
              <a:ext uri="{FF2B5EF4-FFF2-40B4-BE49-F238E27FC236}">
                <a16:creationId xmlns:a16="http://schemas.microsoft.com/office/drawing/2014/main" id="{ADDE97CD-A65B-EF1F-C645-80F1730E8CE7}"/>
              </a:ext>
            </a:extLst>
          </p:cNvPr>
          <p:cNvSpPr/>
          <p:nvPr userDrawn="1"/>
        </p:nvSpPr>
        <p:spPr>
          <a:xfrm>
            <a:off x="10833181" y="3249000"/>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 name="Straight Connector 134">
            <a:extLst>
              <a:ext uri="{FF2B5EF4-FFF2-40B4-BE49-F238E27FC236}">
                <a16:creationId xmlns:a16="http://schemas.microsoft.com/office/drawing/2014/main" id="{BD9324A6-AD5D-1B36-56F9-4A59950CA3AC}"/>
              </a:ext>
            </a:extLst>
          </p:cNvPr>
          <p:cNvCxnSpPr>
            <a:cxnSpLocks/>
          </p:cNvCxnSpPr>
          <p:nvPr userDrawn="1"/>
        </p:nvCxnSpPr>
        <p:spPr>
          <a:xfrm>
            <a:off x="10943782" y="2391340"/>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6" name="Text Placeholder 10">
            <a:extLst>
              <a:ext uri="{FF2B5EF4-FFF2-40B4-BE49-F238E27FC236}">
                <a16:creationId xmlns:a16="http://schemas.microsoft.com/office/drawing/2014/main" id="{2C4794C1-6991-9E0C-8B6F-A44D481BA497}"/>
              </a:ext>
            </a:extLst>
          </p:cNvPr>
          <p:cNvSpPr>
            <a:spLocks noGrp="1"/>
          </p:cNvSpPr>
          <p:nvPr>
            <p:ph type="body" sz="quarter" idx="48"/>
          </p:nvPr>
        </p:nvSpPr>
        <p:spPr>
          <a:xfrm>
            <a:off x="10412165" y="1516161"/>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104752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2065992"/>
            <a:ext cx="5490000" cy="41067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631900"/>
            <a:ext cx="11618976" cy="270000"/>
          </a:xfrm>
        </p:spPr>
        <p:txBody>
          <a:bodyPr>
            <a:normAutofit/>
          </a:bodyPr>
          <a:lstStyle>
            <a:lvl1pPr marL="0" indent="0">
              <a:buNone/>
              <a:defRPr sz="1400" b="1">
                <a:solidFill>
                  <a:schemeClr val="tx1"/>
                </a:solidFill>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ACE91AE9-6A07-78D1-A8C0-6D49416B60DE}"/>
              </a:ext>
            </a:extLst>
          </p:cNvPr>
          <p:cNvCxnSpPr>
            <a:cxnSpLocks/>
          </p:cNvCxnSpPr>
          <p:nvPr userDrawn="1"/>
        </p:nvCxnSpPr>
        <p:spPr>
          <a:xfrm>
            <a:off x="6101811" y="2065993"/>
            <a:ext cx="0" cy="4106707"/>
          </a:xfrm>
          <a:prstGeom prst="line">
            <a:avLst/>
          </a:prstGeom>
          <a:ln w="3175">
            <a:solidFill>
              <a:srgbClr val="22A28A"/>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856A952D-F700-6C2C-A022-C59747CF20EA}"/>
              </a:ext>
            </a:extLst>
          </p:cNvPr>
          <p:cNvSpPr>
            <a:spLocks noGrp="1"/>
          </p:cNvSpPr>
          <p:nvPr>
            <p:ph idx="15"/>
          </p:nvPr>
        </p:nvSpPr>
        <p:spPr>
          <a:xfrm>
            <a:off x="6421014" y="2065992"/>
            <a:ext cx="5490000" cy="41067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8">
            <a:extLst>
              <a:ext uri="{FF2B5EF4-FFF2-40B4-BE49-F238E27FC236}">
                <a16:creationId xmlns:a16="http://schemas.microsoft.com/office/drawing/2014/main" id="{A8EDB192-6A8E-F0AC-5320-AA0A1B36FD55}"/>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490130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hasCustomPrompt="1"/>
          </p:nvPr>
        </p:nvSpPr>
        <p:spPr>
          <a:xfrm>
            <a:off x="6291414" y="876300"/>
            <a:ext cx="5619600" cy="270000"/>
          </a:xfrm>
        </p:spPr>
        <p:txBody>
          <a:bodyPr>
            <a:noAutofit/>
          </a:bodyPr>
          <a:lstStyle>
            <a:lvl1pPr marL="0" indent="0">
              <a:buNone/>
              <a:defRPr sz="1800" b="1">
                <a:solidFill>
                  <a:srgbClr val="00325B"/>
                </a:solidFill>
              </a:defRPr>
            </a:lvl1pPr>
          </a:lstStyle>
          <a:p>
            <a:pPr lvl="0"/>
            <a:r>
              <a:rPr lang="en-US"/>
              <a:t>Click to edit Master text styles – 18pt</a:t>
            </a:r>
            <a:endParaRPr lang="en-IN"/>
          </a:p>
        </p:txBody>
      </p:sp>
      <p:sp>
        <p:nvSpPr>
          <p:cNvPr id="8" name="Picture Placeholder 4">
            <a:extLst>
              <a:ext uri="{FF2B5EF4-FFF2-40B4-BE49-F238E27FC236}">
                <a16:creationId xmlns:a16="http://schemas.microsoft.com/office/drawing/2014/main" id="{46FBDF36-2E5E-A2F0-97AF-71533D6C9EE1}"/>
              </a:ext>
            </a:extLst>
          </p:cNvPr>
          <p:cNvSpPr>
            <a:spLocks noGrp="1"/>
          </p:cNvSpPr>
          <p:nvPr>
            <p:ph type="pic" sz="quarter" idx="16" hasCustomPrompt="1"/>
          </p:nvPr>
        </p:nvSpPr>
        <p:spPr>
          <a:xfrm>
            <a:off x="292606" y="876299"/>
            <a:ext cx="5688000" cy="5339773"/>
          </a:xfrm>
        </p:spPr>
        <p:txBody>
          <a:bodyPr/>
          <a:lstStyle>
            <a:lvl1pPr marL="0" indent="0">
              <a:buNone/>
              <a:defRPr/>
            </a:lvl1pPr>
          </a:lstStyle>
          <a:p>
            <a:r>
              <a:rPr lang="en-IN"/>
              <a:t>Click on icon to add picture</a:t>
            </a:r>
          </a:p>
        </p:txBody>
      </p:sp>
      <p:sp>
        <p:nvSpPr>
          <p:cNvPr id="13" name="Text Placeholder 12">
            <a:extLst>
              <a:ext uri="{FF2B5EF4-FFF2-40B4-BE49-F238E27FC236}">
                <a16:creationId xmlns:a16="http://schemas.microsoft.com/office/drawing/2014/main" id="{8420CC75-008C-2431-282F-E74D62272FE7}"/>
              </a:ext>
            </a:extLst>
          </p:cNvPr>
          <p:cNvSpPr>
            <a:spLocks noGrp="1"/>
          </p:cNvSpPr>
          <p:nvPr>
            <p:ph type="body" sz="quarter" idx="17" hasCustomPrompt="1"/>
          </p:nvPr>
        </p:nvSpPr>
        <p:spPr>
          <a:xfrm>
            <a:off x="6291414" y="1254992"/>
            <a:ext cx="5619600" cy="4917122"/>
          </a:xfrm>
        </p:spPr>
        <p:txBody>
          <a:bodyPr/>
          <a:lstStyle>
            <a:lvl1pPr>
              <a:defRPr/>
            </a:lvl1pPr>
            <a:lvl2pPr>
              <a:defRPr/>
            </a:lvl2pPr>
            <a:lvl3pPr>
              <a:defRPr/>
            </a:lvl3pPr>
            <a:lvl4pPr>
              <a:defRPr/>
            </a:lvl4pPr>
            <a:lvl5pPr marL="1828800" indent="0">
              <a:buNone/>
              <a:defRPr/>
            </a:lvl5pPr>
          </a:lstStyle>
          <a:p>
            <a:pPr lvl="0"/>
            <a:r>
              <a:rPr lang="en-US"/>
              <a:t>Click to edit Master text styles – 16pt</a:t>
            </a:r>
          </a:p>
          <a:p>
            <a:pPr lvl="1"/>
            <a:r>
              <a:rPr lang="en-US"/>
              <a:t>Second level – 14pt</a:t>
            </a:r>
          </a:p>
          <a:p>
            <a:pPr lvl="2"/>
            <a:r>
              <a:rPr lang="en-US"/>
              <a:t>Third level – 12pt</a:t>
            </a:r>
          </a:p>
          <a:p>
            <a:pPr lvl="3"/>
            <a:r>
              <a:rPr lang="en-US"/>
              <a:t>Fourth level – 11pt</a:t>
            </a:r>
          </a:p>
        </p:txBody>
      </p:sp>
    </p:spTree>
    <p:extLst>
      <p:ext uri="{BB962C8B-B14F-4D97-AF65-F5344CB8AC3E}">
        <p14:creationId xmlns:p14="http://schemas.microsoft.com/office/powerpoint/2010/main" val="3494722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761204"/>
            <a:ext cx="11618976" cy="270000"/>
          </a:xfrm>
        </p:spPr>
        <p:txBody>
          <a:bodyPr>
            <a:normAutofit/>
          </a:bodyPr>
          <a:lstStyle>
            <a:lvl1pPr marL="0" indent="0">
              <a:buNone/>
              <a:defRPr sz="1400" b="1">
                <a:solidFill>
                  <a:schemeClr val="tx1"/>
                </a:solidFill>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ACE91AE9-6A07-78D1-A8C0-6D49416B60DE}"/>
              </a:ext>
            </a:extLst>
          </p:cNvPr>
          <p:cNvCxnSpPr>
            <a:cxnSpLocks/>
          </p:cNvCxnSpPr>
          <p:nvPr userDrawn="1"/>
        </p:nvCxnSpPr>
        <p:spPr>
          <a:xfrm>
            <a:off x="6101811" y="2426206"/>
            <a:ext cx="0" cy="3456000"/>
          </a:xfrm>
          <a:prstGeom prst="line">
            <a:avLst/>
          </a:prstGeom>
          <a:ln w="3175">
            <a:solidFill>
              <a:srgbClr val="22A28A"/>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p:nvPr>
        </p:nvSpPr>
        <p:spPr>
          <a:xfrm>
            <a:off x="292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16" name="Content Placeholder 2">
            <a:extLst>
              <a:ext uri="{FF2B5EF4-FFF2-40B4-BE49-F238E27FC236}">
                <a16:creationId xmlns:a16="http://schemas.microsoft.com/office/drawing/2014/main" id="{DA0CAD5A-4EB1-6ABB-4160-7BF63E0AABF6}"/>
              </a:ext>
            </a:extLst>
          </p:cNvPr>
          <p:cNvSpPr>
            <a:spLocks noGrp="1"/>
          </p:cNvSpPr>
          <p:nvPr>
            <p:ph idx="18"/>
          </p:nvPr>
        </p:nvSpPr>
        <p:spPr>
          <a:xfrm>
            <a:off x="6409392"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5C2017F-1DDD-416F-CE65-F026FA0E3A3F}"/>
              </a:ext>
            </a:extLst>
          </p:cNvPr>
          <p:cNvSpPr>
            <a:spLocks noGrp="1"/>
          </p:cNvSpPr>
          <p:nvPr>
            <p:ph idx="22"/>
          </p:nvPr>
        </p:nvSpPr>
        <p:spPr>
          <a:xfrm>
            <a:off x="3190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1" name="Content Placeholder 2">
            <a:extLst>
              <a:ext uri="{FF2B5EF4-FFF2-40B4-BE49-F238E27FC236}">
                <a16:creationId xmlns:a16="http://schemas.microsoft.com/office/drawing/2014/main" id="{12984B83-C158-3F57-8C72-DEBF6C2704E5}"/>
              </a:ext>
            </a:extLst>
          </p:cNvPr>
          <p:cNvSpPr>
            <a:spLocks noGrp="1"/>
          </p:cNvSpPr>
          <p:nvPr>
            <p:ph idx="23"/>
          </p:nvPr>
        </p:nvSpPr>
        <p:spPr>
          <a:xfrm>
            <a:off x="3190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2" name="Content Placeholder 2">
            <a:extLst>
              <a:ext uri="{FF2B5EF4-FFF2-40B4-BE49-F238E27FC236}">
                <a16:creationId xmlns:a16="http://schemas.microsoft.com/office/drawing/2014/main" id="{CBA355D5-955D-1E31-2E6E-CAC70AD9EBCB}"/>
              </a:ext>
            </a:extLst>
          </p:cNvPr>
          <p:cNvSpPr>
            <a:spLocks noGrp="1"/>
          </p:cNvSpPr>
          <p:nvPr>
            <p:ph idx="24"/>
          </p:nvPr>
        </p:nvSpPr>
        <p:spPr>
          <a:xfrm>
            <a:off x="6409387" y="3032664"/>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3" name="Content Placeholder 2">
            <a:extLst>
              <a:ext uri="{FF2B5EF4-FFF2-40B4-BE49-F238E27FC236}">
                <a16:creationId xmlns:a16="http://schemas.microsoft.com/office/drawing/2014/main" id="{7A5DBD61-D886-CE94-09B6-A7363A8C3483}"/>
              </a:ext>
            </a:extLst>
          </p:cNvPr>
          <p:cNvSpPr>
            <a:spLocks noGrp="1"/>
          </p:cNvSpPr>
          <p:nvPr>
            <p:ph idx="25"/>
          </p:nvPr>
        </p:nvSpPr>
        <p:spPr>
          <a:xfrm>
            <a:off x="6409387" y="4625160"/>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4" name="Content Placeholder 2">
            <a:extLst>
              <a:ext uri="{FF2B5EF4-FFF2-40B4-BE49-F238E27FC236}">
                <a16:creationId xmlns:a16="http://schemas.microsoft.com/office/drawing/2014/main" id="{5672C7E3-0E7C-8EE7-888E-F46798953B00}"/>
              </a:ext>
            </a:extLst>
          </p:cNvPr>
          <p:cNvSpPr>
            <a:spLocks noGrp="1"/>
          </p:cNvSpPr>
          <p:nvPr>
            <p:ph idx="26"/>
          </p:nvPr>
        </p:nvSpPr>
        <p:spPr>
          <a:xfrm>
            <a:off x="9307387" y="3032664"/>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5" name="Content Placeholder 2">
            <a:extLst>
              <a:ext uri="{FF2B5EF4-FFF2-40B4-BE49-F238E27FC236}">
                <a16:creationId xmlns:a16="http://schemas.microsoft.com/office/drawing/2014/main" id="{7C5A5028-107A-6013-C0C5-4AB67F4AF051}"/>
              </a:ext>
            </a:extLst>
          </p:cNvPr>
          <p:cNvSpPr>
            <a:spLocks noGrp="1"/>
          </p:cNvSpPr>
          <p:nvPr>
            <p:ph idx="27"/>
          </p:nvPr>
        </p:nvSpPr>
        <p:spPr>
          <a:xfrm>
            <a:off x="9307387" y="4625160"/>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3" name="Text Placeholder 8">
            <a:extLst>
              <a:ext uri="{FF2B5EF4-FFF2-40B4-BE49-F238E27FC236}">
                <a16:creationId xmlns:a16="http://schemas.microsoft.com/office/drawing/2014/main" id="{A707BCC1-0B63-5B39-947F-961A733EFAF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670504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hasCustomPrompt="1"/>
          </p:nvPr>
        </p:nvSpPr>
        <p:spPr>
          <a:xfrm>
            <a:off x="292608" y="22137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3288326"/>
            <a:ext cx="3312000" cy="526303"/>
          </a:xfrm>
        </p:spPr>
        <p:txBody>
          <a:bodyPr/>
          <a:lstStyle>
            <a:lvl1pPr marL="0" indent="0">
              <a:buNone/>
              <a:defRPr/>
            </a:lvl1pPr>
          </a:lstStyle>
          <a:p>
            <a:pPr lvl="0"/>
            <a:r>
              <a:rPr lang="en-US"/>
              <a:t>Click to edit Master text styles</a:t>
            </a:r>
          </a:p>
        </p:txBody>
      </p:sp>
      <p:sp>
        <p:nvSpPr>
          <p:cNvPr id="12" name="Content Placeholder 2">
            <a:extLst>
              <a:ext uri="{FF2B5EF4-FFF2-40B4-BE49-F238E27FC236}">
                <a16:creationId xmlns:a16="http://schemas.microsoft.com/office/drawing/2014/main" id="{5855BF5D-824A-F8E9-92BB-4E3CAAB2D331}"/>
              </a:ext>
            </a:extLst>
          </p:cNvPr>
          <p:cNvSpPr>
            <a:spLocks noGrp="1"/>
          </p:cNvSpPr>
          <p:nvPr>
            <p:ph idx="28" hasCustomPrompt="1"/>
          </p:nvPr>
        </p:nvSpPr>
        <p:spPr>
          <a:xfrm>
            <a:off x="292608" y="40704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13" name="Content Placeholder 2">
            <a:extLst>
              <a:ext uri="{FF2B5EF4-FFF2-40B4-BE49-F238E27FC236}">
                <a16:creationId xmlns:a16="http://schemas.microsoft.com/office/drawing/2014/main" id="{7A332B39-50C4-EF49-E964-288240B85BDE}"/>
              </a:ext>
            </a:extLst>
          </p:cNvPr>
          <p:cNvSpPr>
            <a:spLocks noGrp="1"/>
          </p:cNvSpPr>
          <p:nvPr>
            <p:ph idx="29"/>
          </p:nvPr>
        </p:nvSpPr>
        <p:spPr>
          <a:xfrm>
            <a:off x="292608" y="5145039"/>
            <a:ext cx="3312000" cy="526303"/>
          </a:xfrm>
        </p:spPr>
        <p:txBody>
          <a:bodyPr/>
          <a:lstStyle>
            <a:lvl1pPr marL="0" indent="0">
              <a:buNone/>
              <a:defRPr/>
            </a:lvl1pPr>
          </a:lstStyle>
          <a:p>
            <a:pPr lvl="0"/>
            <a:r>
              <a:rPr lang="en-US"/>
              <a:t>Click to edit Master text styles</a:t>
            </a:r>
          </a:p>
        </p:txBody>
      </p:sp>
      <p:sp>
        <p:nvSpPr>
          <p:cNvPr id="27" name="Content Placeholder 2">
            <a:extLst>
              <a:ext uri="{FF2B5EF4-FFF2-40B4-BE49-F238E27FC236}">
                <a16:creationId xmlns:a16="http://schemas.microsoft.com/office/drawing/2014/main" id="{7369CEA6-7F0A-3DF1-F52E-7ABF4D3AA8D2}"/>
              </a:ext>
            </a:extLst>
          </p:cNvPr>
          <p:cNvSpPr>
            <a:spLocks noGrp="1"/>
          </p:cNvSpPr>
          <p:nvPr>
            <p:ph idx="30" hasCustomPrompt="1"/>
          </p:nvPr>
        </p:nvSpPr>
        <p:spPr>
          <a:xfrm>
            <a:off x="4440000" y="22137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28" name="Content Placeholder 2">
            <a:extLst>
              <a:ext uri="{FF2B5EF4-FFF2-40B4-BE49-F238E27FC236}">
                <a16:creationId xmlns:a16="http://schemas.microsoft.com/office/drawing/2014/main" id="{81C27F4B-D3B7-090B-4E82-3F2F3AEC89F2}"/>
              </a:ext>
            </a:extLst>
          </p:cNvPr>
          <p:cNvSpPr>
            <a:spLocks noGrp="1"/>
          </p:cNvSpPr>
          <p:nvPr>
            <p:ph idx="31"/>
          </p:nvPr>
        </p:nvSpPr>
        <p:spPr>
          <a:xfrm>
            <a:off x="4440000" y="3288326"/>
            <a:ext cx="3312000" cy="526303"/>
          </a:xfrm>
        </p:spPr>
        <p:txBody>
          <a:bodyPr/>
          <a:lstStyle>
            <a:lvl1pPr marL="0" indent="0">
              <a:buNone/>
              <a:defRPr/>
            </a:lvl1pPr>
          </a:lstStyle>
          <a:p>
            <a:pPr lvl="0"/>
            <a:r>
              <a:rPr lang="en-US"/>
              <a:t>Click to edit Master text styles</a:t>
            </a:r>
          </a:p>
        </p:txBody>
      </p:sp>
      <p:sp>
        <p:nvSpPr>
          <p:cNvPr id="29" name="Content Placeholder 2">
            <a:extLst>
              <a:ext uri="{FF2B5EF4-FFF2-40B4-BE49-F238E27FC236}">
                <a16:creationId xmlns:a16="http://schemas.microsoft.com/office/drawing/2014/main" id="{6417D0BD-396F-B8B4-1801-22228C8B70AA}"/>
              </a:ext>
            </a:extLst>
          </p:cNvPr>
          <p:cNvSpPr>
            <a:spLocks noGrp="1"/>
          </p:cNvSpPr>
          <p:nvPr>
            <p:ph idx="32" hasCustomPrompt="1"/>
          </p:nvPr>
        </p:nvSpPr>
        <p:spPr>
          <a:xfrm>
            <a:off x="4440000" y="40704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0" name="Content Placeholder 2">
            <a:extLst>
              <a:ext uri="{FF2B5EF4-FFF2-40B4-BE49-F238E27FC236}">
                <a16:creationId xmlns:a16="http://schemas.microsoft.com/office/drawing/2014/main" id="{2E835598-C33A-62B9-AFA3-704C045DE148}"/>
              </a:ext>
            </a:extLst>
          </p:cNvPr>
          <p:cNvSpPr>
            <a:spLocks noGrp="1"/>
          </p:cNvSpPr>
          <p:nvPr>
            <p:ph idx="33"/>
          </p:nvPr>
        </p:nvSpPr>
        <p:spPr>
          <a:xfrm>
            <a:off x="4440000" y="5145039"/>
            <a:ext cx="3312000" cy="526303"/>
          </a:xfrm>
        </p:spPr>
        <p:txBody>
          <a:bodyPr/>
          <a:lstStyle>
            <a:lvl1pPr marL="0" indent="0">
              <a:buNone/>
              <a:defRPr/>
            </a:lvl1pPr>
          </a:lstStyle>
          <a:p>
            <a:pPr lvl="0"/>
            <a:r>
              <a:rPr lang="en-US"/>
              <a:t>Click to edit Master text styles</a:t>
            </a:r>
          </a:p>
        </p:txBody>
      </p:sp>
      <p:sp>
        <p:nvSpPr>
          <p:cNvPr id="31" name="Content Placeholder 2">
            <a:extLst>
              <a:ext uri="{FF2B5EF4-FFF2-40B4-BE49-F238E27FC236}">
                <a16:creationId xmlns:a16="http://schemas.microsoft.com/office/drawing/2014/main" id="{7A7D75B6-54BA-9FC1-C781-D6C1FBF52313}"/>
              </a:ext>
            </a:extLst>
          </p:cNvPr>
          <p:cNvSpPr>
            <a:spLocks noGrp="1"/>
          </p:cNvSpPr>
          <p:nvPr>
            <p:ph idx="34" hasCustomPrompt="1"/>
          </p:nvPr>
        </p:nvSpPr>
        <p:spPr>
          <a:xfrm>
            <a:off x="8587387" y="22078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2" name="Content Placeholder 2">
            <a:extLst>
              <a:ext uri="{FF2B5EF4-FFF2-40B4-BE49-F238E27FC236}">
                <a16:creationId xmlns:a16="http://schemas.microsoft.com/office/drawing/2014/main" id="{156547DD-9677-48BE-6DAA-2A75CA1BF06B}"/>
              </a:ext>
            </a:extLst>
          </p:cNvPr>
          <p:cNvSpPr>
            <a:spLocks noGrp="1"/>
          </p:cNvSpPr>
          <p:nvPr>
            <p:ph idx="35"/>
          </p:nvPr>
        </p:nvSpPr>
        <p:spPr>
          <a:xfrm>
            <a:off x="8587387" y="3282426"/>
            <a:ext cx="3312000" cy="526303"/>
          </a:xfrm>
        </p:spPr>
        <p:txBody>
          <a:bodyPr/>
          <a:lstStyle>
            <a:lvl1pPr marL="0" indent="0">
              <a:buNone/>
              <a:defRPr/>
            </a:lvl1pPr>
          </a:lstStyle>
          <a:p>
            <a:pPr lvl="0"/>
            <a:r>
              <a:rPr lang="en-US"/>
              <a:t>Click to edit Master text styles</a:t>
            </a:r>
          </a:p>
        </p:txBody>
      </p:sp>
      <p:sp>
        <p:nvSpPr>
          <p:cNvPr id="33" name="Content Placeholder 2">
            <a:extLst>
              <a:ext uri="{FF2B5EF4-FFF2-40B4-BE49-F238E27FC236}">
                <a16:creationId xmlns:a16="http://schemas.microsoft.com/office/drawing/2014/main" id="{CD7E0260-5407-E364-3C9F-CDC9535A926C}"/>
              </a:ext>
            </a:extLst>
          </p:cNvPr>
          <p:cNvSpPr>
            <a:spLocks noGrp="1"/>
          </p:cNvSpPr>
          <p:nvPr>
            <p:ph idx="36" hasCustomPrompt="1"/>
          </p:nvPr>
        </p:nvSpPr>
        <p:spPr>
          <a:xfrm>
            <a:off x="8587387" y="40645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4" name="Content Placeholder 2">
            <a:extLst>
              <a:ext uri="{FF2B5EF4-FFF2-40B4-BE49-F238E27FC236}">
                <a16:creationId xmlns:a16="http://schemas.microsoft.com/office/drawing/2014/main" id="{F01492E6-66AD-4216-E0DF-1CD67AA8C5A2}"/>
              </a:ext>
            </a:extLst>
          </p:cNvPr>
          <p:cNvSpPr>
            <a:spLocks noGrp="1"/>
          </p:cNvSpPr>
          <p:nvPr>
            <p:ph idx="37"/>
          </p:nvPr>
        </p:nvSpPr>
        <p:spPr>
          <a:xfrm>
            <a:off x="8587387" y="5139139"/>
            <a:ext cx="3312000" cy="526303"/>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EBEC49B7-B2E1-EEB7-2B3F-DF47272B7867}"/>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3153682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D4DBB57-F692-BBE0-0561-EF35193B72C6}"/>
              </a:ext>
            </a:extLst>
          </p:cNvPr>
          <p:cNvSpPr>
            <a:spLocks noGrp="1"/>
          </p:cNvSpPr>
          <p:nvPr>
            <p:ph type="pic" sz="quarter" idx="24"/>
          </p:nvPr>
        </p:nvSpPr>
        <p:spPr>
          <a:xfrm>
            <a:off x="6096000" y="0"/>
            <a:ext cx="6096000" cy="6858000"/>
          </a:xfrm>
        </p:spPr>
        <p:txBody>
          <a:bodyPr/>
          <a:lstStyle/>
          <a:p>
            <a:r>
              <a:rPr lang="en-US"/>
              <a:t>Click icon to add picture</a:t>
            </a:r>
            <a:endParaRPr lang="en-IN"/>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a:xfrm>
            <a:off x="292608" y="392323"/>
            <a:ext cx="5489424" cy="360000"/>
          </a:xfr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1005223"/>
            <a:ext cx="5489995"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761204"/>
            <a:ext cx="5489994" cy="269482"/>
          </a:xfrm>
        </p:spPr>
        <p:txBody>
          <a:bodyPr>
            <a:normAutofit/>
          </a:bodyPr>
          <a:lstStyle>
            <a:lvl1pPr marL="0" indent="0">
              <a:buNone/>
              <a:defRPr sz="1400" b="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p:nvPr>
        </p:nvSpPr>
        <p:spPr>
          <a:xfrm>
            <a:off x="292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5C2017F-1DDD-416F-CE65-F026FA0E3A3F}"/>
              </a:ext>
            </a:extLst>
          </p:cNvPr>
          <p:cNvSpPr>
            <a:spLocks noGrp="1"/>
          </p:cNvSpPr>
          <p:nvPr>
            <p:ph idx="22"/>
          </p:nvPr>
        </p:nvSpPr>
        <p:spPr>
          <a:xfrm>
            <a:off x="3190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1" name="Content Placeholder 2">
            <a:extLst>
              <a:ext uri="{FF2B5EF4-FFF2-40B4-BE49-F238E27FC236}">
                <a16:creationId xmlns:a16="http://schemas.microsoft.com/office/drawing/2014/main" id="{12984B83-C158-3F57-8C72-DEBF6C2704E5}"/>
              </a:ext>
            </a:extLst>
          </p:cNvPr>
          <p:cNvSpPr>
            <a:spLocks noGrp="1"/>
          </p:cNvSpPr>
          <p:nvPr>
            <p:ph idx="23"/>
          </p:nvPr>
        </p:nvSpPr>
        <p:spPr>
          <a:xfrm>
            <a:off x="3190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3" name="Slide Number Placeholder 5">
            <a:extLst>
              <a:ext uri="{FF2B5EF4-FFF2-40B4-BE49-F238E27FC236}">
                <a16:creationId xmlns:a16="http://schemas.microsoft.com/office/drawing/2014/main" id="{5946E9CF-A3B8-C310-CBED-0EB39886397A}"/>
              </a:ext>
            </a:extLst>
          </p:cNvPr>
          <p:cNvSpPr>
            <a:spLocks noGrp="1"/>
          </p:cNvSpPr>
          <p:nvPr>
            <p:ph type="sldNum" sz="quarter" idx="12"/>
          </p:nvPr>
        </p:nvSpPr>
        <p:spPr>
          <a:xfrm>
            <a:off x="9927336" y="6423984"/>
            <a:ext cx="1404000" cy="365125"/>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5041070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D4DBB57-F692-BBE0-0561-EF35193B72C6}"/>
              </a:ext>
            </a:extLst>
          </p:cNvPr>
          <p:cNvSpPr>
            <a:spLocks noGrp="1"/>
          </p:cNvSpPr>
          <p:nvPr>
            <p:ph type="pic" sz="quarter" idx="24"/>
          </p:nvPr>
        </p:nvSpPr>
        <p:spPr>
          <a:xfrm>
            <a:off x="0" y="2286000"/>
            <a:ext cx="12192000" cy="4077855"/>
          </a:xfrm>
        </p:spPr>
        <p:txBody>
          <a:bodyPr/>
          <a:lstStyle/>
          <a:p>
            <a:r>
              <a:rPr lang="en-US"/>
              <a:t>Click icon to add picture</a:t>
            </a:r>
            <a:endParaRPr lang="en-IN"/>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a:xfrm>
            <a:off x="292608" y="392323"/>
            <a:ext cx="9556242" cy="360000"/>
          </a:xfr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5" y="1005223"/>
            <a:ext cx="11620800"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4" name="Slide Number Placeholder 3">
            <a:extLst>
              <a:ext uri="{FF2B5EF4-FFF2-40B4-BE49-F238E27FC236}">
                <a16:creationId xmlns:a16="http://schemas.microsoft.com/office/drawing/2014/main" id="{4B0E84E9-F55E-454F-2885-234FBCA19966}"/>
              </a:ext>
            </a:extLst>
          </p:cNvPr>
          <p:cNvSpPr>
            <a:spLocks noGrp="1"/>
          </p:cNvSpPr>
          <p:nvPr>
            <p:ph type="sldNum" sz="quarter" idx="25"/>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4685204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64111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253042"/>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856993"/>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7" name="Content Placeholder 2">
            <a:extLst>
              <a:ext uri="{FF2B5EF4-FFF2-40B4-BE49-F238E27FC236}">
                <a16:creationId xmlns:a16="http://schemas.microsoft.com/office/drawing/2014/main" id="{78704F1E-6CFB-52CD-B2E8-5F0DD87FE7DF}"/>
              </a:ext>
            </a:extLst>
          </p:cNvPr>
          <p:cNvSpPr>
            <a:spLocks noGrp="1"/>
          </p:cNvSpPr>
          <p:nvPr>
            <p:ph idx="22"/>
          </p:nvPr>
        </p:nvSpPr>
        <p:spPr>
          <a:xfrm>
            <a:off x="8491016" y="164111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8" name="Content Placeholder 2">
            <a:extLst>
              <a:ext uri="{FF2B5EF4-FFF2-40B4-BE49-F238E27FC236}">
                <a16:creationId xmlns:a16="http://schemas.microsoft.com/office/drawing/2014/main" id="{2744FD50-4670-9A89-E0F8-E2CCECF36B5A}"/>
              </a:ext>
            </a:extLst>
          </p:cNvPr>
          <p:cNvSpPr>
            <a:spLocks noGrp="1"/>
          </p:cNvSpPr>
          <p:nvPr>
            <p:ph idx="23"/>
          </p:nvPr>
        </p:nvSpPr>
        <p:spPr>
          <a:xfrm>
            <a:off x="8491014" y="2043834"/>
            <a:ext cx="3420000" cy="4078916"/>
          </a:xfrm>
        </p:spPr>
        <p:txBody>
          <a:bodyPr>
            <a:normAutofit/>
          </a:bodyPr>
          <a:lstStyle>
            <a:lvl1pPr marL="285750" indent="-285750">
              <a:buClr>
                <a:srgbClr val="22A28A"/>
              </a:buClr>
              <a:buFont typeface="Wingdings" panose="05000000000000000000" pitchFamily="2" charset="2"/>
              <a:buChar char="ü"/>
              <a:defRPr sz="1400"/>
            </a:lvl1pPr>
            <a:lvl2pPr marL="457200" indent="0">
              <a:buNone/>
              <a:defRPr/>
            </a:lvl2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600" y="1641115"/>
            <a:ext cx="4127400" cy="4481636"/>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601426"/>
            <a:ext cx="3419998"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1980263"/>
            <a:ext cx="3419998"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5186750"/>
            <a:ext cx="3419998" cy="93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62D8FC8B-4986-9FAF-04E4-8433AE0C757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24493776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7" y="1641115"/>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5" y="3317694"/>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5" y="5005734"/>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7" name="Content Placeholder 2">
            <a:extLst>
              <a:ext uri="{FF2B5EF4-FFF2-40B4-BE49-F238E27FC236}">
                <a16:creationId xmlns:a16="http://schemas.microsoft.com/office/drawing/2014/main" id="{78704F1E-6CFB-52CD-B2E8-5F0DD87FE7DF}"/>
              </a:ext>
            </a:extLst>
          </p:cNvPr>
          <p:cNvSpPr>
            <a:spLocks noGrp="1"/>
          </p:cNvSpPr>
          <p:nvPr>
            <p:ph idx="22"/>
          </p:nvPr>
        </p:nvSpPr>
        <p:spPr>
          <a:xfrm>
            <a:off x="8136669" y="1641115"/>
            <a:ext cx="3774345"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386000" y="1641114"/>
            <a:ext cx="3420001" cy="4630377"/>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6" y="3666078"/>
            <a:ext cx="3762727"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6" y="1980263"/>
            <a:ext cx="3762727"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6" y="5335491"/>
            <a:ext cx="3762727" cy="93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62D8FC8B-4986-9FAF-04E4-8433AE0C757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9" name="Text Placeholder 8">
            <a:extLst>
              <a:ext uri="{FF2B5EF4-FFF2-40B4-BE49-F238E27FC236}">
                <a16:creationId xmlns:a16="http://schemas.microsoft.com/office/drawing/2014/main" id="{D2EFCD93-7626-1F05-7C3E-FF62764C0261}"/>
              </a:ext>
            </a:extLst>
          </p:cNvPr>
          <p:cNvSpPr>
            <a:spLocks noGrp="1"/>
          </p:cNvSpPr>
          <p:nvPr>
            <p:ph type="body" sz="quarter" idx="28"/>
          </p:nvPr>
        </p:nvSpPr>
        <p:spPr>
          <a:xfrm>
            <a:off x="8136665" y="2043833"/>
            <a:ext cx="3774348" cy="42276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89447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872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096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320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599" y="1872023"/>
            <a:ext cx="7872413" cy="3381465"/>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444408"/>
            <a:ext cx="3419998" cy="57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2220408"/>
            <a:ext cx="3419998" cy="57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4677489"/>
            <a:ext cx="3419998" cy="57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39F170C0-940B-C131-FF45-7320CABA6DF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26025968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005223"/>
            <a:ext cx="11618976" cy="270000"/>
          </a:xfrm>
        </p:spPr>
        <p:txBody>
          <a:bodyPr>
            <a:normAutofit/>
          </a:bodyPr>
          <a:lstStyle>
            <a:lvl1pPr marL="0" indent="0">
              <a:buNone/>
              <a:defRPr sz="1400" b="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67022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120948"/>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559312"/>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599" y="1670224"/>
            <a:ext cx="7872413" cy="4182553"/>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450860"/>
            <a:ext cx="3419998"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2018609"/>
            <a:ext cx="3419998"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4916777"/>
            <a:ext cx="3419998" cy="936000"/>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6459541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1825842"/>
            <a:ext cx="2448000" cy="3344888"/>
          </a:xfrm>
        </p:spPr>
        <p:txBody>
          <a:bodyPr anchor="b">
            <a:normAutofit/>
          </a:bodyPr>
          <a:lstStyle>
            <a:lvl1pPr marL="0" indent="0">
              <a:buNone/>
              <a:defRPr sz="3200" b="1">
                <a:solidFill>
                  <a:srgbClr val="00325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icture Placeholder 6">
            <a:extLst>
              <a:ext uri="{FF2B5EF4-FFF2-40B4-BE49-F238E27FC236}">
                <a16:creationId xmlns:a16="http://schemas.microsoft.com/office/drawing/2014/main" id="{7A501C84-F490-91D4-EB48-398AF3ECB28E}"/>
              </a:ext>
            </a:extLst>
          </p:cNvPr>
          <p:cNvSpPr>
            <a:spLocks noGrp="1"/>
          </p:cNvSpPr>
          <p:nvPr>
            <p:ph type="pic" sz="quarter" idx="21" hasCustomPrompt="1"/>
          </p:nvPr>
        </p:nvSpPr>
        <p:spPr>
          <a:xfrm>
            <a:off x="9463586" y="2722730"/>
            <a:ext cx="2447427" cy="2448000"/>
          </a:xfrm>
        </p:spPr>
        <p:txBody>
          <a:bodyPr anchor="b"/>
          <a:lstStyle>
            <a:lvl1pPr>
              <a:defRPr>
                <a:solidFill>
                  <a:schemeClr val="bg2"/>
                </a:solidFill>
              </a:defRPr>
            </a:lvl1pPr>
          </a:lstStyle>
          <a:p>
            <a:r>
              <a:rPr lang="en-IN"/>
              <a:t>Click to add icon</a:t>
            </a:r>
          </a:p>
        </p:txBody>
      </p:sp>
      <p:sp>
        <p:nvSpPr>
          <p:cNvPr id="5" name="Text Placeholder 4">
            <a:extLst>
              <a:ext uri="{FF2B5EF4-FFF2-40B4-BE49-F238E27FC236}">
                <a16:creationId xmlns:a16="http://schemas.microsoft.com/office/drawing/2014/main" id="{60E8066F-E886-A2F7-6BEF-6FF8D77B784F}"/>
              </a:ext>
            </a:extLst>
          </p:cNvPr>
          <p:cNvSpPr>
            <a:spLocks noGrp="1"/>
          </p:cNvSpPr>
          <p:nvPr>
            <p:ph type="body" sz="quarter" idx="22"/>
          </p:nvPr>
        </p:nvSpPr>
        <p:spPr>
          <a:xfrm>
            <a:off x="2985552" y="1825842"/>
            <a:ext cx="6231600" cy="33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Text Placeholder 8">
            <a:extLst>
              <a:ext uri="{FF2B5EF4-FFF2-40B4-BE49-F238E27FC236}">
                <a16:creationId xmlns:a16="http://schemas.microsoft.com/office/drawing/2014/main" id="{83F83B0F-5FDA-1DA1-88B4-0E966CBDD29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8261870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7" name="Picture Placeholder 6">
            <a:extLst>
              <a:ext uri="{FF2B5EF4-FFF2-40B4-BE49-F238E27FC236}">
                <a16:creationId xmlns:a16="http://schemas.microsoft.com/office/drawing/2014/main" id="{7A501C84-F490-91D4-EB48-398AF3ECB28E}"/>
              </a:ext>
            </a:extLst>
          </p:cNvPr>
          <p:cNvSpPr>
            <a:spLocks noGrp="1"/>
          </p:cNvSpPr>
          <p:nvPr>
            <p:ph type="pic" sz="quarter" idx="21"/>
          </p:nvPr>
        </p:nvSpPr>
        <p:spPr>
          <a:xfrm>
            <a:off x="9248910" y="1801858"/>
            <a:ext cx="2664000" cy="648000"/>
          </a:xfrm>
        </p:spPr>
        <p:txBody>
          <a:bodyPr/>
          <a:lstStyle/>
          <a:p>
            <a:r>
              <a:rPr lang="en-US"/>
              <a:t>Click icon to add picture</a:t>
            </a:r>
            <a:endParaRPr lang="en-IN"/>
          </a:p>
        </p:txBody>
      </p:sp>
      <p:sp>
        <p:nvSpPr>
          <p:cNvPr id="5" name="Picture Placeholder 6">
            <a:extLst>
              <a:ext uri="{FF2B5EF4-FFF2-40B4-BE49-F238E27FC236}">
                <a16:creationId xmlns:a16="http://schemas.microsoft.com/office/drawing/2014/main" id="{5A3A362D-F602-56C5-FCB7-4A01933897DC}"/>
              </a:ext>
            </a:extLst>
          </p:cNvPr>
          <p:cNvSpPr>
            <a:spLocks noGrp="1"/>
          </p:cNvSpPr>
          <p:nvPr>
            <p:ph type="pic" sz="quarter" idx="22"/>
          </p:nvPr>
        </p:nvSpPr>
        <p:spPr>
          <a:xfrm>
            <a:off x="6263286" y="1801858"/>
            <a:ext cx="2664000" cy="648000"/>
          </a:xfrm>
        </p:spPr>
        <p:txBody>
          <a:bodyPr/>
          <a:lstStyle/>
          <a:p>
            <a:r>
              <a:rPr lang="en-US"/>
              <a:t>Click icon to add picture</a:t>
            </a:r>
            <a:endParaRPr lang="en-IN"/>
          </a:p>
        </p:txBody>
      </p:sp>
      <p:sp>
        <p:nvSpPr>
          <p:cNvPr id="8" name="Picture Placeholder 6">
            <a:extLst>
              <a:ext uri="{FF2B5EF4-FFF2-40B4-BE49-F238E27FC236}">
                <a16:creationId xmlns:a16="http://schemas.microsoft.com/office/drawing/2014/main" id="{DF651032-1779-15D1-43FA-F44C5382DC3D}"/>
              </a:ext>
            </a:extLst>
          </p:cNvPr>
          <p:cNvSpPr>
            <a:spLocks noGrp="1"/>
          </p:cNvSpPr>
          <p:nvPr>
            <p:ph type="pic" sz="quarter" idx="23"/>
          </p:nvPr>
        </p:nvSpPr>
        <p:spPr>
          <a:xfrm>
            <a:off x="3277662" y="1801858"/>
            <a:ext cx="2664000" cy="648000"/>
          </a:xfrm>
        </p:spPr>
        <p:txBody>
          <a:bodyPr/>
          <a:lstStyle/>
          <a:p>
            <a:r>
              <a:rPr lang="en-US"/>
              <a:t>Click icon to add picture</a:t>
            </a:r>
            <a:endParaRPr lang="en-IN"/>
          </a:p>
        </p:txBody>
      </p:sp>
      <p:sp>
        <p:nvSpPr>
          <p:cNvPr id="10" name="Picture Placeholder 6">
            <a:extLst>
              <a:ext uri="{FF2B5EF4-FFF2-40B4-BE49-F238E27FC236}">
                <a16:creationId xmlns:a16="http://schemas.microsoft.com/office/drawing/2014/main" id="{AF573E1A-9CE0-D1F7-223C-BEF5EDF32344}"/>
              </a:ext>
            </a:extLst>
          </p:cNvPr>
          <p:cNvSpPr>
            <a:spLocks noGrp="1"/>
          </p:cNvSpPr>
          <p:nvPr>
            <p:ph type="pic" sz="quarter" idx="24"/>
          </p:nvPr>
        </p:nvSpPr>
        <p:spPr>
          <a:xfrm>
            <a:off x="292038" y="1801858"/>
            <a:ext cx="2664000" cy="648000"/>
          </a:xfrm>
        </p:spPr>
        <p:txBody>
          <a:bodyPr/>
          <a:lstStyle/>
          <a:p>
            <a:r>
              <a:rPr lang="en-US"/>
              <a:t>Click icon to add picture</a:t>
            </a:r>
            <a:endParaRPr lang="en-IN"/>
          </a:p>
        </p:txBody>
      </p:sp>
      <p:sp>
        <p:nvSpPr>
          <p:cNvPr id="12" name="Picture Placeholder 6">
            <a:extLst>
              <a:ext uri="{FF2B5EF4-FFF2-40B4-BE49-F238E27FC236}">
                <a16:creationId xmlns:a16="http://schemas.microsoft.com/office/drawing/2014/main" id="{63884552-F381-225D-FD45-E0B8CBB94B45}"/>
              </a:ext>
            </a:extLst>
          </p:cNvPr>
          <p:cNvSpPr>
            <a:spLocks noGrp="1"/>
          </p:cNvSpPr>
          <p:nvPr>
            <p:ph type="pic" sz="quarter" idx="25"/>
          </p:nvPr>
        </p:nvSpPr>
        <p:spPr>
          <a:xfrm>
            <a:off x="9248909" y="2751946"/>
            <a:ext cx="2664000" cy="648000"/>
          </a:xfrm>
        </p:spPr>
        <p:txBody>
          <a:bodyPr/>
          <a:lstStyle/>
          <a:p>
            <a:r>
              <a:rPr lang="en-US"/>
              <a:t>Click icon to add picture</a:t>
            </a:r>
            <a:endParaRPr lang="en-IN"/>
          </a:p>
        </p:txBody>
      </p:sp>
      <p:sp>
        <p:nvSpPr>
          <p:cNvPr id="13" name="Picture Placeholder 6">
            <a:extLst>
              <a:ext uri="{FF2B5EF4-FFF2-40B4-BE49-F238E27FC236}">
                <a16:creationId xmlns:a16="http://schemas.microsoft.com/office/drawing/2014/main" id="{29CB7A7E-C219-C9FF-A807-A6300FB932C6}"/>
              </a:ext>
            </a:extLst>
          </p:cNvPr>
          <p:cNvSpPr>
            <a:spLocks noGrp="1"/>
          </p:cNvSpPr>
          <p:nvPr>
            <p:ph type="pic" sz="quarter" idx="26"/>
          </p:nvPr>
        </p:nvSpPr>
        <p:spPr>
          <a:xfrm>
            <a:off x="6263285" y="2751946"/>
            <a:ext cx="2664000" cy="648000"/>
          </a:xfrm>
        </p:spPr>
        <p:txBody>
          <a:bodyPr/>
          <a:lstStyle/>
          <a:p>
            <a:r>
              <a:rPr lang="en-US"/>
              <a:t>Click icon to add picture</a:t>
            </a:r>
            <a:endParaRPr lang="en-IN"/>
          </a:p>
        </p:txBody>
      </p:sp>
      <p:sp>
        <p:nvSpPr>
          <p:cNvPr id="14" name="Picture Placeholder 6">
            <a:extLst>
              <a:ext uri="{FF2B5EF4-FFF2-40B4-BE49-F238E27FC236}">
                <a16:creationId xmlns:a16="http://schemas.microsoft.com/office/drawing/2014/main" id="{129A1016-8231-CB30-B003-5DC003E41EBD}"/>
              </a:ext>
            </a:extLst>
          </p:cNvPr>
          <p:cNvSpPr>
            <a:spLocks noGrp="1"/>
          </p:cNvSpPr>
          <p:nvPr>
            <p:ph type="pic" sz="quarter" idx="27"/>
          </p:nvPr>
        </p:nvSpPr>
        <p:spPr>
          <a:xfrm>
            <a:off x="3277661" y="2751946"/>
            <a:ext cx="2664000" cy="648000"/>
          </a:xfrm>
        </p:spPr>
        <p:txBody>
          <a:bodyPr/>
          <a:lstStyle/>
          <a:p>
            <a:r>
              <a:rPr lang="en-US"/>
              <a:t>Click icon to add picture</a:t>
            </a:r>
            <a:endParaRPr lang="en-IN"/>
          </a:p>
        </p:txBody>
      </p:sp>
      <p:sp>
        <p:nvSpPr>
          <p:cNvPr id="15" name="Picture Placeholder 6">
            <a:extLst>
              <a:ext uri="{FF2B5EF4-FFF2-40B4-BE49-F238E27FC236}">
                <a16:creationId xmlns:a16="http://schemas.microsoft.com/office/drawing/2014/main" id="{D7C69170-F756-6487-2DB5-1CF16D0F59F5}"/>
              </a:ext>
            </a:extLst>
          </p:cNvPr>
          <p:cNvSpPr>
            <a:spLocks noGrp="1"/>
          </p:cNvSpPr>
          <p:nvPr>
            <p:ph type="pic" sz="quarter" idx="28"/>
          </p:nvPr>
        </p:nvSpPr>
        <p:spPr>
          <a:xfrm>
            <a:off x="292037" y="2751946"/>
            <a:ext cx="2664000" cy="648000"/>
          </a:xfrm>
        </p:spPr>
        <p:txBody>
          <a:bodyPr/>
          <a:lstStyle/>
          <a:p>
            <a:r>
              <a:rPr lang="en-US"/>
              <a:t>Click icon to add picture</a:t>
            </a:r>
            <a:endParaRPr lang="en-IN"/>
          </a:p>
        </p:txBody>
      </p:sp>
      <p:sp>
        <p:nvSpPr>
          <p:cNvPr id="16" name="Picture Placeholder 6">
            <a:extLst>
              <a:ext uri="{FF2B5EF4-FFF2-40B4-BE49-F238E27FC236}">
                <a16:creationId xmlns:a16="http://schemas.microsoft.com/office/drawing/2014/main" id="{937B824B-D3C7-81B5-FDC5-A14913362B4D}"/>
              </a:ext>
            </a:extLst>
          </p:cNvPr>
          <p:cNvSpPr>
            <a:spLocks noGrp="1"/>
          </p:cNvSpPr>
          <p:nvPr>
            <p:ph type="pic" sz="quarter" idx="29"/>
          </p:nvPr>
        </p:nvSpPr>
        <p:spPr>
          <a:xfrm>
            <a:off x="9248909" y="3702034"/>
            <a:ext cx="2664000" cy="648000"/>
          </a:xfrm>
        </p:spPr>
        <p:txBody>
          <a:bodyPr/>
          <a:lstStyle/>
          <a:p>
            <a:r>
              <a:rPr lang="en-US"/>
              <a:t>Click icon to add picture</a:t>
            </a:r>
            <a:endParaRPr lang="en-IN"/>
          </a:p>
        </p:txBody>
      </p:sp>
      <p:sp>
        <p:nvSpPr>
          <p:cNvPr id="17" name="Picture Placeholder 6">
            <a:extLst>
              <a:ext uri="{FF2B5EF4-FFF2-40B4-BE49-F238E27FC236}">
                <a16:creationId xmlns:a16="http://schemas.microsoft.com/office/drawing/2014/main" id="{5EE398F9-6BC2-92CE-F8D4-D3255D6D7F58}"/>
              </a:ext>
            </a:extLst>
          </p:cNvPr>
          <p:cNvSpPr>
            <a:spLocks noGrp="1"/>
          </p:cNvSpPr>
          <p:nvPr>
            <p:ph type="pic" sz="quarter" idx="30"/>
          </p:nvPr>
        </p:nvSpPr>
        <p:spPr>
          <a:xfrm>
            <a:off x="6263285" y="3702034"/>
            <a:ext cx="2664000" cy="648000"/>
          </a:xfrm>
        </p:spPr>
        <p:txBody>
          <a:bodyPr/>
          <a:lstStyle/>
          <a:p>
            <a:r>
              <a:rPr lang="en-US"/>
              <a:t>Click icon to add picture</a:t>
            </a:r>
            <a:endParaRPr lang="en-IN"/>
          </a:p>
        </p:txBody>
      </p:sp>
      <p:sp>
        <p:nvSpPr>
          <p:cNvPr id="19" name="Picture Placeholder 6">
            <a:extLst>
              <a:ext uri="{FF2B5EF4-FFF2-40B4-BE49-F238E27FC236}">
                <a16:creationId xmlns:a16="http://schemas.microsoft.com/office/drawing/2014/main" id="{6F1BA959-FBA2-AE5B-E9CB-B5EC90C20E41}"/>
              </a:ext>
            </a:extLst>
          </p:cNvPr>
          <p:cNvSpPr>
            <a:spLocks noGrp="1"/>
          </p:cNvSpPr>
          <p:nvPr>
            <p:ph type="pic" sz="quarter" idx="31"/>
          </p:nvPr>
        </p:nvSpPr>
        <p:spPr>
          <a:xfrm>
            <a:off x="3277661" y="3702034"/>
            <a:ext cx="2664000" cy="648000"/>
          </a:xfrm>
        </p:spPr>
        <p:txBody>
          <a:bodyPr/>
          <a:lstStyle/>
          <a:p>
            <a:r>
              <a:rPr lang="en-US"/>
              <a:t>Click icon to add picture</a:t>
            </a:r>
            <a:endParaRPr lang="en-IN"/>
          </a:p>
        </p:txBody>
      </p:sp>
      <p:sp>
        <p:nvSpPr>
          <p:cNvPr id="20" name="Picture Placeholder 6">
            <a:extLst>
              <a:ext uri="{FF2B5EF4-FFF2-40B4-BE49-F238E27FC236}">
                <a16:creationId xmlns:a16="http://schemas.microsoft.com/office/drawing/2014/main" id="{A2E43473-4740-BE4E-2EEF-BB623D91C0F1}"/>
              </a:ext>
            </a:extLst>
          </p:cNvPr>
          <p:cNvSpPr>
            <a:spLocks noGrp="1"/>
          </p:cNvSpPr>
          <p:nvPr>
            <p:ph type="pic" sz="quarter" idx="32"/>
          </p:nvPr>
        </p:nvSpPr>
        <p:spPr>
          <a:xfrm>
            <a:off x="292037" y="3702034"/>
            <a:ext cx="2664000" cy="648000"/>
          </a:xfrm>
        </p:spPr>
        <p:txBody>
          <a:bodyPr/>
          <a:lstStyle/>
          <a:p>
            <a:r>
              <a:rPr lang="en-US"/>
              <a:t>Click icon to add picture</a:t>
            </a:r>
            <a:endParaRPr lang="en-IN"/>
          </a:p>
        </p:txBody>
      </p:sp>
      <p:sp>
        <p:nvSpPr>
          <p:cNvPr id="21" name="Picture Placeholder 6">
            <a:extLst>
              <a:ext uri="{FF2B5EF4-FFF2-40B4-BE49-F238E27FC236}">
                <a16:creationId xmlns:a16="http://schemas.microsoft.com/office/drawing/2014/main" id="{E8B478CD-157E-7D1F-403C-9C7FC1D27968}"/>
              </a:ext>
            </a:extLst>
          </p:cNvPr>
          <p:cNvSpPr>
            <a:spLocks noGrp="1"/>
          </p:cNvSpPr>
          <p:nvPr>
            <p:ph type="pic" sz="quarter" idx="33"/>
          </p:nvPr>
        </p:nvSpPr>
        <p:spPr>
          <a:xfrm>
            <a:off x="9248909" y="4652122"/>
            <a:ext cx="2664000" cy="648000"/>
          </a:xfrm>
        </p:spPr>
        <p:txBody>
          <a:bodyPr/>
          <a:lstStyle/>
          <a:p>
            <a:r>
              <a:rPr lang="en-US"/>
              <a:t>Click icon to add picture</a:t>
            </a:r>
            <a:endParaRPr lang="en-IN"/>
          </a:p>
        </p:txBody>
      </p:sp>
      <p:sp>
        <p:nvSpPr>
          <p:cNvPr id="22" name="Picture Placeholder 6">
            <a:extLst>
              <a:ext uri="{FF2B5EF4-FFF2-40B4-BE49-F238E27FC236}">
                <a16:creationId xmlns:a16="http://schemas.microsoft.com/office/drawing/2014/main" id="{3057D257-3410-9CF7-18FB-02B481A6AEB9}"/>
              </a:ext>
            </a:extLst>
          </p:cNvPr>
          <p:cNvSpPr>
            <a:spLocks noGrp="1"/>
          </p:cNvSpPr>
          <p:nvPr>
            <p:ph type="pic" sz="quarter" idx="34"/>
          </p:nvPr>
        </p:nvSpPr>
        <p:spPr>
          <a:xfrm>
            <a:off x="6263285" y="4652122"/>
            <a:ext cx="2664000" cy="648000"/>
          </a:xfrm>
        </p:spPr>
        <p:txBody>
          <a:bodyPr/>
          <a:lstStyle/>
          <a:p>
            <a:r>
              <a:rPr lang="en-US"/>
              <a:t>Click icon to add picture</a:t>
            </a:r>
            <a:endParaRPr lang="en-IN"/>
          </a:p>
        </p:txBody>
      </p:sp>
      <p:sp>
        <p:nvSpPr>
          <p:cNvPr id="23" name="Picture Placeholder 6">
            <a:extLst>
              <a:ext uri="{FF2B5EF4-FFF2-40B4-BE49-F238E27FC236}">
                <a16:creationId xmlns:a16="http://schemas.microsoft.com/office/drawing/2014/main" id="{E0E6AF5F-D423-6435-E813-D0D727843EAA}"/>
              </a:ext>
            </a:extLst>
          </p:cNvPr>
          <p:cNvSpPr>
            <a:spLocks noGrp="1"/>
          </p:cNvSpPr>
          <p:nvPr>
            <p:ph type="pic" sz="quarter" idx="35"/>
          </p:nvPr>
        </p:nvSpPr>
        <p:spPr>
          <a:xfrm>
            <a:off x="3277661" y="4652122"/>
            <a:ext cx="2664000" cy="648000"/>
          </a:xfrm>
        </p:spPr>
        <p:txBody>
          <a:bodyPr/>
          <a:lstStyle/>
          <a:p>
            <a:r>
              <a:rPr lang="en-US"/>
              <a:t>Click icon to add picture</a:t>
            </a:r>
            <a:endParaRPr lang="en-IN"/>
          </a:p>
        </p:txBody>
      </p:sp>
      <p:sp>
        <p:nvSpPr>
          <p:cNvPr id="24" name="Picture Placeholder 6">
            <a:extLst>
              <a:ext uri="{FF2B5EF4-FFF2-40B4-BE49-F238E27FC236}">
                <a16:creationId xmlns:a16="http://schemas.microsoft.com/office/drawing/2014/main" id="{BCDF81D2-D031-409E-A869-619A4C7C0500}"/>
              </a:ext>
            </a:extLst>
          </p:cNvPr>
          <p:cNvSpPr>
            <a:spLocks noGrp="1"/>
          </p:cNvSpPr>
          <p:nvPr>
            <p:ph type="pic" sz="quarter" idx="36"/>
          </p:nvPr>
        </p:nvSpPr>
        <p:spPr>
          <a:xfrm>
            <a:off x="292037" y="4652122"/>
            <a:ext cx="2664000" cy="648000"/>
          </a:xfrm>
        </p:spPr>
        <p:txBody>
          <a:bodyPr/>
          <a:lstStyle/>
          <a:p>
            <a:r>
              <a:rPr lang="en-US"/>
              <a:t>Click icon to add picture</a:t>
            </a:r>
            <a:endParaRPr lang="en-IN"/>
          </a:p>
        </p:txBody>
      </p:sp>
      <p:sp>
        <p:nvSpPr>
          <p:cNvPr id="3" name="Text Placeholder 8">
            <a:extLst>
              <a:ext uri="{FF2B5EF4-FFF2-40B4-BE49-F238E27FC236}">
                <a16:creationId xmlns:a16="http://schemas.microsoft.com/office/drawing/2014/main" id="{B4EB24F1-1A10-3659-435F-5FD08256D911}"/>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20330506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cxnSp>
        <p:nvCxnSpPr>
          <p:cNvPr id="6" name="Straight Connector 5">
            <a:extLst>
              <a:ext uri="{FF2B5EF4-FFF2-40B4-BE49-F238E27FC236}">
                <a16:creationId xmlns:a16="http://schemas.microsoft.com/office/drawing/2014/main" id="{F3F12ECD-00CA-92E7-FFA0-CDB0624EE08A}"/>
              </a:ext>
            </a:extLst>
          </p:cNvPr>
          <p:cNvCxnSpPr>
            <a:cxnSpLocks/>
          </p:cNvCxnSpPr>
          <p:nvPr userDrawn="1"/>
        </p:nvCxnSpPr>
        <p:spPr>
          <a:xfrm>
            <a:off x="2962064" y="2656117"/>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6A44D3D3-A735-AA77-6CD3-F8D1F730806E}"/>
              </a:ext>
            </a:extLst>
          </p:cNvPr>
          <p:cNvSpPr>
            <a:spLocks noGrp="1"/>
          </p:cNvSpPr>
          <p:nvPr>
            <p:ph type="body" sz="quarter" idx="22" hasCustomPrompt="1"/>
          </p:nvPr>
        </p:nvSpPr>
        <p:spPr>
          <a:xfrm>
            <a:off x="292037"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2" name="Text Placeholder 7">
            <a:extLst>
              <a:ext uri="{FF2B5EF4-FFF2-40B4-BE49-F238E27FC236}">
                <a16:creationId xmlns:a16="http://schemas.microsoft.com/office/drawing/2014/main" id="{81735BA7-4A28-A6FD-87FB-D8F430F5A0C8}"/>
              </a:ext>
            </a:extLst>
          </p:cNvPr>
          <p:cNvSpPr>
            <a:spLocks noGrp="1"/>
          </p:cNvSpPr>
          <p:nvPr>
            <p:ph type="body" sz="quarter" idx="24" hasCustomPrompt="1"/>
          </p:nvPr>
        </p:nvSpPr>
        <p:spPr>
          <a:xfrm>
            <a:off x="3425973"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02</a:t>
            </a:r>
            <a:endParaRPr lang="en-IN"/>
          </a:p>
        </p:txBody>
      </p:sp>
      <p:sp>
        <p:nvSpPr>
          <p:cNvPr id="14" name="Text Placeholder 7">
            <a:extLst>
              <a:ext uri="{FF2B5EF4-FFF2-40B4-BE49-F238E27FC236}">
                <a16:creationId xmlns:a16="http://schemas.microsoft.com/office/drawing/2014/main" id="{F383B5D3-7FD6-80D0-38DF-349C2B5C6A75}"/>
              </a:ext>
            </a:extLst>
          </p:cNvPr>
          <p:cNvSpPr>
            <a:spLocks noGrp="1"/>
          </p:cNvSpPr>
          <p:nvPr>
            <p:ph type="body" sz="quarter" idx="26" hasCustomPrompt="1"/>
          </p:nvPr>
        </p:nvSpPr>
        <p:spPr>
          <a:xfrm>
            <a:off x="6559909"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03</a:t>
            </a:r>
            <a:endParaRPr lang="en-IN"/>
          </a:p>
        </p:txBody>
      </p:sp>
      <p:sp>
        <p:nvSpPr>
          <p:cNvPr id="16" name="Text Placeholder 7">
            <a:extLst>
              <a:ext uri="{FF2B5EF4-FFF2-40B4-BE49-F238E27FC236}">
                <a16:creationId xmlns:a16="http://schemas.microsoft.com/office/drawing/2014/main" id="{7DC634D9-39F7-C70E-AFFC-5EBBA0620686}"/>
              </a:ext>
            </a:extLst>
          </p:cNvPr>
          <p:cNvSpPr>
            <a:spLocks noGrp="1"/>
          </p:cNvSpPr>
          <p:nvPr>
            <p:ph type="body" sz="quarter" idx="28" hasCustomPrompt="1"/>
          </p:nvPr>
        </p:nvSpPr>
        <p:spPr>
          <a:xfrm>
            <a:off x="9693846"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04</a:t>
            </a:r>
            <a:endParaRPr lang="en-IN"/>
          </a:p>
        </p:txBody>
      </p:sp>
      <p:cxnSp>
        <p:nvCxnSpPr>
          <p:cNvPr id="22" name="Straight Connector 21">
            <a:extLst>
              <a:ext uri="{FF2B5EF4-FFF2-40B4-BE49-F238E27FC236}">
                <a16:creationId xmlns:a16="http://schemas.microsoft.com/office/drawing/2014/main" id="{00AB956A-CEAF-C730-39E0-0EB764293A9C}"/>
              </a:ext>
            </a:extLst>
          </p:cNvPr>
          <p:cNvCxnSpPr>
            <a:cxnSpLocks/>
          </p:cNvCxnSpPr>
          <p:nvPr userDrawn="1"/>
        </p:nvCxnSpPr>
        <p:spPr>
          <a:xfrm>
            <a:off x="6096000" y="2656118"/>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A46D25-A6D0-D6FF-104F-2A6778264F08}"/>
              </a:ext>
            </a:extLst>
          </p:cNvPr>
          <p:cNvCxnSpPr>
            <a:cxnSpLocks/>
          </p:cNvCxnSpPr>
          <p:nvPr userDrawn="1"/>
        </p:nvCxnSpPr>
        <p:spPr>
          <a:xfrm>
            <a:off x="9229936" y="2656118"/>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3" name="Text Placeholder 9">
            <a:extLst>
              <a:ext uri="{FF2B5EF4-FFF2-40B4-BE49-F238E27FC236}">
                <a16:creationId xmlns:a16="http://schemas.microsoft.com/office/drawing/2014/main" id="{64FDE00B-FC54-7077-6265-442296A5F041}"/>
              </a:ext>
            </a:extLst>
          </p:cNvPr>
          <p:cNvSpPr>
            <a:spLocks noGrp="1"/>
          </p:cNvSpPr>
          <p:nvPr>
            <p:ph type="body" sz="quarter" idx="31"/>
          </p:nvPr>
        </p:nvSpPr>
        <p:spPr>
          <a:xfrm>
            <a:off x="292037" y="3767244"/>
            <a:ext cx="2206116" cy="544873"/>
          </a:xfrm>
        </p:spPr>
        <p:txBody>
          <a:bodyPr anchor="t"/>
          <a:lstStyle>
            <a:lvl1pPr marL="0" indent="0">
              <a:buNone/>
              <a:defRPr/>
            </a:lvl1pPr>
          </a:lstStyle>
          <a:p>
            <a:pPr lvl="0"/>
            <a:r>
              <a:rPr lang="en-US"/>
              <a:t>Click to edit Master text styles</a:t>
            </a:r>
          </a:p>
        </p:txBody>
      </p:sp>
      <p:sp>
        <p:nvSpPr>
          <p:cNvPr id="4" name="Text Placeholder 9">
            <a:extLst>
              <a:ext uri="{FF2B5EF4-FFF2-40B4-BE49-F238E27FC236}">
                <a16:creationId xmlns:a16="http://schemas.microsoft.com/office/drawing/2014/main" id="{2548E381-C354-E388-6C6C-71BBDFEB0F3D}"/>
              </a:ext>
            </a:extLst>
          </p:cNvPr>
          <p:cNvSpPr>
            <a:spLocks noGrp="1"/>
          </p:cNvSpPr>
          <p:nvPr>
            <p:ph type="body" sz="quarter" idx="32"/>
          </p:nvPr>
        </p:nvSpPr>
        <p:spPr>
          <a:xfrm>
            <a:off x="3425974" y="3767244"/>
            <a:ext cx="2206116" cy="544873"/>
          </a:xfrm>
        </p:spPr>
        <p:txBody>
          <a:bodyPr anchor="t"/>
          <a:lstStyle>
            <a:lvl1pPr marL="0" indent="0">
              <a:buNone/>
              <a:defRPr/>
            </a:lvl1pPr>
          </a:lstStyle>
          <a:p>
            <a:pPr lvl="0"/>
            <a:r>
              <a:rPr lang="en-US"/>
              <a:t>Click to edit Master text styles</a:t>
            </a:r>
          </a:p>
        </p:txBody>
      </p:sp>
      <p:sp>
        <p:nvSpPr>
          <p:cNvPr id="7" name="Text Placeholder 9">
            <a:extLst>
              <a:ext uri="{FF2B5EF4-FFF2-40B4-BE49-F238E27FC236}">
                <a16:creationId xmlns:a16="http://schemas.microsoft.com/office/drawing/2014/main" id="{FFF3DFC0-B46D-7A9D-895F-3AB613FEC7DC}"/>
              </a:ext>
            </a:extLst>
          </p:cNvPr>
          <p:cNvSpPr>
            <a:spLocks noGrp="1"/>
          </p:cNvSpPr>
          <p:nvPr>
            <p:ph type="body" sz="quarter" idx="33"/>
          </p:nvPr>
        </p:nvSpPr>
        <p:spPr>
          <a:xfrm>
            <a:off x="6559910" y="3767244"/>
            <a:ext cx="2206116" cy="544873"/>
          </a:xfrm>
        </p:spPr>
        <p:txBody>
          <a:bodyPr anchor="t"/>
          <a:lstStyle>
            <a:lvl1pPr marL="0" indent="0">
              <a:buNone/>
              <a:defRPr/>
            </a:lvl1pPr>
          </a:lstStyle>
          <a:p>
            <a:pPr lvl="0"/>
            <a:r>
              <a:rPr lang="en-US"/>
              <a:t>Click to edit Master text styles</a:t>
            </a:r>
          </a:p>
        </p:txBody>
      </p:sp>
      <p:sp>
        <p:nvSpPr>
          <p:cNvPr id="17" name="Text Placeholder 9">
            <a:extLst>
              <a:ext uri="{FF2B5EF4-FFF2-40B4-BE49-F238E27FC236}">
                <a16:creationId xmlns:a16="http://schemas.microsoft.com/office/drawing/2014/main" id="{328CDD41-3183-0EA5-43F9-10115DEF8EE4}"/>
              </a:ext>
            </a:extLst>
          </p:cNvPr>
          <p:cNvSpPr>
            <a:spLocks noGrp="1"/>
          </p:cNvSpPr>
          <p:nvPr>
            <p:ph type="body" sz="quarter" idx="34"/>
          </p:nvPr>
        </p:nvSpPr>
        <p:spPr>
          <a:xfrm>
            <a:off x="9693847" y="3767244"/>
            <a:ext cx="2206116" cy="544873"/>
          </a:xfrm>
        </p:spPr>
        <p:txBody>
          <a:bodyPr anchor="t"/>
          <a:lstStyle>
            <a:lvl1pPr marL="0" indent="0">
              <a:buNone/>
              <a:defRPr/>
            </a:lvl1pPr>
          </a:lstStyle>
          <a:p>
            <a:pPr lvl="0"/>
            <a:r>
              <a:rPr lang="en-US"/>
              <a:t>Click to edit Master text styles</a:t>
            </a:r>
          </a:p>
        </p:txBody>
      </p:sp>
      <p:sp>
        <p:nvSpPr>
          <p:cNvPr id="5" name="Slide Number Placeholder 20">
            <a:extLst>
              <a:ext uri="{FF2B5EF4-FFF2-40B4-BE49-F238E27FC236}">
                <a16:creationId xmlns:a16="http://schemas.microsoft.com/office/drawing/2014/main" id="{EEBB834E-04A0-6509-433A-6513C6BF2713}"/>
              </a:ext>
            </a:extLst>
          </p:cNvPr>
          <p:cNvSpPr>
            <a:spLocks noGrp="1"/>
          </p:cNvSpPr>
          <p:nvPr>
            <p:ph type="sldNum" sz="quarter" idx="17"/>
          </p:nvPr>
        </p:nvSpPr>
        <p:spPr>
          <a:xfrm>
            <a:off x="9927336" y="6423984"/>
            <a:ext cx="1404000" cy="365125"/>
          </a:xfrm>
          <a:prstGeom prst="rect">
            <a:avLst/>
          </a:prstGeom>
        </p:spPr>
        <p:txBody>
          <a:bodyPr/>
          <a:lstStyle/>
          <a:p>
            <a:fld id="{168B8272-985F-49F0-9308-1DD0A25D397C}" type="slidenum">
              <a:rPr lang="en-IN" smtClean="0"/>
              <a:pPr/>
              <a:t>‹#›</a:t>
            </a:fld>
            <a:endParaRPr lang="en-IN"/>
          </a:p>
        </p:txBody>
      </p:sp>
      <p:sp>
        <p:nvSpPr>
          <p:cNvPr id="10" name="Text Placeholder 8">
            <a:extLst>
              <a:ext uri="{FF2B5EF4-FFF2-40B4-BE49-F238E27FC236}">
                <a16:creationId xmlns:a16="http://schemas.microsoft.com/office/drawing/2014/main" id="{B60B0DD7-BD3A-528D-679C-202F9DC2F831}"/>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2135072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5" name="Text Placeholder 8">
            <a:extLst>
              <a:ext uri="{FF2B5EF4-FFF2-40B4-BE49-F238E27FC236}">
                <a16:creationId xmlns:a16="http://schemas.microsoft.com/office/drawing/2014/main" id="{F9BDF48F-347B-5F3C-E095-9439BDD7600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3" name="Text Placeholder 7">
            <a:extLst>
              <a:ext uri="{FF2B5EF4-FFF2-40B4-BE49-F238E27FC236}">
                <a16:creationId xmlns:a16="http://schemas.microsoft.com/office/drawing/2014/main" id="{DEE7BC07-3659-BFF6-2163-5C66F5270F44}"/>
              </a:ext>
            </a:extLst>
          </p:cNvPr>
          <p:cNvSpPr>
            <a:spLocks noGrp="1"/>
          </p:cNvSpPr>
          <p:nvPr>
            <p:ph type="body" sz="quarter" idx="22" hasCustomPrompt="1"/>
          </p:nvPr>
        </p:nvSpPr>
        <p:spPr>
          <a:xfrm>
            <a:off x="292038" y="2654700"/>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cxnSp>
        <p:nvCxnSpPr>
          <p:cNvPr id="4" name="Straight Connector 3">
            <a:extLst>
              <a:ext uri="{FF2B5EF4-FFF2-40B4-BE49-F238E27FC236}">
                <a16:creationId xmlns:a16="http://schemas.microsoft.com/office/drawing/2014/main" id="{6D839CF6-25CB-0F1A-412F-38CFC888DF4C}"/>
              </a:ext>
            </a:extLst>
          </p:cNvPr>
          <p:cNvCxnSpPr>
            <a:cxnSpLocks/>
          </p:cNvCxnSpPr>
          <p:nvPr userDrawn="1"/>
        </p:nvCxnSpPr>
        <p:spPr>
          <a:xfrm>
            <a:off x="6096000" y="2654700"/>
            <a:ext cx="0" cy="2628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6" name="Text Placeholder 7">
            <a:extLst>
              <a:ext uri="{FF2B5EF4-FFF2-40B4-BE49-F238E27FC236}">
                <a16:creationId xmlns:a16="http://schemas.microsoft.com/office/drawing/2014/main" id="{70D00B23-3A30-5B3C-8459-3C924165C23E}"/>
              </a:ext>
            </a:extLst>
          </p:cNvPr>
          <p:cNvSpPr>
            <a:spLocks noGrp="1"/>
          </p:cNvSpPr>
          <p:nvPr>
            <p:ph type="body" sz="quarter" idx="30" hasCustomPrompt="1"/>
          </p:nvPr>
        </p:nvSpPr>
        <p:spPr>
          <a:xfrm>
            <a:off x="292037" y="4717353"/>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7" name="Text Placeholder 9">
            <a:extLst>
              <a:ext uri="{FF2B5EF4-FFF2-40B4-BE49-F238E27FC236}">
                <a16:creationId xmlns:a16="http://schemas.microsoft.com/office/drawing/2014/main" id="{12ADA12A-62F9-CE48-5597-F1A58A65FEE6}"/>
              </a:ext>
            </a:extLst>
          </p:cNvPr>
          <p:cNvSpPr>
            <a:spLocks noGrp="1"/>
          </p:cNvSpPr>
          <p:nvPr>
            <p:ph type="body" sz="quarter" idx="31"/>
          </p:nvPr>
        </p:nvSpPr>
        <p:spPr>
          <a:xfrm>
            <a:off x="1433193" y="2654825"/>
            <a:ext cx="4210006" cy="539750"/>
          </a:xfrm>
        </p:spPr>
        <p:txBody>
          <a:bodyPr anchor="ctr"/>
          <a:lstStyle>
            <a:lvl1pPr marL="0" indent="0">
              <a:buNone/>
              <a:defRPr/>
            </a:lvl1pPr>
          </a:lstStyle>
          <a:p>
            <a:pPr lvl="0"/>
            <a:r>
              <a:rPr lang="en-US"/>
              <a:t>Click to edit Master text styles</a:t>
            </a:r>
          </a:p>
        </p:txBody>
      </p:sp>
      <p:sp>
        <p:nvSpPr>
          <p:cNvPr id="8" name="Text Placeholder 7">
            <a:extLst>
              <a:ext uri="{FF2B5EF4-FFF2-40B4-BE49-F238E27FC236}">
                <a16:creationId xmlns:a16="http://schemas.microsoft.com/office/drawing/2014/main" id="{3CF53C06-B73B-03E3-DBF6-875FB91092FE}"/>
              </a:ext>
            </a:extLst>
          </p:cNvPr>
          <p:cNvSpPr>
            <a:spLocks noGrp="1"/>
          </p:cNvSpPr>
          <p:nvPr>
            <p:ph type="body" sz="quarter" idx="32" hasCustomPrompt="1"/>
          </p:nvPr>
        </p:nvSpPr>
        <p:spPr>
          <a:xfrm>
            <a:off x="292038" y="3686027"/>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9" name="Text Placeholder 9">
            <a:extLst>
              <a:ext uri="{FF2B5EF4-FFF2-40B4-BE49-F238E27FC236}">
                <a16:creationId xmlns:a16="http://schemas.microsoft.com/office/drawing/2014/main" id="{A9764354-AF08-3A26-B38D-901445DC3479}"/>
              </a:ext>
            </a:extLst>
          </p:cNvPr>
          <p:cNvSpPr>
            <a:spLocks noGrp="1"/>
          </p:cNvSpPr>
          <p:nvPr>
            <p:ph type="body" sz="quarter" idx="33"/>
          </p:nvPr>
        </p:nvSpPr>
        <p:spPr>
          <a:xfrm>
            <a:off x="1433193" y="3686089"/>
            <a:ext cx="4210006" cy="539750"/>
          </a:xfrm>
        </p:spPr>
        <p:txBody>
          <a:bodyPr anchor="ctr"/>
          <a:lstStyle>
            <a:lvl1pPr marL="0" indent="0">
              <a:buNone/>
              <a:defRPr/>
            </a:lvl1pPr>
          </a:lstStyle>
          <a:p>
            <a:pPr lvl="0"/>
            <a:r>
              <a:rPr lang="en-US"/>
              <a:t>Click to edit Master text styles</a:t>
            </a:r>
          </a:p>
        </p:txBody>
      </p:sp>
      <p:sp>
        <p:nvSpPr>
          <p:cNvPr id="10" name="Text Placeholder 7">
            <a:extLst>
              <a:ext uri="{FF2B5EF4-FFF2-40B4-BE49-F238E27FC236}">
                <a16:creationId xmlns:a16="http://schemas.microsoft.com/office/drawing/2014/main" id="{FCF7D5C2-8292-320B-86B2-0C47483AAC5A}"/>
              </a:ext>
            </a:extLst>
          </p:cNvPr>
          <p:cNvSpPr>
            <a:spLocks noGrp="1"/>
          </p:cNvSpPr>
          <p:nvPr>
            <p:ph type="body" sz="quarter" idx="34" hasCustomPrompt="1"/>
          </p:nvPr>
        </p:nvSpPr>
        <p:spPr>
          <a:xfrm>
            <a:off x="6548801" y="2654575"/>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1" name="Text Placeholder 7">
            <a:extLst>
              <a:ext uri="{FF2B5EF4-FFF2-40B4-BE49-F238E27FC236}">
                <a16:creationId xmlns:a16="http://schemas.microsoft.com/office/drawing/2014/main" id="{69D2D97D-01C9-AC63-C58E-DF03604276DD}"/>
              </a:ext>
            </a:extLst>
          </p:cNvPr>
          <p:cNvSpPr>
            <a:spLocks noGrp="1"/>
          </p:cNvSpPr>
          <p:nvPr>
            <p:ph type="body" sz="quarter" idx="36" hasCustomPrompt="1"/>
          </p:nvPr>
        </p:nvSpPr>
        <p:spPr>
          <a:xfrm>
            <a:off x="6548800" y="4717228"/>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2" name="Text Placeholder 9">
            <a:extLst>
              <a:ext uri="{FF2B5EF4-FFF2-40B4-BE49-F238E27FC236}">
                <a16:creationId xmlns:a16="http://schemas.microsoft.com/office/drawing/2014/main" id="{25F0DF73-2020-D0E4-0E14-E79132347356}"/>
              </a:ext>
            </a:extLst>
          </p:cNvPr>
          <p:cNvSpPr>
            <a:spLocks noGrp="1"/>
          </p:cNvSpPr>
          <p:nvPr>
            <p:ph type="body" sz="quarter" idx="37"/>
          </p:nvPr>
        </p:nvSpPr>
        <p:spPr>
          <a:xfrm>
            <a:off x="7689956" y="2654700"/>
            <a:ext cx="4210006" cy="539750"/>
          </a:xfrm>
        </p:spPr>
        <p:txBody>
          <a:bodyPr anchor="ctr"/>
          <a:lstStyle>
            <a:lvl1pPr marL="0" indent="0">
              <a:buNone/>
              <a:defRPr/>
            </a:lvl1pPr>
          </a:lstStyle>
          <a:p>
            <a:pPr lvl="0"/>
            <a:r>
              <a:rPr lang="en-US"/>
              <a:t>Click to edit Master text styles</a:t>
            </a:r>
          </a:p>
        </p:txBody>
      </p:sp>
      <p:sp>
        <p:nvSpPr>
          <p:cNvPr id="13" name="Text Placeholder 7">
            <a:extLst>
              <a:ext uri="{FF2B5EF4-FFF2-40B4-BE49-F238E27FC236}">
                <a16:creationId xmlns:a16="http://schemas.microsoft.com/office/drawing/2014/main" id="{992373EB-340B-19F8-864D-E25B0BC36480}"/>
              </a:ext>
            </a:extLst>
          </p:cNvPr>
          <p:cNvSpPr>
            <a:spLocks noGrp="1"/>
          </p:cNvSpPr>
          <p:nvPr>
            <p:ph type="body" sz="quarter" idx="38" hasCustomPrompt="1"/>
          </p:nvPr>
        </p:nvSpPr>
        <p:spPr>
          <a:xfrm>
            <a:off x="6548801" y="3685902"/>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4" name="Text Placeholder 9">
            <a:extLst>
              <a:ext uri="{FF2B5EF4-FFF2-40B4-BE49-F238E27FC236}">
                <a16:creationId xmlns:a16="http://schemas.microsoft.com/office/drawing/2014/main" id="{F3D3FF71-5BF6-220D-61E9-69FA0B638A0E}"/>
              </a:ext>
            </a:extLst>
          </p:cNvPr>
          <p:cNvSpPr>
            <a:spLocks noGrp="1"/>
          </p:cNvSpPr>
          <p:nvPr>
            <p:ph type="body" sz="quarter" idx="39"/>
          </p:nvPr>
        </p:nvSpPr>
        <p:spPr>
          <a:xfrm>
            <a:off x="7689956" y="3685964"/>
            <a:ext cx="4210006" cy="539750"/>
          </a:xfrm>
        </p:spPr>
        <p:txBody>
          <a:bodyPr anchor="ctr"/>
          <a:lstStyle>
            <a:lvl1pPr marL="0" indent="0">
              <a:buNone/>
              <a:defRPr/>
            </a:lvl1pPr>
          </a:lstStyle>
          <a:p>
            <a:pPr lvl="0"/>
            <a:r>
              <a:rPr lang="en-US"/>
              <a:t>Click to edit Master text styles</a:t>
            </a:r>
          </a:p>
        </p:txBody>
      </p:sp>
      <p:sp>
        <p:nvSpPr>
          <p:cNvPr id="15" name="Text Placeholder 9">
            <a:extLst>
              <a:ext uri="{FF2B5EF4-FFF2-40B4-BE49-F238E27FC236}">
                <a16:creationId xmlns:a16="http://schemas.microsoft.com/office/drawing/2014/main" id="{EFECBB6D-6B13-3B95-627D-90ED1DA949C8}"/>
              </a:ext>
            </a:extLst>
          </p:cNvPr>
          <p:cNvSpPr>
            <a:spLocks noGrp="1"/>
          </p:cNvSpPr>
          <p:nvPr>
            <p:ph type="body" sz="quarter" idx="40"/>
          </p:nvPr>
        </p:nvSpPr>
        <p:spPr>
          <a:xfrm>
            <a:off x="1433193" y="4717603"/>
            <a:ext cx="4210006" cy="539750"/>
          </a:xfrm>
        </p:spPr>
        <p:txBody>
          <a:bodyPr anchor="ctr"/>
          <a:lstStyle>
            <a:lvl1pPr marL="0" indent="0">
              <a:buNone/>
              <a:defRPr/>
            </a:lvl1pPr>
          </a:lstStyle>
          <a:p>
            <a:pPr lvl="0"/>
            <a:r>
              <a:rPr lang="en-US"/>
              <a:t>Click to edit Master text styles</a:t>
            </a:r>
          </a:p>
        </p:txBody>
      </p:sp>
      <p:sp>
        <p:nvSpPr>
          <p:cNvPr id="16" name="Text Placeholder 9">
            <a:extLst>
              <a:ext uri="{FF2B5EF4-FFF2-40B4-BE49-F238E27FC236}">
                <a16:creationId xmlns:a16="http://schemas.microsoft.com/office/drawing/2014/main" id="{51AFB8FC-539F-8B04-6BDF-75F5DD4A3B97}"/>
              </a:ext>
            </a:extLst>
          </p:cNvPr>
          <p:cNvSpPr>
            <a:spLocks noGrp="1"/>
          </p:cNvSpPr>
          <p:nvPr>
            <p:ph type="body" sz="quarter" idx="41"/>
          </p:nvPr>
        </p:nvSpPr>
        <p:spPr>
          <a:xfrm>
            <a:off x="7689956" y="4717478"/>
            <a:ext cx="4210006" cy="539750"/>
          </a:xfrm>
        </p:spPr>
        <p:txBody>
          <a:bodyPr anchor="ct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3826791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4940078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855D7-7905-F3C8-2A92-4DE8523133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C0C6AF-0627-3CEB-B11C-1BEA21EAA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ECB7A460-18EF-25B0-8CDB-7448B266F73A}"/>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776761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A202-CD55-0A13-4A67-D7E11E7A04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441FDC-DBE6-179E-55C7-F447A9865C0E}"/>
              </a:ext>
            </a:extLst>
          </p:cNvPr>
          <p:cNvSpPr>
            <a:spLocks noGrp="1"/>
          </p:cNvSpPr>
          <p:nvPr>
            <p:ph sz="half" idx="1"/>
          </p:nvPr>
        </p:nvSpPr>
        <p:spPr>
          <a:xfrm>
            <a:off x="838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C9A615-B1DE-0AEF-EF01-A5E428D48406}"/>
              </a:ext>
            </a:extLst>
          </p:cNvPr>
          <p:cNvSpPr>
            <a:spLocks noGrp="1"/>
          </p:cNvSpPr>
          <p:nvPr>
            <p:ph sz="half" idx="2"/>
          </p:nvPr>
        </p:nvSpPr>
        <p:spPr>
          <a:xfrm>
            <a:off x="6172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a:extLst>
              <a:ext uri="{FF2B5EF4-FFF2-40B4-BE49-F238E27FC236}">
                <a16:creationId xmlns:a16="http://schemas.microsoft.com/office/drawing/2014/main" id="{4324E3E4-C2B7-4EBC-DB31-AD76D8E8838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5677025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25E0-3B1B-FF97-BC82-774AAC14F8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09D31E-00AA-D6D9-833C-0A31ED9F4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FFBE51-1818-78BC-FEFB-7F37E8F60B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6548AE-BAEE-E2E0-4862-FC81D056F3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3EA984-81B7-FC06-FFEE-46A07FE71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Slide Number Placeholder 8">
            <a:extLst>
              <a:ext uri="{FF2B5EF4-FFF2-40B4-BE49-F238E27FC236}">
                <a16:creationId xmlns:a16="http://schemas.microsoft.com/office/drawing/2014/main" id="{1E9493B2-B6EC-38BF-74B8-4CB35C9CAD0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66910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E793-2A76-72DA-8713-26646F5A33A8}"/>
              </a:ext>
            </a:extLst>
          </p:cNvPr>
          <p:cNvSpPr>
            <a:spLocks noGrp="1"/>
          </p:cNvSpPr>
          <p:nvPr>
            <p:ph type="title"/>
          </p:nvPr>
        </p:nvSpPr>
        <p:spPr/>
        <p:txBody>
          <a:bodyPr/>
          <a:lstStyle/>
          <a:p>
            <a:r>
              <a:rPr lang="en-US"/>
              <a:t>Click to edit Master title style</a:t>
            </a:r>
            <a:endParaRPr lang="en-IN"/>
          </a:p>
        </p:txBody>
      </p:sp>
      <p:sp>
        <p:nvSpPr>
          <p:cNvPr id="5" name="Slide Number Placeholder 4">
            <a:extLst>
              <a:ext uri="{FF2B5EF4-FFF2-40B4-BE49-F238E27FC236}">
                <a16:creationId xmlns:a16="http://schemas.microsoft.com/office/drawing/2014/main" id="{47AFD91C-510E-B4BA-D424-BD7676E920B0}"/>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19614837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4291-6853-832D-3DDA-06CE5FB043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F12DEE-26BF-AA89-001F-4CC30F69D6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633511-6AC7-F27A-471A-73140F2E71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A2D67C3F-8E89-7F46-47C0-B92F2BC03AF9}"/>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4583378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D91D-98DB-6E74-C35A-C089BB7A5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27C470-CD06-8E9D-328A-3FA41E3ED2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699F062C-C2F8-DE56-0334-307D9F5B0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CD950C41-3E33-9009-5316-1CF6205824EE}"/>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00351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D91D-98DB-6E74-C35A-C089BB7A5065}"/>
              </a:ext>
            </a:extLst>
          </p:cNvPr>
          <p:cNvSpPr>
            <a:spLocks noGrp="1"/>
          </p:cNvSpPr>
          <p:nvPr>
            <p:ph type="title" hasCustomPrompt="1"/>
          </p:nvPr>
        </p:nvSpPr>
        <p:spPr>
          <a:xfrm>
            <a:off x="292608" y="2427231"/>
            <a:ext cx="3932237" cy="607291"/>
          </a:xfrm>
        </p:spPr>
        <p:txBody>
          <a:bodyPr anchor="b">
            <a:noAutofit/>
          </a:bodyPr>
          <a:lstStyle>
            <a:lvl1pPr>
              <a:defRPr sz="4000"/>
            </a:lvl1pPr>
          </a:lstStyle>
          <a:p>
            <a:r>
              <a:rPr lang="en-US"/>
              <a:t>Thank You!</a:t>
            </a:r>
            <a:endParaRPr lang="en-IN"/>
          </a:p>
        </p:txBody>
      </p:sp>
      <p:sp>
        <p:nvSpPr>
          <p:cNvPr id="4" name="Text Placeholder 3">
            <a:extLst>
              <a:ext uri="{FF2B5EF4-FFF2-40B4-BE49-F238E27FC236}">
                <a16:creationId xmlns:a16="http://schemas.microsoft.com/office/drawing/2014/main" id="{699F062C-C2F8-DE56-0334-307D9F5B05E4}"/>
              </a:ext>
            </a:extLst>
          </p:cNvPr>
          <p:cNvSpPr>
            <a:spLocks noGrp="1"/>
          </p:cNvSpPr>
          <p:nvPr>
            <p:ph type="body" sz="half" idx="2" hasCustomPrompt="1"/>
          </p:nvPr>
        </p:nvSpPr>
        <p:spPr>
          <a:xfrm>
            <a:off x="4546156" y="2427231"/>
            <a:ext cx="7365428" cy="234696"/>
          </a:xfrm>
        </p:spPr>
        <p:txBody>
          <a:bodyPr>
            <a:noAutofit/>
          </a:bodyPr>
          <a:lstStyle>
            <a:lvl1pPr marL="0" indent="0">
              <a:buNone/>
              <a:defRPr sz="1100" b="1">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About Mphasis</a:t>
            </a:r>
          </a:p>
        </p:txBody>
      </p:sp>
      <p:sp>
        <p:nvSpPr>
          <p:cNvPr id="8" name="Text Placeholder 3">
            <a:extLst>
              <a:ext uri="{FF2B5EF4-FFF2-40B4-BE49-F238E27FC236}">
                <a16:creationId xmlns:a16="http://schemas.microsoft.com/office/drawing/2014/main" id="{446E07BE-8362-C3E1-5104-F6E1BCDA6C18}"/>
              </a:ext>
            </a:extLst>
          </p:cNvPr>
          <p:cNvSpPr>
            <a:spLocks noGrp="1"/>
          </p:cNvSpPr>
          <p:nvPr>
            <p:ph type="body" sz="half" idx="10" hasCustomPrompt="1"/>
          </p:nvPr>
        </p:nvSpPr>
        <p:spPr>
          <a:xfrm>
            <a:off x="4546156" y="2752441"/>
            <a:ext cx="7365428" cy="1163784"/>
          </a:xfrm>
        </p:spPr>
        <p:txBody>
          <a:bodyPr>
            <a:normAutofit/>
          </a:bodyPr>
          <a:lstStyle>
            <a:lvl1pPr marL="0" indent="0">
              <a:buNone/>
              <a:defRPr sz="11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gn="just"/>
            <a:r>
              <a:rPr lang="en-US" sz="1100" b="1" u="sng">
                <a:solidFill>
                  <a:schemeClr val="tx1"/>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Mphasis</a:t>
            </a:r>
            <a:r>
              <a:rPr lang="en-US" sz="1100">
                <a:solidFill>
                  <a:schemeClr val="tx1"/>
                </a:solidFill>
                <a:latin typeface="Calibri" panose="020F0502020204030204" pitchFamily="34" charset="0"/>
                <a:cs typeface="Calibri" panose="020F0502020204030204" pitchFamily="34" charset="0"/>
              </a:rPr>
              <a:t> </a:t>
            </a:r>
            <a:r>
              <a:rPr lang="en-GB" sz="1100">
                <a:solidFill>
                  <a:schemeClr val="tx1"/>
                </a:solidFill>
                <a:latin typeface="Calibri" panose="020F0502020204030204" pitchFamily="34" charset="0"/>
                <a:cs typeface="Calibri" panose="020F0502020204030204" pitchFamily="34" charset="0"/>
              </a:rPr>
              <a:t>(BSE: 526299; NSE: MPHASIS) applies next-generation technology to help enterprises transform businesses globally. Customer centricity is foundational to Mphasis and is reflected in the Mphasis’ </a:t>
            </a:r>
            <a:r>
              <a:rPr lang="en-US" sz="1100" u="sng">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Front2Back</a:t>
            </a:r>
            <a:r>
              <a:rPr lang="en-US" sz="1100">
                <a:solidFill>
                  <a:schemeClr val="tx1"/>
                </a:solidFill>
                <a:latin typeface="Calibri" panose="020F0502020204030204" pitchFamily="34" charset="0"/>
                <a:cs typeface="Calibri" panose="020F0502020204030204" pitchFamily="34" charset="0"/>
              </a:rPr>
              <a:t>™ Transformation </a:t>
            </a:r>
            <a:r>
              <a:rPr lang="en-GB" sz="1100">
                <a:solidFill>
                  <a:schemeClr val="tx1"/>
                </a:solidFill>
                <a:latin typeface="Calibri" panose="020F0502020204030204" pitchFamily="34" charset="0"/>
                <a:cs typeface="Calibri" panose="020F0502020204030204" pitchFamily="34" charset="0"/>
              </a:rPr>
              <a:t>approach. Front2Back™ uses the exponential power of cloud and cognitive to provide hyper-personalized (C=</a:t>
            </a:r>
            <a:r>
              <a:rPr lang="en-GB" sz="1100" u="sng">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X2C</a:t>
            </a:r>
            <a:r>
              <a:rPr lang="en-US" sz="1100" u="sng" baseline="30000">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2 </a:t>
            </a:r>
            <a:r>
              <a:rPr lang="en-US" sz="1100" u="sng" baseline="-25000">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TM</a:t>
            </a:r>
            <a:r>
              <a:rPr lang="en-GB" sz="1100">
                <a:solidFill>
                  <a:schemeClr val="tx1"/>
                </a:solidFill>
                <a:latin typeface="Calibri" panose="020F0502020204030204" pitchFamily="34" charset="0"/>
                <a:cs typeface="Calibri" panose="020F0502020204030204" pitchFamily="34" charset="0"/>
              </a:rPr>
              <a:t>=1) digital experience to clients and their end customers. Mphasis’ Service Transformation approach helps ‘shrink the core’ through the application of digital technologies across legacy environments within an enterprise, enabling businesses to stay ahead in a changing world. Mphasis’ core reference architectures and tools, speed and innovation with domain expertise and specialization are key to building strong relationships with marquee clients. Click </a:t>
            </a:r>
            <a:r>
              <a:rPr lang="en-US" sz="1100" u="sng">
                <a:solidFill>
                  <a:schemeClr val="tx1"/>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here</a:t>
            </a:r>
            <a:r>
              <a:rPr lang="en-GB" sz="1100">
                <a:solidFill>
                  <a:schemeClr val="tx1"/>
                </a:solidFill>
                <a:latin typeface="Calibri" panose="020F0502020204030204" pitchFamily="34" charset="0"/>
                <a:cs typeface="Calibri" panose="020F0502020204030204" pitchFamily="34" charset="0"/>
              </a:rPr>
              <a:t> to know</a:t>
            </a:r>
            <a:endParaRPr lang="en-US" sz="1100">
              <a:solidFill>
                <a:schemeClr val="tx1"/>
              </a:solidFill>
            </a:endParaRPr>
          </a:p>
        </p:txBody>
      </p:sp>
      <p:sp>
        <p:nvSpPr>
          <p:cNvPr id="7" name="Text Placeholder 3">
            <a:extLst>
              <a:ext uri="{FF2B5EF4-FFF2-40B4-BE49-F238E27FC236}">
                <a16:creationId xmlns:a16="http://schemas.microsoft.com/office/drawing/2014/main" id="{A7EFAE60-E39A-9005-31DA-97A99B34CE70}"/>
              </a:ext>
            </a:extLst>
          </p:cNvPr>
          <p:cNvSpPr>
            <a:spLocks noGrp="1"/>
          </p:cNvSpPr>
          <p:nvPr>
            <p:ph type="body" sz="half" idx="11" hasCustomPrompt="1"/>
          </p:nvPr>
        </p:nvSpPr>
        <p:spPr>
          <a:xfrm>
            <a:off x="4546156" y="4186759"/>
            <a:ext cx="7365428" cy="234696"/>
          </a:xfrm>
        </p:spPr>
        <p:txBody>
          <a:bodyPr>
            <a:noAutofit/>
          </a:bodyPr>
          <a:lstStyle>
            <a:lvl1pPr marL="0" indent="0">
              <a:buNone/>
              <a:defRPr sz="11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Important Confidentiality Notice</a:t>
            </a:r>
          </a:p>
        </p:txBody>
      </p:sp>
      <p:sp>
        <p:nvSpPr>
          <p:cNvPr id="9" name="Text Placeholder 3">
            <a:extLst>
              <a:ext uri="{FF2B5EF4-FFF2-40B4-BE49-F238E27FC236}">
                <a16:creationId xmlns:a16="http://schemas.microsoft.com/office/drawing/2014/main" id="{C8E64091-FB27-9FD5-5D29-54489F1551B5}"/>
              </a:ext>
            </a:extLst>
          </p:cNvPr>
          <p:cNvSpPr>
            <a:spLocks noGrp="1"/>
          </p:cNvSpPr>
          <p:nvPr>
            <p:ph type="body" sz="half" idx="12" hasCustomPrompt="1"/>
          </p:nvPr>
        </p:nvSpPr>
        <p:spPr>
          <a:xfrm>
            <a:off x="4546156" y="4511969"/>
            <a:ext cx="7365428" cy="771231"/>
          </a:xfrm>
        </p:spPr>
        <p:txBody>
          <a:bodyPr>
            <a:normAutofit/>
          </a:bodyPr>
          <a:lstStyle>
            <a:lvl1pPr marL="0" indent="0">
              <a:buNone/>
              <a:defRPr sz="10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p:txBody>
      </p:sp>
      <p:sp>
        <p:nvSpPr>
          <p:cNvPr id="10" name="Text Placeholder 3">
            <a:extLst>
              <a:ext uri="{FF2B5EF4-FFF2-40B4-BE49-F238E27FC236}">
                <a16:creationId xmlns:a16="http://schemas.microsoft.com/office/drawing/2014/main" id="{CA785B9C-C2C1-9BA6-B4EA-B39067399D3B}"/>
              </a:ext>
            </a:extLst>
          </p:cNvPr>
          <p:cNvSpPr>
            <a:spLocks noGrp="1"/>
          </p:cNvSpPr>
          <p:nvPr>
            <p:ph type="body" sz="half" idx="13" hasCustomPrompt="1"/>
          </p:nvPr>
        </p:nvSpPr>
        <p:spPr>
          <a:xfrm>
            <a:off x="292608" y="3285981"/>
            <a:ext cx="3932237" cy="251461"/>
          </a:xfrm>
        </p:spPr>
        <p:txBody>
          <a:bodyPr>
            <a:normAutofit/>
          </a:bodyPr>
          <a:lstStyle>
            <a:lvl1pPr marL="0" indent="0">
              <a:buNone/>
              <a:defRPr sz="1100" b="1"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For more information, please contact:</a:t>
            </a:r>
          </a:p>
        </p:txBody>
      </p:sp>
      <p:sp>
        <p:nvSpPr>
          <p:cNvPr id="11" name="Text Placeholder 3">
            <a:extLst>
              <a:ext uri="{FF2B5EF4-FFF2-40B4-BE49-F238E27FC236}">
                <a16:creationId xmlns:a16="http://schemas.microsoft.com/office/drawing/2014/main" id="{83546EF3-0B27-25F3-6015-704E4C5AB221}"/>
              </a:ext>
            </a:extLst>
          </p:cNvPr>
          <p:cNvSpPr>
            <a:spLocks noGrp="1"/>
          </p:cNvSpPr>
          <p:nvPr>
            <p:ph type="body" sz="half" idx="14" hasCustomPrompt="1"/>
          </p:nvPr>
        </p:nvSpPr>
        <p:spPr>
          <a:xfrm>
            <a:off x="292608" y="3627956"/>
            <a:ext cx="3932237" cy="536172"/>
          </a:xfrm>
        </p:spPr>
        <p:txBody>
          <a:bodyPr>
            <a:normAutofit/>
          </a:bodyPr>
          <a:lstStyle>
            <a:lvl1pPr marL="0" indent="0">
              <a:buNone/>
              <a:defRPr sz="11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indent="0" algn="just" defTabSz="1218529" rtl="0" eaLnBrk="1" fontAlgn="base" latinLnBrk="0" hangingPunct="1">
              <a:lnSpc>
                <a:spcPct val="100000"/>
              </a:lnSpc>
              <a:spcBef>
                <a:spcPct val="20000"/>
              </a:spcBef>
              <a:spcAft>
                <a:spcPct val="0"/>
              </a:spcAft>
              <a:buClrTx/>
              <a:buSzTx/>
              <a:buFont typeface="Arial" charset="0"/>
              <a:buNone/>
              <a:tabLst/>
              <a:defRPr/>
            </a:pPr>
            <a:r>
              <a:rPr lang="en-US" sz="1100">
                <a:solidFill>
                  <a:schemeClr val="tx1"/>
                </a:solidFill>
                <a:latin typeface="Calibri" panose="020F0502020204030204" pitchFamily="34" charset="0"/>
                <a:cs typeface="Calibri" panose="020F0502020204030204" pitchFamily="34" charset="0"/>
              </a:rPr>
              <a:t>Contact details to be included here</a:t>
            </a:r>
          </a:p>
        </p:txBody>
      </p:sp>
      <p:sp>
        <p:nvSpPr>
          <p:cNvPr id="16" name="Slide Number Placeholder 6">
            <a:extLst>
              <a:ext uri="{FF2B5EF4-FFF2-40B4-BE49-F238E27FC236}">
                <a16:creationId xmlns:a16="http://schemas.microsoft.com/office/drawing/2014/main" id="{DF9B0870-4380-1958-0FFF-0CC732624A0A}"/>
              </a:ext>
            </a:extLst>
          </p:cNvPr>
          <p:cNvSpPr>
            <a:spLocks noGrp="1"/>
          </p:cNvSpPr>
          <p:nvPr>
            <p:ph type="sldNum" sz="quarter" idx="15"/>
          </p:nvPr>
        </p:nvSpPr>
        <p:spPr>
          <a:xfrm>
            <a:off x="9927336" y="6266972"/>
            <a:ext cx="1404000" cy="365125"/>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5860303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4A6AB93-8D94-5300-481D-A7C248B3C0D5}"/>
              </a:ext>
            </a:extLst>
          </p:cNvPr>
          <p:cNvSpPr>
            <a:spLocks noGrp="1"/>
          </p:cNvSpPr>
          <p:nvPr>
            <p:ph type="title"/>
          </p:nvPr>
        </p:nvSpPr>
        <p:spPr>
          <a:xfrm>
            <a:off x="443510" y="384968"/>
            <a:ext cx="9377680" cy="315913"/>
          </a:xfrm>
        </p:spPr>
        <p:txBody>
          <a:bodyPr>
            <a:noAutofit/>
          </a:bodyPr>
          <a:lstStyle>
            <a:lvl1pPr>
              <a:defRPr sz="1800">
                <a:solidFill>
                  <a:schemeClr val="accent1"/>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D268E783-1079-CC6A-E8E8-772269F4D819}"/>
              </a:ext>
            </a:extLst>
          </p:cNvPr>
          <p:cNvSpPr>
            <a:spLocks noGrp="1"/>
          </p:cNvSpPr>
          <p:nvPr>
            <p:ph idx="1"/>
          </p:nvPr>
        </p:nvSpPr>
        <p:spPr>
          <a:xfrm>
            <a:off x="443510" y="700882"/>
            <a:ext cx="9377680" cy="586052"/>
          </a:xfrm>
        </p:spPr>
        <p:txBody>
          <a:bodyPr>
            <a:noAutofit/>
          </a:bodyPr>
          <a:lstStyle>
            <a:lvl1pPr marL="0" indent="0">
              <a:lnSpc>
                <a:spcPct val="80000"/>
              </a:lnSpc>
              <a:buNone/>
              <a:defRPr sz="3600" b="1"/>
            </a:lvl1pPr>
          </a:lstStyle>
          <a:p>
            <a:pPr lvl="0"/>
            <a:r>
              <a:rPr lang="en-US"/>
              <a:t>Click to edit Master text styles</a:t>
            </a:r>
          </a:p>
        </p:txBody>
      </p:sp>
      <p:pic>
        <p:nvPicPr>
          <p:cNvPr id="8" name="Picture 7">
            <a:extLst>
              <a:ext uri="{FF2B5EF4-FFF2-40B4-BE49-F238E27FC236}">
                <a16:creationId xmlns:a16="http://schemas.microsoft.com/office/drawing/2014/main" id="{656CEE0A-F60F-051E-CFBB-2B3C17F2BDC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859008" y="181196"/>
            <a:ext cx="987552" cy="306482"/>
          </a:xfrm>
          <a:prstGeom prst="rect">
            <a:avLst/>
          </a:prstGeom>
        </p:spPr>
      </p:pic>
      <p:sp>
        <p:nvSpPr>
          <p:cNvPr id="5" name="Date Placeholder 14">
            <a:extLst>
              <a:ext uri="{FF2B5EF4-FFF2-40B4-BE49-F238E27FC236}">
                <a16:creationId xmlns:a16="http://schemas.microsoft.com/office/drawing/2014/main" id="{FEA1F267-7A24-FE1F-5CBE-13B03E4305B5}"/>
              </a:ext>
            </a:extLst>
          </p:cNvPr>
          <p:cNvSpPr txBox="1">
            <a:spLocks/>
          </p:cNvSpPr>
          <p:nvPr userDrawn="1"/>
        </p:nvSpPr>
        <p:spPr>
          <a:xfrm>
            <a:off x="11686296" y="6523496"/>
            <a:ext cx="247491" cy="29975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pic>
        <p:nvPicPr>
          <p:cNvPr id="13" name="Picture 12" descr="A close up of a sign&#10;&#10;Description automatically generated">
            <a:extLst>
              <a:ext uri="{FF2B5EF4-FFF2-40B4-BE49-F238E27FC236}">
                <a16:creationId xmlns:a16="http://schemas.microsoft.com/office/drawing/2014/main" id="{A58BED99-F493-7B21-13C9-0E6321B0137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Tree>
    <p:extLst>
      <p:ext uri="{BB962C8B-B14F-4D97-AF65-F5344CB8AC3E}">
        <p14:creationId xmlns:p14="http://schemas.microsoft.com/office/powerpoint/2010/main" val="1180400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40479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1448475"/>
            <a:ext cx="11618976" cy="4433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20666451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88" name="Content Placeholder 2">
            <a:extLst>
              <a:ext uri="{FF2B5EF4-FFF2-40B4-BE49-F238E27FC236}">
                <a16:creationId xmlns:a16="http://schemas.microsoft.com/office/drawing/2014/main" id="{A1EDEA69-18CC-F5D0-C6C8-0372943DBD3D}"/>
              </a:ext>
            </a:extLst>
          </p:cNvPr>
          <p:cNvSpPr>
            <a:spLocks noGrp="1"/>
          </p:cNvSpPr>
          <p:nvPr>
            <p:ph idx="1"/>
          </p:nvPr>
        </p:nvSpPr>
        <p:spPr>
          <a:xfrm>
            <a:off x="292608" y="692727"/>
            <a:ext cx="11618976" cy="5244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703824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4" name="Rectangle 3">
            <a:extLst>
              <a:ext uri="{FF2B5EF4-FFF2-40B4-BE49-F238E27FC236}">
                <a16:creationId xmlns:a16="http://schemas.microsoft.com/office/drawing/2014/main" id="{569105BB-D7A7-8BB9-E4C5-6A530FE7C275}"/>
              </a:ext>
            </a:extLst>
          </p:cNvPr>
          <p:cNvSpPr/>
          <p:nvPr userDrawn="1"/>
        </p:nvSpPr>
        <p:spPr>
          <a:xfrm>
            <a:off x="4070282" y="2252519"/>
            <a:ext cx="991247" cy="92248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10">
            <a:extLst>
              <a:ext uri="{FF2B5EF4-FFF2-40B4-BE49-F238E27FC236}">
                <a16:creationId xmlns:a16="http://schemas.microsoft.com/office/drawing/2014/main" id="{E2AB7DCB-CD4B-FEBE-EC8F-1779516CAB7F}"/>
              </a:ext>
            </a:extLst>
          </p:cNvPr>
          <p:cNvSpPr>
            <a:spLocks noGrp="1"/>
          </p:cNvSpPr>
          <p:nvPr>
            <p:ph type="body" sz="quarter" idx="18" hasCustomPrompt="1"/>
          </p:nvPr>
        </p:nvSpPr>
        <p:spPr>
          <a:xfrm>
            <a:off x="4155900" y="2325255"/>
            <a:ext cx="820011" cy="777011"/>
          </a:xfrm>
        </p:spPr>
        <p:txBody>
          <a:bodyPr anchor="ctr">
            <a:normAutofit/>
          </a:bodyPr>
          <a:lstStyle>
            <a:lvl1pPr marL="0" indent="0" algn="ctr">
              <a:buNone/>
              <a:defRPr sz="1200" b="1">
                <a:solidFill>
                  <a:schemeClr val="bg1"/>
                </a:solidFill>
              </a:defRPr>
            </a:lvl1pPr>
          </a:lstStyle>
          <a:p>
            <a:pPr lvl="0"/>
            <a:r>
              <a:rPr lang="en-US"/>
              <a:t>#000000</a:t>
            </a:r>
            <a:endParaRPr lang="en-IN"/>
          </a:p>
        </p:txBody>
      </p:sp>
      <p:sp>
        <p:nvSpPr>
          <p:cNvPr id="8" name="Rectangle 7">
            <a:extLst>
              <a:ext uri="{FF2B5EF4-FFF2-40B4-BE49-F238E27FC236}">
                <a16:creationId xmlns:a16="http://schemas.microsoft.com/office/drawing/2014/main" id="{C0939D25-32F0-6765-C435-28394B055AA8}"/>
              </a:ext>
            </a:extLst>
          </p:cNvPr>
          <p:cNvSpPr/>
          <p:nvPr userDrawn="1"/>
        </p:nvSpPr>
        <p:spPr>
          <a:xfrm>
            <a:off x="5358755" y="2252519"/>
            <a:ext cx="991247" cy="92248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 Placeholder 10">
            <a:extLst>
              <a:ext uri="{FF2B5EF4-FFF2-40B4-BE49-F238E27FC236}">
                <a16:creationId xmlns:a16="http://schemas.microsoft.com/office/drawing/2014/main" id="{65996DDE-287F-5668-A210-81B520F5E04C}"/>
              </a:ext>
            </a:extLst>
          </p:cNvPr>
          <p:cNvSpPr>
            <a:spLocks noGrp="1"/>
          </p:cNvSpPr>
          <p:nvPr>
            <p:ph type="body" sz="quarter" idx="19" hasCustomPrompt="1"/>
          </p:nvPr>
        </p:nvSpPr>
        <p:spPr>
          <a:xfrm>
            <a:off x="5444373" y="2325255"/>
            <a:ext cx="820011" cy="777011"/>
          </a:xfrm>
        </p:spPr>
        <p:txBody>
          <a:bodyPr anchor="ctr">
            <a:normAutofit/>
          </a:bodyPr>
          <a:lstStyle>
            <a:lvl1pPr marL="0" indent="0" algn="ctr">
              <a:buNone/>
              <a:defRPr sz="1200" b="1">
                <a:solidFill>
                  <a:schemeClr val="bg1"/>
                </a:solidFill>
              </a:defRPr>
            </a:lvl1pPr>
          </a:lstStyle>
          <a:p>
            <a:pPr lvl="0"/>
            <a:r>
              <a:rPr lang="en-US"/>
              <a:t>#22988A</a:t>
            </a:r>
            <a:endParaRPr lang="en-IN"/>
          </a:p>
        </p:txBody>
      </p:sp>
      <p:sp>
        <p:nvSpPr>
          <p:cNvPr id="10" name="Rectangle 9">
            <a:extLst>
              <a:ext uri="{FF2B5EF4-FFF2-40B4-BE49-F238E27FC236}">
                <a16:creationId xmlns:a16="http://schemas.microsoft.com/office/drawing/2014/main" id="{869F10B5-86EA-D0D3-C56A-D17ACE3F8B2A}"/>
              </a:ext>
            </a:extLst>
          </p:cNvPr>
          <p:cNvSpPr/>
          <p:nvPr userDrawn="1"/>
        </p:nvSpPr>
        <p:spPr>
          <a:xfrm>
            <a:off x="6647228" y="2251366"/>
            <a:ext cx="991247" cy="92248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10">
            <a:extLst>
              <a:ext uri="{FF2B5EF4-FFF2-40B4-BE49-F238E27FC236}">
                <a16:creationId xmlns:a16="http://schemas.microsoft.com/office/drawing/2014/main" id="{A9A62C3C-D1B2-2989-F340-F2E799416EC1}"/>
              </a:ext>
            </a:extLst>
          </p:cNvPr>
          <p:cNvSpPr>
            <a:spLocks noGrp="1"/>
          </p:cNvSpPr>
          <p:nvPr>
            <p:ph type="body" sz="quarter" idx="20" hasCustomPrompt="1"/>
          </p:nvPr>
        </p:nvSpPr>
        <p:spPr>
          <a:xfrm>
            <a:off x="6732846" y="2324102"/>
            <a:ext cx="820011" cy="777011"/>
          </a:xfrm>
        </p:spPr>
        <p:txBody>
          <a:bodyPr anchor="ctr">
            <a:normAutofit/>
          </a:bodyPr>
          <a:lstStyle>
            <a:lvl1pPr marL="0" indent="0" algn="ctr">
              <a:buNone/>
              <a:defRPr sz="1200" b="1">
                <a:solidFill>
                  <a:schemeClr val="bg1"/>
                </a:solidFill>
              </a:defRPr>
            </a:lvl1pPr>
          </a:lstStyle>
          <a:p>
            <a:pPr lvl="0"/>
            <a:r>
              <a:rPr lang="en-US"/>
              <a:t>#00325B</a:t>
            </a:r>
            <a:endParaRPr lang="en-IN"/>
          </a:p>
        </p:txBody>
      </p:sp>
      <p:sp>
        <p:nvSpPr>
          <p:cNvPr id="24" name="Rectangle 23">
            <a:extLst>
              <a:ext uri="{FF2B5EF4-FFF2-40B4-BE49-F238E27FC236}">
                <a16:creationId xmlns:a16="http://schemas.microsoft.com/office/drawing/2014/main" id="{7DD7F594-EDB6-6B83-A59D-7859416DD2BA}"/>
              </a:ext>
            </a:extLst>
          </p:cNvPr>
          <p:cNvSpPr/>
          <p:nvPr userDrawn="1"/>
        </p:nvSpPr>
        <p:spPr>
          <a:xfrm>
            <a:off x="4070282" y="3812311"/>
            <a:ext cx="991247" cy="9224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 Placeholder 10">
            <a:extLst>
              <a:ext uri="{FF2B5EF4-FFF2-40B4-BE49-F238E27FC236}">
                <a16:creationId xmlns:a16="http://schemas.microsoft.com/office/drawing/2014/main" id="{C1ECAF94-1ED1-03D9-4331-83C263CA3769}"/>
              </a:ext>
            </a:extLst>
          </p:cNvPr>
          <p:cNvSpPr>
            <a:spLocks noGrp="1"/>
          </p:cNvSpPr>
          <p:nvPr>
            <p:ph type="body" sz="quarter" idx="21" hasCustomPrompt="1"/>
          </p:nvPr>
        </p:nvSpPr>
        <p:spPr>
          <a:xfrm>
            <a:off x="4155900" y="3885047"/>
            <a:ext cx="820011" cy="777011"/>
          </a:xfrm>
        </p:spPr>
        <p:txBody>
          <a:bodyPr anchor="ctr">
            <a:normAutofit/>
          </a:bodyPr>
          <a:lstStyle>
            <a:lvl1pPr marL="0" indent="0" algn="ctr">
              <a:buNone/>
              <a:defRPr sz="1200" b="1">
                <a:solidFill>
                  <a:schemeClr val="bg1"/>
                </a:solidFill>
              </a:defRPr>
            </a:lvl1pPr>
          </a:lstStyle>
          <a:p>
            <a:pPr lvl="0"/>
            <a:r>
              <a:rPr lang="en-US"/>
              <a:t>#199DD1</a:t>
            </a:r>
            <a:endParaRPr lang="en-IN"/>
          </a:p>
        </p:txBody>
      </p:sp>
      <p:sp>
        <p:nvSpPr>
          <p:cNvPr id="26" name="Rectangle 25">
            <a:extLst>
              <a:ext uri="{FF2B5EF4-FFF2-40B4-BE49-F238E27FC236}">
                <a16:creationId xmlns:a16="http://schemas.microsoft.com/office/drawing/2014/main" id="{3BDD7770-3D6E-4B7E-F762-41A7BCA5BB04}"/>
              </a:ext>
            </a:extLst>
          </p:cNvPr>
          <p:cNvSpPr/>
          <p:nvPr userDrawn="1"/>
        </p:nvSpPr>
        <p:spPr>
          <a:xfrm>
            <a:off x="5358755" y="3812311"/>
            <a:ext cx="991247" cy="92248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 Placeholder 10">
            <a:extLst>
              <a:ext uri="{FF2B5EF4-FFF2-40B4-BE49-F238E27FC236}">
                <a16:creationId xmlns:a16="http://schemas.microsoft.com/office/drawing/2014/main" id="{BC940AA0-0472-3AB3-245B-CA915C45D1A2}"/>
              </a:ext>
            </a:extLst>
          </p:cNvPr>
          <p:cNvSpPr>
            <a:spLocks noGrp="1"/>
          </p:cNvSpPr>
          <p:nvPr>
            <p:ph type="body" sz="quarter" idx="22" hasCustomPrompt="1"/>
          </p:nvPr>
        </p:nvSpPr>
        <p:spPr>
          <a:xfrm>
            <a:off x="5444373" y="3885047"/>
            <a:ext cx="820011" cy="777011"/>
          </a:xfrm>
        </p:spPr>
        <p:txBody>
          <a:bodyPr anchor="ctr">
            <a:normAutofit/>
          </a:bodyPr>
          <a:lstStyle>
            <a:lvl1pPr marL="0" indent="0" algn="ctr">
              <a:buNone/>
              <a:defRPr sz="1200" b="1">
                <a:solidFill>
                  <a:schemeClr val="bg1"/>
                </a:solidFill>
              </a:defRPr>
            </a:lvl1pPr>
          </a:lstStyle>
          <a:p>
            <a:pPr lvl="0"/>
            <a:r>
              <a:rPr lang="en-US"/>
              <a:t>#B586BF</a:t>
            </a:r>
            <a:endParaRPr lang="en-IN"/>
          </a:p>
        </p:txBody>
      </p:sp>
      <p:sp>
        <p:nvSpPr>
          <p:cNvPr id="28" name="Rectangle 27">
            <a:extLst>
              <a:ext uri="{FF2B5EF4-FFF2-40B4-BE49-F238E27FC236}">
                <a16:creationId xmlns:a16="http://schemas.microsoft.com/office/drawing/2014/main" id="{0BF6F0D1-5E5C-CDFC-7432-FC4E3963D2AC}"/>
              </a:ext>
            </a:extLst>
          </p:cNvPr>
          <p:cNvSpPr/>
          <p:nvPr userDrawn="1"/>
        </p:nvSpPr>
        <p:spPr>
          <a:xfrm>
            <a:off x="6647228" y="3812311"/>
            <a:ext cx="991247" cy="92248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 Placeholder 10">
            <a:extLst>
              <a:ext uri="{FF2B5EF4-FFF2-40B4-BE49-F238E27FC236}">
                <a16:creationId xmlns:a16="http://schemas.microsoft.com/office/drawing/2014/main" id="{24A9DA97-4C75-E635-617A-482DF9BB5CA8}"/>
              </a:ext>
            </a:extLst>
          </p:cNvPr>
          <p:cNvSpPr>
            <a:spLocks noGrp="1"/>
          </p:cNvSpPr>
          <p:nvPr>
            <p:ph type="body" sz="quarter" idx="23" hasCustomPrompt="1"/>
          </p:nvPr>
        </p:nvSpPr>
        <p:spPr>
          <a:xfrm>
            <a:off x="6732846" y="3885047"/>
            <a:ext cx="820011" cy="777011"/>
          </a:xfrm>
        </p:spPr>
        <p:txBody>
          <a:bodyPr anchor="ctr">
            <a:normAutofit/>
          </a:bodyPr>
          <a:lstStyle>
            <a:lvl1pPr marL="0" indent="0" algn="ctr">
              <a:buNone/>
              <a:defRPr sz="1200" b="1">
                <a:solidFill>
                  <a:schemeClr val="bg1"/>
                </a:solidFill>
              </a:defRPr>
            </a:lvl1pPr>
          </a:lstStyle>
          <a:p>
            <a:pPr lvl="0"/>
            <a:r>
              <a:rPr lang="en-US"/>
              <a:t>#A0CD49</a:t>
            </a:r>
            <a:endParaRPr lang="en-IN"/>
          </a:p>
        </p:txBody>
      </p:sp>
      <p:sp>
        <p:nvSpPr>
          <p:cNvPr id="30" name="Rectangle 29">
            <a:extLst>
              <a:ext uri="{FF2B5EF4-FFF2-40B4-BE49-F238E27FC236}">
                <a16:creationId xmlns:a16="http://schemas.microsoft.com/office/drawing/2014/main" id="{23B994CE-054A-D88C-2D50-94E9D2E1D8EC}"/>
              </a:ext>
            </a:extLst>
          </p:cNvPr>
          <p:cNvSpPr/>
          <p:nvPr userDrawn="1"/>
        </p:nvSpPr>
        <p:spPr>
          <a:xfrm>
            <a:off x="7935701" y="3812311"/>
            <a:ext cx="991247" cy="922482"/>
          </a:xfrm>
          <a:prstGeom prst="rect">
            <a:avLst/>
          </a:prstGeom>
          <a:solidFill>
            <a:schemeClr val="accent6">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 Placeholder 10">
            <a:extLst>
              <a:ext uri="{FF2B5EF4-FFF2-40B4-BE49-F238E27FC236}">
                <a16:creationId xmlns:a16="http://schemas.microsoft.com/office/drawing/2014/main" id="{67999B7F-B277-8474-1F16-3DE5621A05E9}"/>
              </a:ext>
            </a:extLst>
          </p:cNvPr>
          <p:cNvSpPr>
            <a:spLocks noGrp="1"/>
          </p:cNvSpPr>
          <p:nvPr>
            <p:ph type="body" sz="quarter" idx="24" hasCustomPrompt="1"/>
          </p:nvPr>
        </p:nvSpPr>
        <p:spPr>
          <a:xfrm>
            <a:off x="8021319" y="3885047"/>
            <a:ext cx="820011" cy="777011"/>
          </a:xfrm>
        </p:spPr>
        <p:txBody>
          <a:bodyPr anchor="ctr">
            <a:normAutofit/>
          </a:bodyPr>
          <a:lstStyle>
            <a:lvl1pPr marL="0" indent="0" algn="ctr">
              <a:buNone/>
              <a:defRPr sz="1200" b="1">
                <a:solidFill>
                  <a:schemeClr val="bg1"/>
                </a:solidFill>
              </a:defRPr>
            </a:lvl1pPr>
          </a:lstStyle>
          <a:p>
            <a:pPr lvl="0"/>
            <a:r>
              <a:rPr lang="en-US"/>
              <a:t>Grey</a:t>
            </a:r>
            <a:endParaRPr lang="en-IN"/>
          </a:p>
        </p:txBody>
      </p:sp>
      <p:sp>
        <p:nvSpPr>
          <p:cNvPr id="32" name="Text Placeholder 10">
            <a:extLst>
              <a:ext uri="{FF2B5EF4-FFF2-40B4-BE49-F238E27FC236}">
                <a16:creationId xmlns:a16="http://schemas.microsoft.com/office/drawing/2014/main" id="{5E5119BD-BCD6-B62B-40F2-5375D1FF4BED}"/>
              </a:ext>
            </a:extLst>
          </p:cNvPr>
          <p:cNvSpPr>
            <a:spLocks noGrp="1"/>
          </p:cNvSpPr>
          <p:nvPr>
            <p:ph type="body" sz="quarter" idx="25" hasCustomPrompt="1"/>
          </p:nvPr>
        </p:nvSpPr>
        <p:spPr>
          <a:xfrm>
            <a:off x="2781809" y="2324101"/>
            <a:ext cx="991247" cy="777011"/>
          </a:xfrm>
        </p:spPr>
        <p:txBody>
          <a:bodyPr anchor="ctr">
            <a:normAutofit/>
          </a:bodyPr>
          <a:lstStyle>
            <a:lvl1pPr marL="0" indent="0" algn="l">
              <a:buNone/>
              <a:defRPr sz="1400" b="1">
                <a:solidFill>
                  <a:schemeClr val="tx1"/>
                </a:solidFill>
              </a:defRPr>
            </a:lvl1pPr>
          </a:lstStyle>
          <a:p>
            <a:pPr lvl="0"/>
            <a:r>
              <a:rPr lang="en-US"/>
              <a:t>Primary Colors</a:t>
            </a:r>
            <a:endParaRPr lang="en-IN"/>
          </a:p>
        </p:txBody>
      </p:sp>
      <p:sp>
        <p:nvSpPr>
          <p:cNvPr id="33" name="Text Placeholder 10">
            <a:extLst>
              <a:ext uri="{FF2B5EF4-FFF2-40B4-BE49-F238E27FC236}">
                <a16:creationId xmlns:a16="http://schemas.microsoft.com/office/drawing/2014/main" id="{C42B1670-3F8A-F604-5BBF-65E87FD51FC9}"/>
              </a:ext>
            </a:extLst>
          </p:cNvPr>
          <p:cNvSpPr>
            <a:spLocks noGrp="1"/>
          </p:cNvSpPr>
          <p:nvPr>
            <p:ph type="body" sz="quarter" idx="26" hasCustomPrompt="1"/>
          </p:nvPr>
        </p:nvSpPr>
        <p:spPr>
          <a:xfrm>
            <a:off x="2781810" y="3885046"/>
            <a:ext cx="991246" cy="777011"/>
          </a:xfrm>
        </p:spPr>
        <p:txBody>
          <a:bodyPr anchor="ctr">
            <a:normAutofit/>
          </a:bodyPr>
          <a:lstStyle>
            <a:lvl1pPr marL="0" indent="0" algn="l">
              <a:buNone/>
              <a:defRPr sz="1400" b="1">
                <a:solidFill>
                  <a:schemeClr val="tx1"/>
                </a:solidFill>
              </a:defRPr>
            </a:lvl1pPr>
          </a:lstStyle>
          <a:p>
            <a:pPr lvl="0"/>
            <a:r>
              <a:rPr lang="en-US"/>
              <a:t>Secondary Colors</a:t>
            </a:r>
            <a:endParaRPr lang="en-IN"/>
          </a:p>
        </p:txBody>
      </p:sp>
    </p:spTree>
    <p:extLst>
      <p:ext uri="{BB962C8B-B14F-4D97-AF65-F5344CB8AC3E}">
        <p14:creationId xmlns:p14="http://schemas.microsoft.com/office/powerpoint/2010/main" val="30928205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B2B79267-83B8-46DE-401F-B614D976F6F1}"/>
              </a:ext>
            </a:extLst>
          </p:cNvPr>
          <p:cNvSpPr>
            <a:spLocks noGrp="1"/>
          </p:cNvSpPr>
          <p:nvPr>
            <p:ph type="pic" sz="quarter" idx="39"/>
          </p:nvPr>
        </p:nvSpPr>
        <p:spPr>
          <a:xfrm>
            <a:off x="323376" y="1512092"/>
            <a:ext cx="1785291" cy="1785292"/>
          </a:xfrm>
          <a:custGeom>
            <a:avLst/>
            <a:gdLst>
              <a:gd name="connsiteX0" fmla="*/ 0 w 797001"/>
              <a:gd name="connsiteY0" fmla="*/ 0 h 797001"/>
              <a:gd name="connsiteX1" fmla="*/ 797001 w 797001"/>
              <a:gd name="connsiteY1" fmla="*/ 0 h 797001"/>
              <a:gd name="connsiteX2" fmla="*/ 797001 w 797001"/>
              <a:gd name="connsiteY2" fmla="*/ 797001 h 797001"/>
              <a:gd name="connsiteX3" fmla="*/ 0 w 797001"/>
              <a:gd name="connsiteY3" fmla="*/ 797001 h 797001"/>
              <a:gd name="connsiteX4" fmla="*/ 0 w 797001"/>
              <a:gd name="connsiteY4" fmla="*/ 0 h 797001"/>
              <a:gd name="connsiteX0" fmla="*/ 0 w 797001"/>
              <a:gd name="connsiteY0" fmla="*/ 350982 h 1147983"/>
              <a:gd name="connsiteX1" fmla="*/ 538383 w 797001"/>
              <a:gd name="connsiteY1" fmla="*/ 0 h 1147983"/>
              <a:gd name="connsiteX2" fmla="*/ 797001 w 797001"/>
              <a:gd name="connsiteY2" fmla="*/ 1147983 h 1147983"/>
              <a:gd name="connsiteX3" fmla="*/ 0 w 797001"/>
              <a:gd name="connsiteY3" fmla="*/ 1147983 h 1147983"/>
              <a:gd name="connsiteX4" fmla="*/ 0 w 797001"/>
              <a:gd name="connsiteY4" fmla="*/ 350982 h 1147983"/>
              <a:gd name="connsiteX0" fmla="*/ 0 w 1415837"/>
              <a:gd name="connsiteY0" fmla="*/ 350982 h 1147983"/>
              <a:gd name="connsiteX1" fmla="*/ 538383 w 1415837"/>
              <a:gd name="connsiteY1" fmla="*/ 0 h 1147983"/>
              <a:gd name="connsiteX2" fmla="*/ 1415837 w 1415837"/>
              <a:gd name="connsiteY2" fmla="*/ 889365 h 1147983"/>
              <a:gd name="connsiteX3" fmla="*/ 0 w 1415837"/>
              <a:gd name="connsiteY3" fmla="*/ 1147983 h 1147983"/>
              <a:gd name="connsiteX4" fmla="*/ 0 w 1415837"/>
              <a:gd name="connsiteY4" fmla="*/ 350982 h 1147983"/>
              <a:gd name="connsiteX0" fmla="*/ 0 w 1415837"/>
              <a:gd name="connsiteY0" fmla="*/ 350982 h 1785292"/>
              <a:gd name="connsiteX1" fmla="*/ 538383 w 1415837"/>
              <a:gd name="connsiteY1" fmla="*/ 0 h 1785292"/>
              <a:gd name="connsiteX2" fmla="*/ 1415837 w 1415837"/>
              <a:gd name="connsiteY2" fmla="*/ 889365 h 1785292"/>
              <a:gd name="connsiteX3" fmla="*/ 517236 w 1415837"/>
              <a:gd name="connsiteY3" fmla="*/ 1785292 h 1785292"/>
              <a:gd name="connsiteX4" fmla="*/ 0 w 1415837"/>
              <a:gd name="connsiteY4" fmla="*/ 350982 h 1785292"/>
              <a:gd name="connsiteX0" fmla="*/ 0 w 1785291"/>
              <a:gd name="connsiteY0" fmla="*/ 877455 h 1785292"/>
              <a:gd name="connsiteX1" fmla="*/ 907837 w 1785291"/>
              <a:gd name="connsiteY1" fmla="*/ 0 h 1785292"/>
              <a:gd name="connsiteX2" fmla="*/ 1785291 w 1785291"/>
              <a:gd name="connsiteY2" fmla="*/ 889365 h 1785292"/>
              <a:gd name="connsiteX3" fmla="*/ 886690 w 1785291"/>
              <a:gd name="connsiteY3" fmla="*/ 1785292 h 1785292"/>
              <a:gd name="connsiteX4" fmla="*/ 0 w 1785291"/>
              <a:gd name="connsiteY4" fmla="*/ 877455 h 17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291" h="1785292">
                <a:moveTo>
                  <a:pt x="0" y="877455"/>
                </a:moveTo>
                <a:lnTo>
                  <a:pt x="907837" y="0"/>
                </a:lnTo>
                <a:lnTo>
                  <a:pt x="1785291" y="889365"/>
                </a:lnTo>
                <a:lnTo>
                  <a:pt x="886690" y="1785292"/>
                </a:lnTo>
                <a:lnTo>
                  <a:pt x="0" y="877455"/>
                </a:lnTo>
                <a:close/>
              </a:path>
            </a:pathLst>
          </a:custGeom>
        </p:spPr>
        <p:txBody>
          <a:bodyPr/>
          <a:lstStyle>
            <a:lvl1pPr marL="0" indent="0">
              <a:buNone/>
              <a:defRPr sz="1000">
                <a:solidFill>
                  <a:schemeClr val="tx1"/>
                </a:solidFill>
              </a:defRPr>
            </a:lvl1pPr>
          </a:lstStyle>
          <a:p>
            <a:pPr algn="ctr"/>
            <a:r>
              <a:rPr lang="en-US" sz="1200">
                <a:solidFill>
                  <a:schemeClr val="bg1"/>
                </a:solidFill>
                <a:latin typeface="Calibri" panose="020F0502020204030204" pitchFamily="34" charset="0"/>
                <a:cs typeface="Calibri" panose="020F0502020204030204" pitchFamily="34" charset="0"/>
              </a:rPr>
              <a:t>Click icon to add picture</a:t>
            </a:r>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15" name="Rectangle 14">
            <a:extLst>
              <a:ext uri="{FF2B5EF4-FFF2-40B4-BE49-F238E27FC236}">
                <a16:creationId xmlns:a16="http://schemas.microsoft.com/office/drawing/2014/main" id="{71F78D9A-AE4A-1017-36A1-961D69C6AE91}"/>
              </a:ext>
            </a:extLst>
          </p:cNvPr>
          <p:cNvSpPr>
            <a:spLocks noChangeArrowheads="1"/>
          </p:cNvSpPr>
          <p:nvPr userDrawn="1"/>
        </p:nvSpPr>
        <p:spPr bwMode="auto">
          <a:xfrm rot="2700000">
            <a:off x="567806" y="1737365"/>
            <a:ext cx="1317182" cy="1323969"/>
          </a:xfrm>
          <a:prstGeom prst="rect">
            <a:avLst/>
          </a:prstGeom>
          <a:noFill/>
          <a:ln w="57150">
            <a:solidFill>
              <a:schemeClr val="accent1"/>
            </a:solid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20" name="Content Placeholder 6">
            <a:extLst>
              <a:ext uri="{FF2B5EF4-FFF2-40B4-BE49-F238E27FC236}">
                <a16:creationId xmlns:a16="http://schemas.microsoft.com/office/drawing/2014/main" id="{78D9E635-80A5-EA30-8A60-D3C43270EC95}"/>
              </a:ext>
            </a:extLst>
          </p:cNvPr>
          <p:cNvSpPr>
            <a:spLocks noGrp="1"/>
          </p:cNvSpPr>
          <p:nvPr>
            <p:ph sz="quarter" idx="26" hasCustomPrompt="1"/>
          </p:nvPr>
        </p:nvSpPr>
        <p:spPr>
          <a:xfrm>
            <a:off x="2314799" y="1892478"/>
            <a:ext cx="9586800" cy="324000"/>
          </a:xfrm>
          <a:prstGeom prst="rect">
            <a:avLst/>
          </a:prstGeom>
        </p:spPr>
        <p:txBody>
          <a:bodyPr>
            <a:noAutofit/>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800" b="1" baseline="0">
                <a:solidFill>
                  <a:schemeClr val="accent1"/>
                </a:solidFill>
              </a:defRPr>
            </a:lvl1pPr>
          </a:lstStyle>
          <a:p>
            <a:r>
              <a:rPr lang="en-US">
                <a:latin typeface="Calibri" panose="020F0502020204030204" pitchFamily="34" charset="0"/>
                <a:cs typeface="Calibri" panose="020F0502020204030204" pitchFamily="34" charset="0"/>
              </a:rPr>
              <a:t>Service Head – 16pt</a:t>
            </a:r>
          </a:p>
        </p:txBody>
      </p:sp>
      <p:sp>
        <p:nvSpPr>
          <p:cNvPr id="23" name="Text Placeholder 22">
            <a:extLst>
              <a:ext uri="{FF2B5EF4-FFF2-40B4-BE49-F238E27FC236}">
                <a16:creationId xmlns:a16="http://schemas.microsoft.com/office/drawing/2014/main" id="{405ECAA0-1B52-A543-AD64-F9B464146D52}"/>
              </a:ext>
            </a:extLst>
          </p:cNvPr>
          <p:cNvSpPr>
            <a:spLocks noGrp="1"/>
          </p:cNvSpPr>
          <p:nvPr>
            <p:ph type="body" sz="quarter" idx="40"/>
          </p:nvPr>
        </p:nvSpPr>
        <p:spPr>
          <a:xfrm>
            <a:off x="2314575" y="2299135"/>
            <a:ext cx="9585325" cy="591848"/>
          </a:xfrm>
        </p:spPr>
        <p:txBody>
          <a:bodyPr/>
          <a:lstStyle/>
          <a:p>
            <a:pPr lvl="0"/>
            <a:r>
              <a:rPr lang="en-US"/>
              <a:t>Click to edit Master text styles</a:t>
            </a:r>
          </a:p>
          <a:p>
            <a:pPr lvl="1"/>
            <a:r>
              <a:rPr lang="en-US"/>
              <a:t>Second level</a:t>
            </a:r>
          </a:p>
        </p:txBody>
      </p:sp>
      <p:sp>
        <p:nvSpPr>
          <p:cNvPr id="42" name="Picture Placeholder 4">
            <a:extLst>
              <a:ext uri="{FF2B5EF4-FFF2-40B4-BE49-F238E27FC236}">
                <a16:creationId xmlns:a16="http://schemas.microsoft.com/office/drawing/2014/main" id="{99F1E151-5A6B-8B4E-D1A6-F06B3C75F9E7}"/>
              </a:ext>
            </a:extLst>
          </p:cNvPr>
          <p:cNvSpPr>
            <a:spLocks noGrp="1"/>
          </p:cNvSpPr>
          <p:nvPr>
            <p:ph type="pic" sz="quarter" idx="41"/>
          </p:nvPr>
        </p:nvSpPr>
        <p:spPr>
          <a:xfrm>
            <a:off x="321677" y="3703264"/>
            <a:ext cx="1785291" cy="1785292"/>
          </a:xfrm>
          <a:custGeom>
            <a:avLst/>
            <a:gdLst>
              <a:gd name="connsiteX0" fmla="*/ 0 w 797001"/>
              <a:gd name="connsiteY0" fmla="*/ 0 h 797001"/>
              <a:gd name="connsiteX1" fmla="*/ 797001 w 797001"/>
              <a:gd name="connsiteY1" fmla="*/ 0 h 797001"/>
              <a:gd name="connsiteX2" fmla="*/ 797001 w 797001"/>
              <a:gd name="connsiteY2" fmla="*/ 797001 h 797001"/>
              <a:gd name="connsiteX3" fmla="*/ 0 w 797001"/>
              <a:gd name="connsiteY3" fmla="*/ 797001 h 797001"/>
              <a:gd name="connsiteX4" fmla="*/ 0 w 797001"/>
              <a:gd name="connsiteY4" fmla="*/ 0 h 797001"/>
              <a:gd name="connsiteX0" fmla="*/ 0 w 797001"/>
              <a:gd name="connsiteY0" fmla="*/ 350982 h 1147983"/>
              <a:gd name="connsiteX1" fmla="*/ 538383 w 797001"/>
              <a:gd name="connsiteY1" fmla="*/ 0 h 1147983"/>
              <a:gd name="connsiteX2" fmla="*/ 797001 w 797001"/>
              <a:gd name="connsiteY2" fmla="*/ 1147983 h 1147983"/>
              <a:gd name="connsiteX3" fmla="*/ 0 w 797001"/>
              <a:gd name="connsiteY3" fmla="*/ 1147983 h 1147983"/>
              <a:gd name="connsiteX4" fmla="*/ 0 w 797001"/>
              <a:gd name="connsiteY4" fmla="*/ 350982 h 1147983"/>
              <a:gd name="connsiteX0" fmla="*/ 0 w 1415837"/>
              <a:gd name="connsiteY0" fmla="*/ 350982 h 1147983"/>
              <a:gd name="connsiteX1" fmla="*/ 538383 w 1415837"/>
              <a:gd name="connsiteY1" fmla="*/ 0 h 1147983"/>
              <a:gd name="connsiteX2" fmla="*/ 1415837 w 1415837"/>
              <a:gd name="connsiteY2" fmla="*/ 889365 h 1147983"/>
              <a:gd name="connsiteX3" fmla="*/ 0 w 1415837"/>
              <a:gd name="connsiteY3" fmla="*/ 1147983 h 1147983"/>
              <a:gd name="connsiteX4" fmla="*/ 0 w 1415837"/>
              <a:gd name="connsiteY4" fmla="*/ 350982 h 1147983"/>
              <a:gd name="connsiteX0" fmla="*/ 0 w 1415837"/>
              <a:gd name="connsiteY0" fmla="*/ 350982 h 1785292"/>
              <a:gd name="connsiteX1" fmla="*/ 538383 w 1415837"/>
              <a:gd name="connsiteY1" fmla="*/ 0 h 1785292"/>
              <a:gd name="connsiteX2" fmla="*/ 1415837 w 1415837"/>
              <a:gd name="connsiteY2" fmla="*/ 889365 h 1785292"/>
              <a:gd name="connsiteX3" fmla="*/ 517236 w 1415837"/>
              <a:gd name="connsiteY3" fmla="*/ 1785292 h 1785292"/>
              <a:gd name="connsiteX4" fmla="*/ 0 w 1415837"/>
              <a:gd name="connsiteY4" fmla="*/ 350982 h 1785292"/>
              <a:gd name="connsiteX0" fmla="*/ 0 w 1785291"/>
              <a:gd name="connsiteY0" fmla="*/ 877455 h 1785292"/>
              <a:gd name="connsiteX1" fmla="*/ 907837 w 1785291"/>
              <a:gd name="connsiteY1" fmla="*/ 0 h 1785292"/>
              <a:gd name="connsiteX2" fmla="*/ 1785291 w 1785291"/>
              <a:gd name="connsiteY2" fmla="*/ 889365 h 1785292"/>
              <a:gd name="connsiteX3" fmla="*/ 886690 w 1785291"/>
              <a:gd name="connsiteY3" fmla="*/ 1785292 h 1785292"/>
              <a:gd name="connsiteX4" fmla="*/ 0 w 1785291"/>
              <a:gd name="connsiteY4" fmla="*/ 877455 h 17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291" h="1785292">
                <a:moveTo>
                  <a:pt x="0" y="877455"/>
                </a:moveTo>
                <a:lnTo>
                  <a:pt x="907837" y="0"/>
                </a:lnTo>
                <a:lnTo>
                  <a:pt x="1785291" y="889365"/>
                </a:lnTo>
                <a:lnTo>
                  <a:pt x="886690" y="1785292"/>
                </a:lnTo>
                <a:lnTo>
                  <a:pt x="0" y="877455"/>
                </a:lnTo>
                <a:close/>
              </a:path>
            </a:pathLst>
          </a:custGeom>
        </p:spPr>
        <p:txBody>
          <a:bodyPr/>
          <a:lstStyle>
            <a:lvl1pPr marL="0" indent="0">
              <a:buNone/>
              <a:defRPr sz="1000">
                <a:solidFill>
                  <a:schemeClr val="tx1"/>
                </a:solidFill>
              </a:defRPr>
            </a:lvl1pPr>
          </a:lstStyle>
          <a:p>
            <a:pPr algn="ctr"/>
            <a:r>
              <a:rPr lang="en-US" sz="1200">
                <a:solidFill>
                  <a:schemeClr val="bg1"/>
                </a:solidFill>
                <a:latin typeface="Calibri" panose="020F0502020204030204" pitchFamily="34" charset="0"/>
                <a:cs typeface="Calibri" panose="020F0502020204030204" pitchFamily="34" charset="0"/>
              </a:rPr>
              <a:t>Click icon to add picture</a:t>
            </a:r>
          </a:p>
        </p:txBody>
      </p:sp>
      <p:sp>
        <p:nvSpPr>
          <p:cNvPr id="43" name="Rectangle 42">
            <a:extLst>
              <a:ext uri="{FF2B5EF4-FFF2-40B4-BE49-F238E27FC236}">
                <a16:creationId xmlns:a16="http://schemas.microsoft.com/office/drawing/2014/main" id="{D3786E5D-A992-A199-9A49-C4A33E451BCC}"/>
              </a:ext>
            </a:extLst>
          </p:cNvPr>
          <p:cNvSpPr>
            <a:spLocks noChangeArrowheads="1"/>
          </p:cNvSpPr>
          <p:nvPr userDrawn="1"/>
        </p:nvSpPr>
        <p:spPr bwMode="auto">
          <a:xfrm rot="2700000">
            <a:off x="566107" y="3928537"/>
            <a:ext cx="1317182" cy="1323969"/>
          </a:xfrm>
          <a:prstGeom prst="rect">
            <a:avLst/>
          </a:prstGeom>
          <a:noFill/>
          <a:ln w="57150">
            <a:solidFill>
              <a:schemeClr val="accent3"/>
            </a:solid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44" name="Content Placeholder 6">
            <a:extLst>
              <a:ext uri="{FF2B5EF4-FFF2-40B4-BE49-F238E27FC236}">
                <a16:creationId xmlns:a16="http://schemas.microsoft.com/office/drawing/2014/main" id="{8B3E0096-A126-41F0-1F23-FC868BA1A602}"/>
              </a:ext>
            </a:extLst>
          </p:cNvPr>
          <p:cNvSpPr>
            <a:spLocks noGrp="1"/>
          </p:cNvSpPr>
          <p:nvPr>
            <p:ph sz="quarter" idx="42" hasCustomPrompt="1"/>
          </p:nvPr>
        </p:nvSpPr>
        <p:spPr>
          <a:xfrm>
            <a:off x="2313100" y="4083650"/>
            <a:ext cx="9586800" cy="324000"/>
          </a:xfrm>
          <a:prstGeom prst="rect">
            <a:avLst/>
          </a:prstGeom>
        </p:spPr>
        <p:txBody>
          <a:bodyPr>
            <a:noAutofit/>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800" b="1" baseline="0">
                <a:solidFill>
                  <a:schemeClr val="accent3"/>
                </a:solidFill>
              </a:defRPr>
            </a:lvl1pPr>
          </a:lstStyle>
          <a:p>
            <a:r>
              <a:rPr lang="en-US">
                <a:latin typeface="Calibri" panose="020F0502020204030204" pitchFamily="34" charset="0"/>
                <a:cs typeface="Calibri" panose="020F0502020204030204" pitchFamily="34" charset="0"/>
              </a:rPr>
              <a:t>Service Head – 16pt</a:t>
            </a:r>
          </a:p>
        </p:txBody>
      </p:sp>
      <p:sp>
        <p:nvSpPr>
          <p:cNvPr id="45" name="Text Placeholder 22">
            <a:extLst>
              <a:ext uri="{FF2B5EF4-FFF2-40B4-BE49-F238E27FC236}">
                <a16:creationId xmlns:a16="http://schemas.microsoft.com/office/drawing/2014/main" id="{7F1D9B6F-E3D9-FD0A-4B80-CAA22FC2DF16}"/>
              </a:ext>
            </a:extLst>
          </p:cNvPr>
          <p:cNvSpPr>
            <a:spLocks noGrp="1"/>
          </p:cNvSpPr>
          <p:nvPr>
            <p:ph type="body" sz="quarter" idx="43"/>
          </p:nvPr>
        </p:nvSpPr>
        <p:spPr>
          <a:xfrm>
            <a:off x="2312876" y="4490307"/>
            <a:ext cx="9585325" cy="591848"/>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2564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300"/>
                                  </p:stCondLst>
                                  <p:childTnLst>
                                    <p:set>
                                      <p:cBhvr>
                                        <p:cTn id="6" dur="1" fill="hold">
                                          <p:stCondLst>
                                            <p:cond delay="0"/>
                                          </p:stCondLst>
                                        </p:cTn>
                                        <p:tgtEl>
                                          <p:spTgt spid="15"/>
                                        </p:tgtEl>
                                        <p:attrNameLst>
                                          <p:attrName>style.visibility</p:attrName>
                                        </p:attrNameLst>
                                      </p:cBhvr>
                                      <p:to>
                                        <p:strVal val="visible"/>
                                      </p:to>
                                    </p:set>
                                    <p:anim calcmode="lin" valueType="num">
                                      <p:cBhvr>
                                        <p:cTn id="7" dur="800" fill="hold"/>
                                        <p:tgtEl>
                                          <p:spTgt spid="15"/>
                                        </p:tgtEl>
                                        <p:attrNameLst>
                                          <p:attrName>ppt_w</p:attrName>
                                        </p:attrNameLst>
                                      </p:cBhvr>
                                      <p:tavLst>
                                        <p:tav tm="0">
                                          <p:val>
                                            <p:fltVal val="0"/>
                                          </p:val>
                                        </p:tav>
                                        <p:tav tm="100000">
                                          <p:val>
                                            <p:strVal val="#ppt_w"/>
                                          </p:val>
                                        </p:tav>
                                      </p:tavLst>
                                    </p:anim>
                                    <p:anim calcmode="lin" valueType="num">
                                      <p:cBhvr>
                                        <p:cTn id="8" dur="800" fill="hold"/>
                                        <p:tgtEl>
                                          <p:spTgt spid="15"/>
                                        </p:tgtEl>
                                        <p:attrNameLst>
                                          <p:attrName>ppt_h</p:attrName>
                                        </p:attrNameLst>
                                      </p:cBhvr>
                                      <p:tavLst>
                                        <p:tav tm="0">
                                          <p:val>
                                            <p:fltVal val="0"/>
                                          </p:val>
                                        </p:tav>
                                        <p:tav tm="100000">
                                          <p:val>
                                            <p:strVal val="#ppt_h"/>
                                          </p:val>
                                        </p:tav>
                                      </p:tavLst>
                                    </p:anim>
                                    <p:animEffect transition="in" filter="fade">
                                      <p:cBhvr>
                                        <p:cTn id="9" dur="800"/>
                                        <p:tgtEl>
                                          <p:spTgt spid="15"/>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43"/>
                                        </p:tgtEl>
                                        <p:attrNameLst>
                                          <p:attrName>style.visibility</p:attrName>
                                        </p:attrNameLst>
                                      </p:cBhvr>
                                      <p:to>
                                        <p:strVal val="visible"/>
                                      </p:to>
                                    </p:set>
                                    <p:anim calcmode="lin" valueType="num">
                                      <p:cBhvr>
                                        <p:cTn id="12" dur="800" fill="hold"/>
                                        <p:tgtEl>
                                          <p:spTgt spid="43"/>
                                        </p:tgtEl>
                                        <p:attrNameLst>
                                          <p:attrName>ppt_w</p:attrName>
                                        </p:attrNameLst>
                                      </p:cBhvr>
                                      <p:tavLst>
                                        <p:tav tm="0">
                                          <p:val>
                                            <p:fltVal val="0"/>
                                          </p:val>
                                        </p:tav>
                                        <p:tav tm="100000">
                                          <p:val>
                                            <p:strVal val="#ppt_w"/>
                                          </p:val>
                                        </p:tav>
                                      </p:tavLst>
                                    </p:anim>
                                    <p:anim calcmode="lin" valueType="num">
                                      <p:cBhvr>
                                        <p:cTn id="13" dur="800" fill="hold"/>
                                        <p:tgtEl>
                                          <p:spTgt spid="43"/>
                                        </p:tgtEl>
                                        <p:attrNameLst>
                                          <p:attrName>ppt_h</p:attrName>
                                        </p:attrNameLst>
                                      </p:cBhvr>
                                      <p:tavLst>
                                        <p:tav tm="0">
                                          <p:val>
                                            <p:fltVal val="0"/>
                                          </p:val>
                                        </p:tav>
                                        <p:tav tm="100000">
                                          <p:val>
                                            <p:strVal val="#ppt_h"/>
                                          </p:val>
                                        </p:tav>
                                      </p:tavLst>
                                    </p:anim>
                                    <p:animEffect transition="in" filter="fade">
                                      <p:cBhvr>
                                        <p:cTn id="14"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3"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3" name="Text Placeholder 10">
            <a:extLst>
              <a:ext uri="{FF2B5EF4-FFF2-40B4-BE49-F238E27FC236}">
                <a16:creationId xmlns:a16="http://schemas.microsoft.com/office/drawing/2014/main" id="{C5AEE9BA-E5A5-BF57-5EEC-88AD56D005EB}"/>
              </a:ext>
            </a:extLst>
          </p:cNvPr>
          <p:cNvSpPr>
            <a:spLocks noGrp="1"/>
          </p:cNvSpPr>
          <p:nvPr>
            <p:ph type="body" sz="quarter" idx="14" hasCustomPrompt="1"/>
          </p:nvPr>
        </p:nvSpPr>
        <p:spPr>
          <a:xfrm>
            <a:off x="547217"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cxnSp>
        <p:nvCxnSpPr>
          <p:cNvPr id="6" name="Straight Connector 5">
            <a:extLst>
              <a:ext uri="{FF2B5EF4-FFF2-40B4-BE49-F238E27FC236}">
                <a16:creationId xmlns:a16="http://schemas.microsoft.com/office/drawing/2014/main" id="{DC6C0FBC-5866-C800-915A-A20C591657E5}"/>
              </a:ext>
            </a:extLst>
          </p:cNvPr>
          <p:cNvCxnSpPr>
            <a:cxnSpLocks/>
          </p:cNvCxnSpPr>
          <p:nvPr userDrawn="1"/>
        </p:nvCxnSpPr>
        <p:spPr>
          <a:xfrm>
            <a:off x="285600" y="3429000"/>
            <a:ext cx="1162080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8" name="Isosceles Triangle 7">
            <a:extLst>
              <a:ext uri="{FF2B5EF4-FFF2-40B4-BE49-F238E27FC236}">
                <a16:creationId xmlns:a16="http://schemas.microsoft.com/office/drawing/2014/main" id="{4D1A5159-0972-16B1-C16F-302681580D86}"/>
              </a:ext>
            </a:extLst>
          </p:cNvPr>
          <p:cNvSpPr/>
          <p:nvPr userDrawn="1"/>
        </p:nvSpPr>
        <p:spPr>
          <a:xfrm flipV="1">
            <a:off x="706381"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9BE390EC-ABD4-1D12-73FE-98F29BCEE192}"/>
              </a:ext>
            </a:extLst>
          </p:cNvPr>
          <p:cNvCxnSpPr>
            <a:cxnSpLocks/>
          </p:cNvCxnSpPr>
          <p:nvPr userDrawn="1"/>
        </p:nvCxnSpPr>
        <p:spPr>
          <a:xfrm>
            <a:off x="817217"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0">
            <a:extLst>
              <a:ext uri="{FF2B5EF4-FFF2-40B4-BE49-F238E27FC236}">
                <a16:creationId xmlns:a16="http://schemas.microsoft.com/office/drawing/2014/main" id="{8BB4425A-A01C-B160-3215-A1DD7E347878}"/>
              </a:ext>
            </a:extLst>
          </p:cNvPr>
          <p:cNvSpPr>
            <a:spLocks noGrp="1"/>
          </p:cNvSpPr>
          <p:nvPr>
            <p:ph type="body" sz="quarter" idx="18"/>
          </p:nvPr>
        </p:nvSpPr>
        <p:spPr>
          <a:xfrm>
            <a:off x="285600"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7" name="Text Placeholder 10">
            <a:extLst>
              <a:ext uri="{FF2B5EF4-FFF2-40B4-BE49-F238E27FC236}">
                <a16:creationId xmlns:a16="http://schemas.microsoft.com/office/drawing/2014/main" id="{B7B225F7-41D4-6CCA-18EB-3B91D3496CC6}"/>
              </a:ext>
            </a:extLst>
          </p:cNvPr>
          <p:cNvSpPr>
            <a:spLocks noGrp="1"/>
          </p:cNvSpPr>
          <p:nvPr>
            <p:ph type="body" sz="quarter" idx="19" hasCustomPrompt="1"/>
          </p:nvPr>
        </p:nvSpPr>
        <p:spPr>
          <a:xfrm>
            <a:off x="1909579"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8" name="Isosceles Triangle 17">
            <a:extLst>
              <a:ext uri="{FF2B5EF4-FFF2-40B4-BE49-F238E27FC236}">
                <a16:creationId xmlns:a16="http://schemas.microsoft.com/office/drawing/2014/main" id="{B6507C9E-0611-D00A-EDD1-B80CF6CCD6F0}"/>
              </a:ext>
            </a:extLst>
          </p:cNvPr>
          <p:cNvSpPr/>
          <p:nvPr userDrawn="1"/>
        </p:nvSpPr>
        <p:spPr>
          <a:xfrm flipV="1">
            <a:off x="2068743"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id="{F68A8EFF-4D9C-142F-BCB3-CC8EF4E87589}"/>
              </a:ext>
            </a:extLst>
          </p:cNvPr>
          <p:cNvCxnSpPr>
            <a:cxnSpLocks/>
          </p:cNvCxnSpPr>
          <p:nvPr userDrawn="1"/>
        </p:nvCxnSpPr>
        <p:spPr>
          <a:xfrm>
            <a:off x="2179579"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0">
            <a:extLst>
              <a:ext uri="{FF2B5EF4-FFF2-40B4-BE49-F238E27FC236}">
                <a16:creationId xmlns:a16="http://schemas.microsoft.com/office/drawing/2014/main" id="{7C7C8137-FC7F-B794-0D67-9463F2682484}"/>
              </a:ext>
            </a:extLst>
          </p:cNvPr>
          <p:cNvSpPr>
            <a:spLocks noGrp="1"/>
          </p:cNvSpPr>
          <p:nvPr>
            <p:ph type="body" sz="quarter" idx="20"/>
          </p:nvPr>
        </p:nvSpPr>
        <p:spPr>
          <a:xfrm>
            <a:off x="1647962"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22" name="Text Placeholder 10">
            <a:extLst>
              <a:ext uri="{FF2B5EF4-FFF2-40B4-BE49-F238E27FC236}">
                <a16:creationId xmlns:a16="http://schemas.microsoft.com/office/drawing/2014/main" id="{A74AD73A-1438-F92C-EEC6-4523F19C8565}"/>
              </a:ext>
            </a:extLst>
          </p:cNvPr>
          <p:cNvSpPr>
            <a:spLocks noGrp="1"/>
          </p:cNvSpPr>
          <p:nvPr>
            <p:ph type="body" sz="quarter" idx="21" hasCustomPrompt="1"/>
          </p:nvPr>
        </p:nvSpPr>
        <p:spPr>
          <a:xfrm>
            <a:off x="3263557"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23" name="Isosceles Triangle 22">
            <a:extLst>
              <a:ext uri="{FF2B5EF4-FFF2-40B4-BE49-F238E27FC236}">
                <a16:creationId xmlns:a16="http://schemas.microsoft.com/office/drawing/2014/main" id="{5CE6823F-E2C1-785A-8C1A-ED038569ACBC}"/>
              </a:ext>
            </a:extLst>
          </p:cNvPr>
          <p:cNvSpPr/>
          <p:nvPr userDrawn="1"/>
        </p:nvSpPr>
        <p:spPr>
          <a:xfrm flipV="1">
            <a:off x="3422721"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Connector 23">
            <a:extLst>
              <a:ext uri="{FF2B5EF4-FFF2-40B4-BE49-F238E27FC236}">
                <a16:creationId xmlns:a16="http://schemas.microsoft.com/office/drawing/2014/main" id="{F0625E44-2C12-A475-2285-1B69CE062A6F}"/>
              </a:ext>
            </a:extLst>
          </p:cNvPr>
          <p:cNvCxnSpPr>
            <a:cxnSpLocks/>
          </p:cNvCxnSpPr>
          <p:nvPr userDrawn="1"/>
        </p:nvCxnSpPr>
        <p:spPr>
          <a:xfrm>
            <a:off x="3533557"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5" name="Text Placeholder 10">
            <a:extLst>
              <a:ext uri="{FF2B5EF4-FFF2-40B4-BE49-F238E27FC236}">
                <a16:creationId xmlns:a16="http://schemas.microsoft.com/office/drawing/2014/main" id="{2CD2622E-F526-8AC6-4E8D-E3C217F3415A}"/>
              </a:ext>
            </a:extLst>
          </p:cNvPr>
          <p:cNvSpPr>
            <a:spLocks noGrp="1"/>
          </p:cNvSpPr>
          <p:nvPr>
            <p:ph type="body" sz="quarter" idx="22"/>
          </p:nvPr>
        </p:nvSpPr>
        <p:spPr>
          <a:xfrm>
            <a:off x="3001940"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26" name="Text Placeholder 10">
            <a:extLst>
              <a:ext uri="{FF2B5EF4-FFF2-40B4-BE49-F238E27FC236}">
                <a16:creationId xmlns:a16="http://schemas.microsoft.com/office/drawing/2014/main" id="{D1E1A5C9-5CF3-354C-7CBE-3984B1E7942C}"/>
              </a:ext>
            </a:extLst>
          </p:cNvPr>
          <p:cNvSpPr>
            <a:spLocks noGrp="1"/>
          </p:cNvSpPr>
          <p:nvPr>
            <p:ph type="body" sz="quarter" idx="23" hasCustomPrompt="1"/>
          </p:nvPr>
        </p:nvSpPr>
        <p:spPr>
          <a:xfrm>
            <a:off x="461753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27" name="Isosceles Triangle 26">
            <a:extLst>
              <a:ext uri="{FF2B5EF4-FFF2-40B4-BE49-F238E27FC236}">
                <a16:creationId xmlns:a16="http://schemas.microsoft.com/office/drawing/2014/main" id="{2760E2C5-7D5E-3552-2AEE-8B6F0886D81E}"/>
              </a:ext>
            </a:extLst>
          </p:cNvPr>
          <p:cNvSpPr/>
          <p:nvPr userDrawn="1"/>
        </p:nvSpPr>
        <p:spPr>
          <a:xfrm flipV="1">
            <a:off x="477669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Connector 27">
            <a:extLst>
              <a:ext uri="{FF2B5EF4-FFF2-40B4-BE49-F238E27FC236}">
                <a16:creationId xmlns:a16="http://schemas.microsoft.com/office/drawing/2014/main" id="{4546E649-D5F5-FEB8-0A06-9AF2D5EF3220}"/>
              </a:ext>
            </a:extLst>
          </p:cNvPr>
          <p:cNvCxnSpPr>
            <a:cxnSpLocks/>
          </p:cNvCxnSpPr>
          <p:nvPr userDrawn="1"/>
        </p:nvCxnSpPr>
        <p:spPr>
          <a:xfrm>
            <a:off x="488753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9" name="Text Placeholder 10">
            <a:extLst>
              <a:ext uri="{FF2B5EF4-FFF2-40B4-BE49-F238E27FC236}">
                <a16:creationId xmlns:a16="http://schemas.microsoft.com/office/drawing/2014/main" id="{813E34DF-5486-AFC7-4079-5EAB52EF52DD}"/>
              </a:ext>
            </a:extLst>
          </p:cNvPr>
          <p:cNvSpPr>
            <a:spLocks noGrp="1"/>
          </p:cNvSpPr>
          <p:nvPr>
            <p:ph type="body" sz="quarter" idx="24"/>
          </p:nvPr>
        </p:nvSpPr>
        <p:spPr>
          <a:xfrm>
            <a:off x="435591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0" name="Text Placeholder 10">
            <a:extLst>
              <a:ext uri="{FF2B5EF4-FFF2-40B4-BE49-F238E27FC236}">
                <a16:creationId xmlns:a16="http://schemas.microsoft.com/office/drawing/2014/main" id="{D49CACDD-ECEB-0194-58AC-A932AF763ACE}"/>
              </a:ext>
            </a:extLst>
          </p:cNvPr>
          <p:cNvSpPr>
            <a:spLocks noGrp="1"/>
          </p:cNvSpPr>
          <p:nvPr>
            <p:ph type="body" sz="quarter" idx="25" hasCustomPrompt="1"/>
          </p:nvPr>
        </p:nvSpPr>
        <p:spPr>
          <a:xfrm>
            <a:off x="597633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1" name="Isosceles Triangle 30">
            <a:extLst>
              <a:ext uri="{FF2B5EF4-FFF2-40B4-BE49-F238E27FC236}">
                <a16:creationId xmlns:a16="http://schemas.microsoft.com/office/drawing/2014/main" id="{C087F2D7-E365-5EF7-2261-0845E2FABF54}"/>
              </a:ext>
            </a:extLst>
          </p:cNvPr>
          <p:cNvSpPr/>
          <p:nvPr userDrawn="1"/>
        </p:nvSpPr>
        <p:spPr>
          <a:xfrm flipV="1">
            <a:off x="613549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Connector 31">
            <a:extLst>
              <a:ext uri="{FF2B5EF4-FFF2-40B4-BE49-F238E27FC236}">
                <a16:creationId xmlns:a16="http://schemas.microsoft.com/office/drawing/2014/main" id="{18673A54-6734-E232-C6CD-F644FC5D2BBA}"/>
              </a:ext>
            </a:extLst>
          </p:cNvPr>
          <p:cNvCxnSpPr>
            <a:cxnSpLocks/>
          </p:cNvCxnSpPr>
          <p:nvPr userDrawn="1"/>
        </p:nvCxnSpPr>
        <p:spPr>
          <a:xfrm>
            <a:off x="624633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3" name="Text Placeholder 10">
            <a:extLst>
              <a:ext uri="{FF2B5EF4-FFF2-40B4-BE49-F238E27FC236}">
                <a16:creationId xmlns:a16="http://schemas.microsoft.com/office/drawing/2014/main" id="{6BF4B3CC-175B-4779-9B74-7D3C7CA5D40B}"/>
              </a:ext>
            </a:extLst>
          </p:cNvPr>
          <p:cNvSpPr>
            <a:spLocks noGrp="1"/>
          </p:cNvSpPr>
          <p:nvPr>
            <p:ph type="body" sz="quarter" idx="26"/>
          </p:nvPr>
        </p:nvSpPr>
        <p:spPr>
          <a:xfrm>
            <a:off x="571471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4" name="Text Placeholder 10">
            <a:extLst>
              <a:ext uri="{FF2B5EF4-FFF2-40B4-BE49-F238E27FC236}">
                <a16:creationId xmlns:a16="http://schemas.microsoft.com/office/drawing/2014/main" id="{EE7B4D4F-3B7C-0278-DF14-925EE3CD8E1A}"/>
              </a:ext>
            </a:extLst>
          </p:cNvPr>
          <p:cNvSpPr>
            <a:spLocks noGrp="1"/>
          </p:cNvSpPr>
          <p:nvPr>
            <p:ph type="body" sz="quarter" idx="27" hasCustomPrompt="1"/>
          </p:nvPr>
        </p:nvSpPr>
        <p:spPr>
          <a:xfrm>
            <a:off x="7328819" y="457992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5" name="Isosceles Triangle 34">
            <a:extLst>
              <a:ext uri="{FF2B5EF4-FFF2-40B4-BE49-F238E27FC236}">
                <a16:creationId xmlns:a16="http://schemas.microsoft.com/office/drawing/2014/main" id="{8AB2A12A-7345-0063-4373-4C06FCB606A7}"/>
              </a:ext>
            </a:extLst>
          </p:cNvPr>
          <p:cNvSpPr/>
          <p:nvPr userDrawn="1"/>
        </p:nvSpPr>
        <p:spPr>
          <a:xfrm flipV="1">
            <a:off x="7487983" y="3436043"/>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Connector 35">
            <a:extLst>
              <a:ext uri="{FF2B5EF4-FFF2-40B4-BE49-F238E27FC236}">
                <a16:creationId xmlns:a16="http://schemas.microsoft.com/office/drawing/2014/main" id="{7DC612DA-77FC-631C-AF6A-F024453D9257}"/>
              </a:ext>
            </a:extLst>
          </p:cNvPr>
          <p:cNvCxnSpPr>
            <a:cxnSpLocks/>
          </p:cNvCxnSpPr>
          <p:nvPr userDrawn="1"/>
        </p:nvCxnSpPr>
        <p:spPr>
          <a:xfrm>
            <a:off x="7598819" y="3616043"/>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7" name="Text Placeholder 10">
            <a:extLst>
              <a:ext uri="{FF2B5EF4-FFF2-40B4-BE49-F238E27FC236}">
                <a16:creationId xmlns:a16="http://schemas.microsoft.com/office/drawing/2014/main" id="{897076A0-08FB-518C-4315-735ECE1A7AA4}"/>
              </a:ext>
            </a:extLst>
          </p:cNvPr>
          <p:cNvSpPr>
            <a:spLocks noGrp="1"/>
          </p:cNvSpPr>
          <p:nvPr>
            <p:ph type="body" sz="quarter" idx="28"/>
          </p:nvPr>
        </p:nvSpPr>
        <p:spPr>
          <a:xfrm>
            <a:off x="7067202" y="4873898"/>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8" name="Text Placeholder 10">
            <a:extLst>
              <a:ext uri="{FF2B5EF4-FFF2-40B4-BE49-F238E27FC236}">
                <a16:creationId xmlns:a16="http://schemas.microsoft.com/office/drawing/2014/main" id="{EE7A927F-73DE-3BC3-1C97-6341E9FDD9DF}"/>
              </a:ext>
            </a:extLst>
          </p:cNvPr>
          <p:cNvSpPr>
            <a:spLocks noGrp="1"/>
          </p:cNvSpPr>
          <p:nvPr>
            <p:ph type="body" sz="quarter" idx="29" hasCustomPrompt="1"/>
          </p:nvPr>
        </p:nvSpPr>
        <p:spPr>
          <a:xfrm>
            <a:off x="8681302"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9" name="Isosceles Triangle 38">
            <a:extLst>
              <a:ext uri="{FF2B5EF4-FFF2-40B4-BE49-F238E27FC236}">
                <a16:creationId xmlns:a16="http://schemas.microsoft.com/office/drawing/2014/main" id="{16F49B28-9867-BA85-5751-308F795F4B96}"/>
              </a:ext>
            </a:extLst>
          </p:cNvPr>
          <p:cNvSpPr/>
          <p:nvPr userDrawn="1"/>
        </p:nvSpPr>
        <p:spPr>
          <a:xfrm flipV="1">
            <a:off x="8840466"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E751E838-0384-C52F-11E2-E3211D502B97}"/>
              </a:ext>
            </a:extLst>
          </p:cNvPr>
          <p:cNvCxnSpPr>
            <a:cxnSpLocks/>
          </p:cNvCxnSpPr>
          <p:nvPr userDrawn="1"/>
        </p:nvCxnSpPr>
        <p:spPr>
          <a:xfrm>
            <a:off x="8951302"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1" name="Text Placeholder 10">
            <a:extLst>
              <a:ext uri="{FF2B5EF4-FFF2-40B4-BE49-F238E27FC236}">
                <a16:creationId xmlns:a16="http://schemas.microsoft.com/office/drawing/2014/main" id="{C25285DA-6B5B-347F-AA97-0122CDE025FE}"/>
              </a:ext>
            </a:extLst>
          </p:cNvPr>
          <p:cNvSpPr>
            <a:spLocks noGrp="1"/>
          </p:cNvSpPr>
          <p:nvPr>
            <p:ph type="body" sz="quarter" idx="30"/>
          </p:nvPr>
        </p:nvSpPr>
        <p:spPr>
          <a:xfrm>
            <a:off x="8419685"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42" name="Text Placeholder 10">
            <a:extLst>
              <a:ext uri="{FF2B5EF4-FFF2-40B4-BE49-F238E27FC236}">
                <a16:creationId xmlns:a16="http://schemas.microsoft.com/office/drawing/2014/main" id="{D0C3CD17-538A-0072-C419-D39FD6A660E2}"/>
              </a:ext>
            </a:extLst>
          </p:cNvPr>
          <p:cNvSpPr>
            <a:spLocks noGrp="1"/>
          </p:cNvSpPr>
          <p:nvPr>
            <p:ph type="body" sz="quarter" idx="31" hasCustomPrompt="1"/>
          </p:nvPr>
        </p:nvSpPr>
        <p:spPr>
          <a:xfrm>
            <a:off x="1003378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43" name="Isosceles Triangle 42">
            <a:extLst>
              <a:ext uri="{FF2B5EF4-FFF2-40B4-BE49-F238E27FC236}">
                <a16:creationId xmlns:a16="http://schemas.microsoft.com/office/drawing/2014/main" id="{200A73C6-D768-FE79-E4D8-8CEEB54EAEA6}"/>
              </a:ext>
            </a:extLst>
          </p:cNvPr>
          <p:cNvSpPr/>
          <p:nvPr userDrawn="1"/>
        </p:nvSpPr>
        <p:spPr>
          <a:xfrm flipV="1">
            <a:off x="1019294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Connector 43">
            <a:extLst>
              <a:ext uri="{FF2B5EF4-FFF2-40B4-BE49-F238E27FC236}">
                <a16:creationId xmlns:a16="http://schemas.microsoft.com/office/drawing/2014/main" id="{C18D01FF-B288-A30F-5166-8614DC37238C}"/>
              </a:ext>
            </a:extLst>
          </p:cNvPr>
          <p:cNvCxnSpPr>
            <a:cxnSpLocks/>
          </p:cNvCxnSpPr>
          <p:nvPr userDrawn="1"/>
        </p:nvCxnSpPr>
        <p:spPr>
          <a:xfrm>
            <a:off x="1030378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5" name="Text Placeholder 10">
            <a:extLst>
              <a:ext uri="{FF2B5EF4-FFF2-40B4-BE49-F238E27FC236}">
                <a16:creationId xmlns:a16="http://schemas.microsoft.com/office/drawing/2014/main" id="{894429A9-45A3-B455-09B2-95A3B7DC15E7}"/>
              </a:ext>
            </a:extLst>
          </p:cNvPr>
          <p:cNvSpPr>
            <a:spLocks noGrp="1"/>
          </p:cNvSpPr>
          <p:nvPr>
            <p:ph type="body" sz="quarter" idx="32"/>
          </p:nvPr>
        </p:nvSpPr>
        <p:spPr>
          <a:xfrm>
            <a:off x="977216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46" name="Text Placeholder 10">
            <a:extLst>
              <a:ext uri="{FF2B5EF4-FFF2-40B4-BE49-F238E27FC236}">
                <a16:creationId xmlns:a16="http://schemas.microsoft.com/office/drawing/2014/main" id="{9FB28FDC-5BE5-6E03-1D4A-B4DC099DEAE1}"/>
              </a:ext>
            </a:extLst>
          </p:cNvPr>
          <p:cNvSpPr>
            <a:spLocks noGrp="1"/>
          </p:cNvSpPr>
          <p:nvPr>
            <p:ph type="body" sz="quarter" idx="33" hasCustomPrompt="1"/>
          </p:nvPr>
        </p:nvSpPr>
        <p:spPr>
          <a:xfrm>
            <a:off x="1228163" y="208564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47" name="Isosceles Triangle 46">
            <a:extLst>
              <a:ext uri="{FF2B5EF4-FFF2-40B4-BE49-F238E27FC236}">
                <a16:creationId xmlns:a16="http://schemas.microsoft.com/office/drawing/2014/main" id="{C76067D5-3D50-25D6-5FEF-DBDCD54E410C}"/>
              </a:ext>
            </a:extLst>
          </p:cNvPr>
          <p:cNvSpPr/>
          <p:nvPr userDrawn="1"/>
        </p:nvSpPr>
        <p:spPr>
          <a:xfrm>
            <a:off x="1387562" y="324810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Connector 47">
            <a:extLst>
              <a:ext uri="{FF2B5EF4-FFF2-40B4-BE49-F238E27FC236}">
                <a16:creationId xmlns:a16="http://schemas.microsoft.com/office/drawing/2014/main" id="{1BE05D12-4EDA-B7E3-2E6F-B541BD4F52A4}"/>
              </a:ext>
            </a:extLst>
          </p:cNvPr>
          <p:cNvCxnSpPr>
            <a:cxnSpLocks/>
          </p:cNvCxnSpPr>
          <p:nvPr userDrawn="1"/>
        </p:nvCxnSpPr>
        <p:spPr>
          <a:xfrm>
            <a:off x="1498163" y="239044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9" name="Text Placeholder 10">
            <a:extLst>
              <a:ext uri="{FF2B5EF4-FFF2-40B4-BE49-F238E27FC236}">
                <a16:creationId xmlns:a16="http://schemas.microsoft.com/office/drawing/2014/main" id="{1B1AACE0-A334-238B-EB7F-644BFC0B96B6}"/>
              </a:ext>
            </a:extLst>
          </p:cNvPr>
          <p:cNvSpPr>
            <a:spLocks noGrp="1"/>
          </p:cNvSpPr>
          <p:nvPr>
            <p:ph type="body" sz="quarter" idx="34"/>
          </p:nvPr>
        </p:nvSpPr>
        <p:spPr>
          <a:xfrm>
            <a:off x="966546" y="1515266"/>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0" name="Text Placeholder 10">
            <a:extLst>
              <a:ext uri="{FF2B5EF4-FFF2-40B4-BE49-F238E27FC236}">
                <a16:creationId xmlns:a16="http://schemas.microsoft.com/office/drawing/2014/main" id="{8899BF72-5867-3A9E-F025-2F967E308E76}"/>
              </a:ext>
            </a:extLst>
          </p:cNvPr>
          <p:cNvSpPr>
            <a:spLocks noGrp="1"/>
          </p:cNvSpPr>
          <p:nvPr>
            <p:ph type="body" sz="quarter" idx="35" hasCustomPrompt="1"/>
          </p:nvPr>
        </p:nvSpPr>
        <p:spPr>
          <a:xfrm>
            <a:off x="2551797" y="2088456"/>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1" name="Isosceles Triangle 50">
            <a:extLst>
              <a:ext uri="{FF2B5EF4-FFF2-40B4-BE49-F238E27FC236}">
                <a16:creationId xmlns:a16="http://schemas.microsoft.com/office/drawing/2014/main" id="{DA75C5D6-49F7-9E0D-48FC-B8A5665BD7D1}"/>
              </a:ext>
            </a:extLst>
          </p:cNvPr>
          <p:cNvSpPr/>
          <p:nvPr userDrawn="1"/>
        </p:nvSpPr>
        <p:spPr>
          <a:xfrm>
            <a:off x="2711196" y="3250919"/>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2" name="Straight Connector 51">
            <a:extLst>
              <a:ext uri="{FF2B5EF4-FFF2-40B4-BE49-F238E27FC236}">
                <a16:creationId xmlns:a16="http://schemas.microsoft.com/office/drawing/2014/main" id="{07E8F245-65B5-429F-0CB8-DDC797AAE13C}"/>
              </a:ext>
            </a:extLst>
          </p:cNvPr>
          <p:cNvCxnSpPr>
            <a:cxnSpLocks/>
          </p:cNvCxnSpPr>
          <p:nvPr userDrawn="1"/>
        </p:nvCxnSpPr>
        <p:spPr>
          <a:xfrm>
            <a:off x="2821797" y="2393259"/>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3" name="Text Placeholder 10">
            <a:extLst>
              <a:ext uri="{FF2B5EF4-FFF2-40B4-BE49-F238E27FC236}">
                <a16:creationId xmlns:a16="http://schemas.microsoft.com/office/drawing/2014/main" id="{7F2B87E2-A42C-EC5A-D616-A5EEC1736F16}"/>
              </a:ext>
            </a:extLst>
          </p:cNvPr>
          <p:cNvSpPr>
            <a:spLocks noGrp="1"/>
          </p:cNvSpPr>
          <p:nvPr>
            <p:ph type="body" sz="quarter" idx="36"/>
          </p:nvPr>
        </p:nvSpPr>
        <p:spPr>
          <a:xfrm>
            <a:off x="2290180" y="151808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4" name="Text Placeholder 10">
            <a:extLst>
              <a:ext uri="{FF2B5EF4-FFF2-40B4-BE49-F238E27FC236}">
                <a16:creationId xmlns:a16="http://schemas.microsoft.com/office/drawing/2014/main" id="{5AE3EE24-A45B-B660-3E5B-6D5B1C76F071}"/>
              </a:ext>
            </a:extLst>
          </p:cNvPr>
          <p:cNvSpPr>
            <a:spLocks noGrp="1"/>
          </p:cNvSpPr>
          <p:nvPr>
            <p:ph type="body" sz="quarter" idx="37" hasCustomPrompt="1"/>
          </p:nvPr>
        </p:nvSpPr>
        <p:spPr>
          <a:xfrm>
            <a:off x="3905775" y="208465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5" name="Isosceles Triangle 54">
            <a:extLst>
              <a:ext uri="{FF2B5EF4-FFF2-40B4-BE49-F238E27FC236}">
                <a16:creationId xmlns:a16="http://schemas.microsoft.com/office/drawing/2014/main" id="{7304DF55-D37D-DC7C-DB75-27BC50136E5A}"/>
              </a:ext>
            </a:extLst>
          </p:cNvPr>
          <p:cNvSpPr/>
          <p:nvPr userDrawn="1"/>
        </p:nvSpPr>
        <p:spPr>
          <a:xfrm>
            <a:off x="4065174" y="324711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6" name="Straight Connector 55">
            <a:extLst>
              <a:ext uri="{FF2B5EF4-FFF2-40B4-BE49-F238E27FC236}">
                <a16:creationId xmlns:a16="http://schemas.microsoft.com/office/drawing/2014/main" id="{6A6D2C3D-CE99-4494-C4D6-DDAD009A314B}"/>
              </a:ext>
            </a:extLst>
          </p:cNvPr>
          <p:cNvCxnSpPr>
            <a:cxnSpLocks/>
          </p:cNvCxnSpPr>
          <p:nvPr userDrawn="1"/>
        </p:nvCxnSpPr>
        <p:spPr>
          <a:xfrm>
            <a:off x="4175775" y="238945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7" name="Text Placeholder 10">
            <a:extLst>
              <a:ext uri="{FF2B5EF4-FFF2-40B4-BE49-F238E27FC236}">
                <a16:creationId xmlns:a16="http://schemas.microsoft.com/office/drawing/2014/main" id="{0091FE0F-95C7-721C-A254-DE5362AB2572}"/>
              </a:ext>
            </a:extLst>
          </p:cNvPr>
          <p:cNvSpPr>
            <a:spLocks noGrp="1"/>
          </p:cNvSpPr>
          <p:nvPr>
            <p:ph type="body" sz="quarter" idx="38"/>
          </p:nvPr>
        </p:nvSpPr>
        <p:spPr>
          <a:xfrm>
            <a:off x="3644158" y="1514276"/>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8" name="Text Placeholder 10">
            <a:extLst>
              <a:ext uri="{FF2B5EF4-FFF2-40B4-BE49-F238E27FC236}">
                <a16:creationId xmlns:a16="http://schemas.microsoft.com/office/drawing/2014/main" id="{7F69A29D-8C39-468B-D6A3-4286CA002360}"/>
              </a:ext>
            </a:extLst>
          </p:cNvPr>
          <p:cNvSpPr>
            <a:spLocks noGrp="1"/>
          </p:cNvSpPr>
          <p:nvPr>
            <p:ph type="body" sz="quarter" idx="39" hasCustomPrompt="1"/>
          </p:nvPr>
        </p:nvSpPr>
        <p:spPr>
          <a:xfrm>
            <a:off x="5259283"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9" name="Isosceles Triangle 58">
            <a:extLst>
              <a:ext uri="{FF2B5EF4-FFF2-40B4-BE49-F238E27FC236}">
                <a16:creationId xmlns:a16="http://schemas.microsoft.com/office/drawing/2014/main" id="{E9C392E1-48AC-001A-531F-67BB09279588}"/>
              </a:ext>
            </a:extLst>
          </p:cNvPr>
          <p:cNvSpPr/>
          <p:nvPr userDrawn="1"/>
        </p:nvSpPr>
        <p:spPr>
          <a:xfrm>
            <a:off x="5418682"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0" name="Straight Connector 59">
            <a:extLst>
              <a:ext uri="{FF2B5EF4-FFF2-40B4-BE49-F238E27FC236}">
                <a16:creationId xmlns:a16="http://schemas.microsoft.com/office/drawing/2014/main" id="{4AB8B6BE-D005-C588-E354-B742E610104B}"/>
              </a:ext>
            </a:extLst>
          </p:cNvPr>
          <p:cNvCxnSpPr>
            <a:cxnSpLocks/>
          </p:cNvCxnSpPr>
          <p:nvPr userDrawn="1"/>
        </p:nvCxnSpPr>
        <p:spPr>
          <a:xfrm>
            <a:off x="5529283"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61" name="Text Placeholder 10">
            <a:extLst>
              <a:ext uri="{FF2B5EF4-FFF2-40B4-BE49-F238E27FC236}">
                <a16:creationId xmlns:a16="http://schemas.microsoft.com/office/drawing/2014/main" id="{7A7B56D4-261E-7510-30A3-5C4D3C70FE2C}"/>
              </a:ext>
            </a:extLst>
          </p:cNvPr>
          <p:cNvSpPr>
            <a:spLocks noGrp="1"/>
          </p:cNvSpPr>
          <p:nvPr>
            <p:ph type="body" sz="quarter" idx="40"/>
          </p:nvPr>
        </p:nvSpPr>
        <p:spPr>
          <a:xfrm>
            <a:off x="4997666"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62" name="Text Placeholder 10">
            <a:extLst>
              <a:ext uri="{FF2B5EF4-FFF2-40B4-BE49-F238E27FC236}">
                <a16:creationId xmlns:a16="http://schemas.microsoft.com/office/drawing/2014/main" id="{7B543852-C9C8-AC51-51B7-5E7E3E8CAA87}"/>
              </a:ext>
            </a:extLst>
          </p:cNvPr>
          <p:cNvSpPr>
            <a:spLocks noGrp="1"/>
          </p:cNvSpPr>
          <p:nvPr>
            <p:ph type="body" sz="quarter" idx="41" hasCustomPrompt="1"/>
          </p:nvPr>
        </p:nvSpPr>
        <p:spPr>
          <a:xfrm>
            <a:off x="6618553" y="2093580"/>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63" name="Isosceles Triangle 62">
            <a:extLst>
              <a:ext uri="{FF2B5EF4-FFF2-40B4-BE49-F238E27FC236}">
                <a16:creationId xmlns:a16="http://schemas.microsoft.com/office/drawing/2014/main" id="{2126D435-743F-A00D-3649-E12FC46684F2}"/>
              </a:ext>
            </a:extLst>
          </p:cNvPr>
          <p:cNvSpPr/>
          <p:nvPr userDrawn="1"/>
        </p:nvSpPr>
        <p:spPr>
          <a:xfrm>
            <a:off x="6777952" y="3256043"/>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3" name="Straight Connector 122">
            <a:extLst>
              <a:ext uri="{FF2B5EF4-FFF2-40B4-BE49-F238E27FC236}">
                <a16:creationId xmlns:a16="http://schemas.microsoft.com/office/drawing/2014/main" id="{7840C7F6-5CC1-12BE-8FF2-92344FF985A2}"/>
              </a:ext>
            </a:extLst>
          </p:cNvPr>
          <p:cNvCxnSpPr>
            <a:cxnSpLocks/>
          </p:cNvCxnSpPr>
          <p:nvPr userDrawn="1"/>
        </p:nvCxnSpPr>
        <p:spPr>
          <a:xfrm>
            <a:off x="6888553" y="2398383"/>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24" name="Text Placeholder 10">
            <a:extLst>
              <a:ext uri="{FF2B5EF4-FFF2-40B4-BE49-F238E27FC236}">
                <a16:creationId xmlns:a16="http://schemas.microsoft.com/office/drawing/2014/main" id="{E8BFC980-9C2D-DFC6-D99F-B14BB31D1071}"/>
              </a:ext>
            </a:extLst>
          </p:cNvPr>
          <p:cNvSpPr>
            <a:spLocks noGrp="1"/>
          </p:cNvSpPr>
          <p:nvPr>
            <p:ph type="body" sz="quarter" idx="42"/>
          </p:nvPr>
        </p:nvSpPr>
        <p:spPr>
          <a:xfrm>
            <a:off x="6356936" y="1523204"/>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25" name="Text Placeholder 10">
            <a:extLst>
              <a:ext uri="{FF2B5EF4-FFF2-40B4-BE49-F238E27FC236}">
                <a16:creationId xmlns:a16="http://schemas.microsoft.com/office/drawing/2014/main" id="{CF379578-C6E4-A9CF-5DF6-5136989D9CDA}"/>
              </a:ext>
            </a:extLst>
          </p:cNvPr>
          <p:cNvSpPr>
            <a:spLocks noGrp="1"/>
          </p:cNvSpPr>
          <p:nvPr>
            <p:ph type="body" sz="quarter" idx="43" hasCustomPrompt="1"/>
          </p:nvPr>
        </p:nvSpPr>
        <p:spPr>
          <a:xfrm>
            <a:off x="7966533"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26" name="Isosceles Triangle 125">
            <a:extLst>
              <a:ext uri="{FF2B5EF4-FFF2-40B4-BE49-F238E27FC236}">
                <a16:creationId xmlns:a16="http://schemas.microsoft.com/office/drawing/2014/main" id="{07792800-DAEE-1CCF-A8D1-E3C92F8F7C4C}"/>
              </a:ext>
            </a:extLst>
          </p:cNvPr>
          <p:cNvSpPr/>
          <p:nvPr userDrawn="1"/>
        </p:nvSpPr>
        <p:spPr>
          <a:xfrm>
            <a:off x="8125932"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7" name="Straight Connector 126">
            <a:extLst>
              <a:ext uri="{FF2B5EF4-FFF2-40B4-BE49-F238E27FC236}">
                <a16:creationId xmlns:a16="http://schemas.microsoft.com/office/drawing/2014/main" id="{64C0C441-75BB-474C-D701-5AD3A588B1AC}"/>
              </a:ext>
            </a:extLst>
          </p:cNvPr>
          <p:cNvCxnSpPr>
            <a:cxnSpLocks/>
          </p:cNvCxnSpPr>
          <p:nvPr userDrawn="1"/>
        </p:nvCxnSpPr>
        <p:spPr>
          <a:xfrm>
            <a:off x="8236533"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28" name="Text Placeholder 10">
            <a:extLst>
              <a:ext uri="{FF2B5EF4-FFF2-40B4-BE49-F238E27FC236}">
                <a16:creationId xmlns:a16="http://schemas.microsoft.com/office/drawing/2014/main" id="{63340F3E-B1A1-C217-5CF7-141D4EE5B37F}"/>
              </a:ext>
            </a:extLst>
          </p:cNvPr>
          <p:cNvSpPr>
            <a:spLocks noGrp="1"/>
          </p:cNvSpPr>
          <p:nvPr>
            <p:ph type="body" sz="quarter" idx="44"/>
          </p:nvPr>
        </p:nvSpPr>
        <p:spPr>
          <a:xfrm>
            <a:off x="7704916"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29" name="Text Placeholder 10">
            <a:extLst>
              <a:ext uri="{FF2B5EF4-FFF2-40B4-BE49-F238E27FC236}">
                <a16:creationId xmlns:a16="http://schemas.microsoft.com/office/drawing/2014/main" id="{EAD9E4E1-3D3C-8041-055A-E58BEAE2A1A4}"/>
              </a:ext>
            </a:extLst>
          </p:cNvPr>
          <p:cNvSpPr>
            <a:spLocks noGrp="1"/>
          </p:cNvSpPr>
          <p:nvPr>
            <p:ph type="body" sz="quarter" idx="45" hasCustomPrompt="1"/>
          </p:nvPr>
        </p:nvSpPr>
        <p:spPr>
          <a:xfrm>
            <a:off x="9321405"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30" name="Isosceles Triangle 129">
            <a:extLst>
              <a:ext uri="{FF2B5EF4-FFF2-40B4-BE49-F238E27FC236}">
                <a16:creationId xmlns:a16="http://schemas.microsoft.com/office/drawing/2014/main" id="{42AAE0F7-8602-588E-DC41-A5403942C120}"/>
              </a:ext>
            </a:extLst>
          </p:cNvPr>
          <p:cNvSpPr/>
          <p:nvPr userDrawn="1"/>
        </p:nvSpPr>
        <p:spPr>
          <a:xfrm>
            <a:off x="9480804"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1" name="Straight Connector 130">
            <a:extLst>
              <a:ext uri="{FF2B5EF4-FFF2-40B4-BE49-F238E27FC236}">
                <a16:creationId xmlns:a16="http://schemas.microsoft.com/office/drawing/2014/main" id="{16958E3B-5BC7-AF6C-98CF-0DC37EEBB9CD}"/>
              </a:ext>
            </a:extLst>
          </p:cNvPr>
          <p:cNvCxnSpPr>
            <a:cxnSpLocks/>
          </p:cNvCxnSpPr>
          <p:nvPr userDrawn="1"/>
        </p:nvCxnSpPr>
        <p:spPr>
          <a:xfrm>
            <a:off x="9591405"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2" name="Text Placeholder 10">
            <a:extLst>
              <a:ext uri="{FF2B5EF4-FFF2-40B4-BE49-F238E27FC236}">
                <a16:creationId xmlns:a16="http://schemas.microsoft.com/office/drawing/2014/main" id="{661DF085-52D8-E54E-A1E4-6E3DDE54D808}"/>
              </a:ext>
            </a:extLst>
          </p:cNvPr>
          <p:cNvSpPr>
            <a:spLocks noGrp="1"/>
          </p:cNvSpPr>
          <p:nvPr>
            <p:ph type="body" sz="quarter" idx="46"/>
          </p:nvPr>
        </p:nvSpPr>
        <p:spPr>
          <a:xfrm>
            <a:off x="9059788"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33" name="Text Placeholder 10">
            <a:extLst>
              <a:ext uri="{FF2B5EF4-FFF2-40B4-BE49-F238E27FC236}">
                <a16:creationId xmlns:a16="http://schemas.microsoft.com/office/drawing/2014/main" id="{7ABA0387-F779-568A-36D6-62CB270B9B64}"/>
              </a:ext>
            </a:extLst>
          </p:cNvPr>
          <p:cNvSpPr>
            <a:spLocks noGrp="1"/>
          </p:cNvSpPr>
          <p:nvPr>
            <p:ph type="body" sz="quarter" idx="47" hasCustomPrompt="1"/>
          </p:nvPr>
        </p:nvSpPr>
        <p:spPr>
          <a:xfrm>
            <a:off x="10673782" y="2086537"/>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34" name="Isosceles Triangle 133">
            <a:extLst>
              <a:ext uri="{FF2B5EF4-FFF2-40B4-BE49-F238E27FC236}">
                <a16:creationId xmlns:a16="http://schemas.microsoft.com/office/drawing/2014/main" id="{ADDE97CD-A65B-EF1F-C645-80F1730E8CE7}"/>
              </a:ext>
            </a:extLst>
          </p:cNvPr>
          <p:cNvSpPr/>
          <p:nvPr userDrawn="1"/>
        </p:nvSpPr>
        <p:spPr>
          <a:xfrm>
            <a:off x="10833181" y="3249000"/>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 name="Straight Connector 134">
            <a:extLst>
              <a:ext uri="{FF2B5EF4-FFF2-40B4-BE49-F238E27FC236}">
                <a16:creationId xmlns:a16="http://schemas.microsoft.com/office/drawing/2014/main" id="{BD9324A6-AD5D-1B36-56F9-4A59950CA3AC}"/>
              </a:ext>
            </a:extLst>
          </p:cNvPr>
          <p:cNvCxnSpPr>
            <a:cxnSpLocks/>
          </p:cNvCxnSpPr>
          <p:nvPr userDrawn="1"/>
        </p:nvCxnSpPr>
        <p:spPr>
          <a:xfrm>
            <a:off x="10943782" y="2391340"/>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6" name="Text Placeholder 10">
            <a:extLst>
              <a:ext uri="{FF2B5EF4-FFF2-40B4-BE49-F238E27FC236}">
                <a16:creationId xmlns:a16="http://schemas.microsoft.com/office/drawing/2014/main" id="{2C4794C1-6991-9E0C-8B6F-A44D481BA497}"/>
              </a:ext>
            </a:extLst>
          </p:cNvPr>
          <p:cNvSpPr>
            <a:spLocks noGrp="1"/>
          </p:cNvSpPr>
          <p:nvPr>
            <p:ph type="body" sz="quarter" idx="48"/>
          </p:nvPr>
        </p:nvSpPr>
        <p:spPr>
          <a:xfrm>
            <a:off x="10412165" y="1516161"/>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2271817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2065992"/>
            <a:ext cx="5490000" cy="41067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631900"/>
            <a:ext cx="11618976" cy="270000"/>
          </a:xfrm>
        </p:spPr>
        <p:txBody>
          <a:bodyPr>
            <a:normAutofit/>
          </a:bodyPr>
          <a:lstStyle>
            <a:lvl1pPr marL="0" indent="0">
              <a:buNone/>
              <a:defRPr sz="1400" b="1">
                <a:solidFill>
                  <a:schemeClr val="tx1"/>
                </a:solidFill>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ACE91AE9-6A07-78D1-A8C0-6D49416B60DE}"/>
              </a:ext>
            </a:extLst>
          </p:cNvPr>
          <p:cNvCxnSpPr>
            <a:cxnSpLocks/>
          </p:cNvCxnSpPr>
          <p:nvPr userDrawn="1"/>
        </p:nvCxnSpPr>
        <p:spPr>
          <a:xfrm>
            <a:off x="6101811" y="2065993"/>
            <a:ext cx="0" cy="4106707"/>
          </a:xfrm>
          <a:prstGeom prst="line">
            <a:avLst/>
          </a:prstGeom>
          <a:ln w="3175">
            <a:solidFill>
              <a:srgbClr val="22A28A"/>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856A952D-F700-6C2C-A022-C59747CF20EA}"/>
              </a:ext>
            </a:extLst>
          </p:cNvPr>
          <p:cNvSpPr>
            <a:spLocks noGrp="1"/>
          </p:cNvSpPr>
          <p:nvPr>
            <p:ph idx="15"/>
          </p:nvPr>
        </p:nvSpPr>
        <p:spPr>
          <a:xfrm>
            <a:off x="6421014" y="2065992"/>
            <a:ext cx="5490000" cy="41067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8">
            <a:extLst>
              <a:ext uri="{FF2B5EF4-FFF2-40B4-BE49-F238E27FC236}">
                <a16:creationId xmlns:a16="http://schemas.microsoft.com/office/drawing/2014/main" id="{A8EDB192-6A8E-F0AC-5320-AA0A1B36FD55}"/>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17926453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hasCustomPrompt="1"/>
          </p:nvPr>
        </p:nvSpPr>
        <p:spPr>
          <a:xfrm>
            <a:off x="6291414" y="876300"/>
            <a:ext cx="5619600" cy="270000"/>
          </a:xfrm>
        </p:spPr>
        <p:txBody>
          <a:bodyPr>
            <a:noAutofit/>
          </a:bodyPr>
          <a:lstStyle>
            <a:lvl1pPr marL="0" indent="0">
              <a:buNone/>
              <a:defRPr sz="1800" b="1">
                <a:solidFill>
                  <a:srgbClr val="00325B"/>
                </a:solidFill>
              </a:defRPr>
            </a:lvl1pPr>
          </a:lstStyle>
          <a:p>
            <a:pPr lvl="0"/>
            <a:r>
              <a:rPr lang="en-US"/>
              <a:t>Click to edit Master text styles – 18pt</a:t>
            </a:r>
            <a:endParaRPr lang="en-IN"/>
          </a:p>
        </p:txBody>
      </p:sp>
      <p:sp>
        <p:nvSpPr>
          <p:cNvPr id="8" name="Picture Placeholder 4">
            <a:extLst>
              <a:ext uri="{FF2B5EF4-FFF2-40B4-BE49-F238E27FC236}">
                <a16:creationId xmlns:a16="http://schemas.microsoft.com/office/drawing/2014/main" id="{46FBDF36-2E5E-A2F0-97AF-71533D6C9EE1}"/>
              </a:ext>
            </a:extLst>
          </p:cNvPr>
          <p:cNvSpPr>
            <a:spLocks noGrp="1"/>
          </p:cNvSpPr>
          <p:nvPr>
            <p:ph type="pic" sz="quarter" idx="16" hasCustomPrompt="1"/>
          </p:nvPr>
        </p:nvSpPr>
        <p:spPr>
          <a:xfrm>
            <a:off x="292606" y="876299"/>
            <a:ext cx="5688000" cy="5339773"/>
          </a:xfrm>
        </p:spPr>
        <p:txBody>
          <a:bodyPr/>
          <a:lstStyle>
            <a:lvl1pPr marL="0" indent="0">
              <a:buNone/>
              <a:defRPr/>
            </a:lvl1pPr>
          </a:lstStyle>
          <a:p>
            <a:r>
              <a:rPr lang="en-IN"/>
              <a:t>Click on icon to add picture</a:t>
            </a:r>
          </a:p>
        </p:txBody>
      </p:sp>
      <p:sp>
        <p:nvSpPr>
          <p:cNvPr id="13" name="Text Placeholder 12">
            <a:extLst>
              <a:ext uri="{FF2B5EF4-FFF2-40B4-BE49-F238E27FC236}">
                <a16:creationId xmlns:a16="http://schemas.microsoft.com/office/drawing/2014/main" id="{8420CC75-008C-2431-282F-E74D62272FE7}"/>
              </a:ext>
            </a:extLst>
          </p:cNvPr>
          <p:cNvSpPr>
            <a:spLocks noGrp="1"/>
          </p:cNvSpPr>
          <p:nvPr>
            <p:ph type="body" sz="quarter" idx="17" hasCustomPrompt="1"/>
          </p:nvPr>
        </p:nvSpPr>
        <p:spPr>
          <a:xfrm>
            <a:off x="6291414" y="1254992"/>
            <a:ext cx="5619600" cy="4917122"/>
          </a:xfrm>
        </p:spPr>
        <p:txBody>
          <a:bodyPr/>
          <a:lstStyle>
            <a:lvl1pPr>
              <a:defRPr/>
            </a:lvl1pPr>
            <a:lvl2pPr>
              <a:defRPr/>
            </a:lvl2pPr>
            <a:lvl3pPr>
              <a:defRPr/>
            </a:lvl3pPr>
            <a:lvl4pPr>
              <a:defRPr/>
            </a:lvl4pPr>
            <a:lvl5pPr marL="1828800" indent="0">
              <a:buNone/>
              <a:defRPr/>
            </a:lvl5pPr>
          </a:lstStyle>
          <a:p>
            <a:pPr lvl="0"/>
            <a:r>
              <a:rPr lang="en-US"/>
              <a:t>Click to edit Master text styles – 16pt</a:t>
            </a:r>
          </a:p>
          <a:p>
            <a:pPr lvl="1"/>
            <a:r>
              <a:rPr lang="en-US"/>
              <a:t>Second level – 14pt</a:t>
            </a:r>
          </a:p>
          <a:p>
            <a:pPr lvl="2"/>
            <a:r>
              <a:rPr lang="en-US"/>
              <a:t>Third level – 12pt</a:t>
            </a:r>
          </a:p>
          <a:p>
            <a:pPr lvl="3"/>
            <a:r>
              <a:rPr lang="en-US"/>
              <a:t>Fourth level – 11pt</a:t>
            </a:r>
          </a:p>
        </p:txBody>
      </p:sp>
    </p:spTree>
    <p:extLst>
      <p:ext uri="{BB962C8B-B14F-4D97-AF65-F5344CB8AC3E}">
        <p14:creationId xmlns:p14="http://schemas.microsoft.com/office/powerpoint/2010/main" val="30621356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761204"/>
            <a:ext cx="11618976" cy="270000"/>
          </a:xfrm>
        </p:spPr>
        <p:txBody>
          <a:bodyPr>
            <a:normAutofit/>
          </a:bodyPr>
          <a:lstStyle>
            <a:lvl1pPr marL="0" indent="0">
              <a:buNone/>
              <a:defRPr sz="1400" b="1">
                <a:solidFill>
                  <a:schemeClr val="tx1"/>
                </a:solidFill>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ACE91AE9-6A07-78D1-A8C0-6D49416B60DE}"/>
              </a:ext>
            </a:extLst>
          </p:cNvPr>
          <p:cNvCxnSpPr>
            <a:cxnSpLocks/>
          </p:cNvCxnSpPr>
          <p:nvPr userDrawn="1"/>
        </p:nvCxnSpPr>
        <p:spPr>
          <a:xfrm>
            <a:off x="6101811" y="2426206"/>
            <a:ext cx="0" cy="3456000"/>
          </a:xfrm>
          <a:prstGeom prst="line">
            <a:avLst/>
          </a:prstGeom>
          <a:ln w="3175">
            <a:solidFill>
              <a:srgbClr val="22A28A"/>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p:nvPr>
        </p:nvSpPr>
        <p:spPr>
          <a:xfrm>
            <a:off x="292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16" name="Content Placeholder 2">
            <a:extLst>
              <a:ext uri="{FF2B5EF4-FFF2-40B4-BE49-F238E27FC236}">
                <a16:creationId xmlns:a16="http://schemas.microsoft.com/office/drawing/2014/main" id="{DA0CAD5A-4EB1-6ABB-4160-7BF63E0AABF6}"/>
              </a:ext>
            </a:extLst>
          </p:cNvPr>
          <p:cNvSpPr>
            <a:spLocks noGrp="1"/>
          </p:cNvSpPr>
          <p:nvPr>
            <p:ph idx="18"/>
          </p:nvPr>
        </p:nvSpPr>
        <p:spPr>
          <a:xfrm>
            <a:off x="6409392"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5C2017F-1DDD-416F-CE65-F026FA0E3A3F}"/>
              </a:ext>
            </a:extLst>
          </p:cNvPr>
          <p:cNvSpPr>
            <a:spLocks noGrp="1"/>
          </p:cNvSpPr>
          <p:nvPr>
            <p:ph idx="22"/>
          </p:nvPr>
        </p:nvSpPr>
        <p:spPr>
          <a:xfrm>
            <a:off x="3190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1" name="Content Placeholder 2">
            <a:extLst>
              <a:ext uri="{FF2B5EF4-FFF2-40B4-BE49-F238E27FC236}">
                <a16:creationId xmlns:a16="http://schemas.microsoft.com/office/drawing/2014/main" id="{12984B83-C158-3F57-8C72-DEBF6C2704E5}"/>
              </a:ext>
            </a:extLst>
          </p:cNvPr>
          <p:cNvSpPr>
            <a:spLocks noGrp="1"/>
          </p:cNvSpPr>
          <p:nvPr>
            <p:ph idx="23"/>
          </p:nvPr>
        </p:nvSpPr>
        <p:spPr>
          <a:xfrm>
            <a:off x="3190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2" name="Content Placeholder 2">
            <a:extLst>
              <a:ext uri="{FF2B5EF4-FFF2-40B4-BE49-F238E27FC236}">
                <a16:creationId xmlns:a16="http://schemas.microsoft.com/office/drawing/2014/main" id="{CBA355D5-955D-1E31-2E6E-CAC70AD9EBCB}"/>
              </a:ext>
            </a:extLst>
          </p:cNvPr>
          <p:cNvSpPr>
            <a:spLocks noGrp="1"/>
          </p:cNvSpPr>
          <p:nvPr>
            <p:ph idx="24"/>
          </p:nvPr>
        </p:nvSpPr>
        <p:spPr>
          <a:xfrm>
            <a:off x="6409387" y="3032664"/>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3" name="Content Placeholder 2">
            <a:extLst>
              <a:ext uri="{FF2B5EF4-FFF2-40B4-BE49-F238E27FC236}">
                <a16:creationId xmlns:a16="http://schemas.microsoft.com/office/drawing/2014/main" id="{7A5DBD61-D886-CE94-09B6-A7363A8C3483}"/>
              </a:ext>
            </a:extLst>
          </p:cNvPr>
          <p:cNvSpPr>
            <a:spLocks noGrp="1"/>
          </p:cNvSpPr>
          <p:nvPr>
            <p:ph idx="25"/>
          </p:nvPr>
        </p:nvSpPr>
        <p:spPr>
          <a:xfrm>
            <a:off x="6409387" y="4625160"/>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4" name="Content Placeholder 2">
            <a:extLst>
              <a:ext uri="{FF2B5EF4-FFF2-40B4-BE49-F238E27FC236}">
                <a16:creationId xmlns:a16="http://schemas.microsoft.com/office/drawing/2014/main" id="{5672C7E3-0E7C-8EE7-888E-F46798953B00}"/>
              </a:ext>
            </a:extLst>
          </p:cNvPr>
          <p:cNvSpPr>
            <a:spLocks noGrp="1"/>
          </p:cNvSpPr>
          <p:nvPr>
            <p:ph idx="26"/>
          </p:nvPr>
        </p:nvSpPr>
        <p:spPr>
          <a:xfrm>
            <a:off x="9307387" y="3032664"/>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5" name="Content Placeholder 2">
            <a:extLst>
              <a:ext uri="{FF2B5EF4-FFF2-40B4-BE49-F238E27FC236}">
                <a16:creationId xmlns:a16="http://schemas.microsoft.com/office/drawing/2014/main" id="{7C5A5028-107A-6013-C0C5-4AB67F4AF051}"/>
              </a:ext>
            </a:extLst>
          </p:cNvPr>
          <p:cNvSpPr>
            <a:spLocks noGrp="1"/>
          </p:cNvSpPr>
          <p:nvPr>
            <p:ph idx="27"/>
          </p:nvPr>
        </p:nvSpPr>
        <p:spPr>
          <a:xfrm>
            <a:off x="9307387" y="4625160"/>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3" name="Text Placeholder 8">
            <a:extLst>
              <a:ext uri="{FF2B5EF4-FFF2-40B4-BE49-F238E27FC236}">
                <a16:creationId xmlns:a16="http://schemas.microsoft.com/office/drawing/2014/main" id="{A707BCC1-0B63-5B39-947F-961A733EFAF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11322991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hasCustomPrompt="1"/>
          </p:nvPr>
        </p:nvSpPr>
        <p:spPr>
          <a:xfrm>
            <a:off x="292608" y="22137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3288326"/>
            <a:ext cx="3312000" cy="526303"/>
          </a:xfrm>
        </p:spPr>
        <p:txBody>
          <a:bodyPr/>
          <a:lstStyle>
            <a:lvl1pPr marL="0" indent="0">
              <a:buNone/>
              <a:defRPr/>
            </a:lvl1pPr>
          </a:lstStyle>
          <a:p>
            <a:pPr lvl="0"/>
            <a:r>
              <a:rPr lang="en-US"/>
              <a:t>Click to edit Master text styles</a:t>
            </a:r>
          </a:p>
        </p:txBody>
      </p:sp>
      <p:sp>
        <p:nvSpPr>
          <p:cNvPr id="12" name="Content Placeholder 2">
            <a:extLst>
              <a:ext uri="{FF2B5EF4-FFF2-40B4-BE49-F238E27FC236}">
                <a16:creationId xmlns:a16="http://schemas.microsoft.com/office/drawing/2014/main" id="{5855BF5D-824A-F8E9-92BB-4E3CAAB2D331}"/>
              </a:ext>
            </a:extLst>
          </p:cNvPr>
          <p:cNvSpPr>
            <a:spLocks noGrp="1"/>
          </p:cNvSpPr>
          <p:nvPr>
            <p:ph idx="28" hasCustomPrompt="1"/>
          </p:nvPr>
        </p:nvSpPr>
        <p:spPr>
          <a:xfrm>
            <a:off x="292608" y="40704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13" name="Content Placeholder 2">
            <a:extLst>
              <a:ext uri="{FF2B5EF4-FFF2-40B4-BE49-F238E27FC236}">
                <a16:creationId xmlns:a16="http://schemas.microsoft.com/office/drawing/2014/main" id="{7A332B39-50C4-EF49-E964-288240B85BDE}"/>
              </a:ext>
            </a:extLst>
          </p:cNvPr>
          <p:cNvSpPr>
            <a:spLocks noGrp="1"/>
          </p:cNvSpPr>
          <p:nvPr>
            <p:ph idx="29"/>
          </p:nvPr>
        </p:nvSpPr>
        <p:spPr>
          <a:xfrm>
            <a:off x="292608" y="5145039"/>
            <a:ext cx="3312000" cy="526303"/>
          </a:xfrm>
        </p:spPr>
        <p:txBody>
          <a:bodyPr/>
          <a:lstStyle>
            <a:lvl1pPr marL="0" indent="0">
              <a:buNone/>
              <a:defRPr/>
            </a:lvl1pPr>
          </a:lstStyle>
          <a:p>
            <a:pPr lvl="0"/>
            <a:r>
              <a:rPr lang="en-US"/>
              <a:t>Click to edit Master text styles</a:t>
            </a:r>
          </a:p>
        </p:txBody>
      </p:sp>
      <p:sp>
        <p:nvSpPr>
          <p:cNvPr id="27" name="Content Placeholder 2">
            <a:extLst>
              <a:ext uri="{FF2B5EF4-FFF2-40B4-BE49-F238E27FC236}">
                <a16:creationId xmlns:a16="http://schemas.microsoft.com/office/drawing/2014/main" id="{7369CEA6-7F0A-3DF1-F52E-7ABF4D3AA8D2}"/>
              </a:ext>
            </a:extLst>
          </p:cNvPr>
          <p:cNvSpPr>
            <a:spLocks noGrp="1"/>
          </p:cNvSpPr>
          <p:nvPr>
            <p:ph idx="30" hasCustomPrompt="1"/>
          </p:nvPr>
        </p:nvSpPr>
        <p:spPr>
          <a:xfrm>
            <a:off x="4440000" y="22137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28" name="Content Placeholder 2">
            <a:extLst>
              <a:ext uri="{FF2B5EF4-FFF2-40B4-BE49-F238E27FC236}">
                <a16:creationId xmlns:a16="http://schemas.microsoft.com/office/drawing/2014/main" id="{81C27F4B-D3B7-090B-4E82-3F2F3AEC89F2}"/>
              </a:ext>
            </a:extLst>
          </p:cNvPr>
          <p:cNvSpPr>
            <a:spLocks noGrp="1"/>
          </p:cNvSpPr>
          <p:nvPr>
            <p:ph idx="31"/>
          </p:nvPr>
        </p:nvSpPr>
        <p:spPr>
          <a:xfrm>
            <a:off x="4440000" y="3288326"/>
            <a:ext cx="3312000" cy="526303"/>
          </a:xfrm>
        </p:spPr>
        <p:txBody>
          <a:bodyPr/>
          <a:lstStyle>
            <a:lvl1pPr marL="0" indent="0">
              <a:buNone/>
              <a:defRPr/>
            </a:lvl1pPr>
          </a:lstStyle>
          <a:p>
            <a:pPr lvl="0"/>
            <a:r>
              <a:rPr lang="en-US"/>
              <a:t>Click to edit Master text styles</a:t>
            </a:r>
          </a:p>
        </p:txBody>
      </p:sp>
      <p:sp>
        <p:nvSpPr>
          <p:cNvPr id="29" name="Content Placeholder 2">
            <a:extLst>
              <a:ext uri="{FF2B5EF4-FFF2-40B4-BE49-F238E27FC236}">
                <a16:creationId xmlns:a16="http://schemas.microsoft.com/office/drawing/2014/main" id="{6417D0BD-396F-B8B4-1801-22228C8B70AA}"/>
              </a:ext>
            </a:extLst>
          </p:cNvPr>
          <p:cNvSpPr>
            <a:spLocks noGrp="1"/>
          </p:cNvSpPr>
          <p:nvPr>
            <p:ph idx="32" hasCustomPrompt="1"/>
          </p:nvPr>
        </p:nvSpPr>
        <p:spPr>
          <a:xfrm>
            <a:off x="4440000" y="40704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0" name="Content Placeholder 2">
            <a:extLst>
              <a:ext uri="{FF2B5EF4-FFF2-40B4-BE49-F238E27FC236}">
                <a16:creationId xmlns:a16="http://schemas.microsoft.com/office/drawing/2014/main" id="{2E835598-C33A-62B9-AFA3-704C045DE148}"/>
              </a:ext>
            </a:extLst>
          </p:cNvPr>
          <p:cNvSpPr>
            <a:spLocks noGrp="1"/>
          </p:cNvSpPr>
          <p:nvPr>
            <p:ph idx="33"/>
          </p:nvPr>
        </p:nvSpPr>
        <p:spPr>
          <a:xfrm>
            <a:off x="4440000" y="5145039"/>
            <a:ext cx="3312000" cy="526303"/>
          </a:xfrm>
        </p:spPr>
        <p:txBody>
          <a:bodyPr/>
          <a:lstStyle>
            <a:lvl1pPr marL="0" indent="0">
              <a:buNone/>
              <a:defRPr/>
            </a:lvl1pPr>
          </a:lstStyle>
          <a:p>
            <a:pPr lvl="0"/>
            <a:r>
              <a:rPr lang="en-US"/>
              <a:t>Click to edit Master text styles</a:t>
            </a:r>
          </a:p>
        </p:txBody>
      </p:sp>
      <p:sp>
        <p:nvSpPr>
          <p:cNvPr id="31" name="Content Placeholder 2">
            <a:extLst>
              <a:ext uri="{FF2B5EF4-FFF2-40B4-BE49-F238E27FC236}">
                <a16:creationId xmlns:a16="http://schemas.microsoft.com/office/drawing/2014/main" id="{7A7D75B6-54BA-9FC1-C781-D6C1FBF52313}"/>
              </a:ext>
            </a:extLst>
          </p:cNvPr>
          <p:cNvSpPr>
            <a:spLocks noGrp="1"/>
          </p:cNvSpPr>
          <p:nvPr>
            <p:ph idx="34" hasCustomPrompt="1"/>
          </p:nvPr>
        </p:nvSpPr>
        <p:spPr>
          <a:xfrm>
            <a:off x="8587387" y="22078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2" name="Content Placeholder 2">
            <a:extLst>
              <a:ext uri="{FF2B5EF4-FFF2-40B4-BE49-F238E27FC236}">
                <a16:creationId xmlns:a16="http://schemas.microsoft.com/office/drawing/2014/main" id="{156547DD-9677-48BE-6DAA-2A75CA1BF06B}"/>
              </a:ext>
            </a:extLst>
          </p:cNvPr>
          <p:cNvSpPr>
            <a:spLocks noGrp="1"/>
          </p:cNvSpPr>
          <p:nvPr>
            <p:ph idx="35"/>
          </p:nvPr>
        </p:nvSpPr>
        <p:spPr>
          <a:xfrm>
            <a:off x="8587387" y="3282426"/>
            <a:ext cx="3312000" cy="526303"/>
          </a:xfrm>
        </p:spPr>
        <p:txBody>
          <a:bodyPr/>
          <a:lstStyle>
            <a:lvl1pPr marL="0" indent="0">
              <a:buNone/>
              <a:defRPr/>
            </a:lvl1pPr>
          </a:lstStyle>
          <a:p>
            <a:pPr lvl="0"/>
            <a:r>
              <a:rPr lang="en-US"/>
              <a:t>Click to edit Master text styles</a:t>
            </a:r>
          </a:p>
        </p:txBody>
      </p:sp>
      <p:sp>
        <p:nvSpPr>
          <p:cNvPr id="33" name="Content Placeholder 2">
            <a:extLst>
              <a:ext uri="{FF2B5EF4-FFF2-40B4-BE49-F238E27FC236}">
                <a16:creationId xmlns:a16="http://schemas.microsoft.com/office/drawing/2014/main" id="{CD7E0260-5407-E364-3C9F-CDC9535A926C}"/>
              </a:ext>
            </a:extLst>
          </p:cNvPr>
          <p:cNvSpPr>
            <a:spLocks noGrp="1"/>
          </p:cNvSpPr>
          <p:nvPr>
            <p:ph idx="36" hasCustomPrompt="1"/>
          </p:nvPr>
        </p:nvSpPr>
        <p:spPr>
          <a:xfrm>
            <a:off x="8587387" y="40645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4" name="Content Placeholder 2">
            <a:extLst>
              <a:ext uri="{FF2B5EF4-FFF2-40B4-BE49-F238E27FC236}">
                <a16:creationId xmlns:a16="http://schemas.microsoft.com/office/drawing/2014/main" id="{F01492E6-66AD-4216-E0DF-1CD67AA8C5A2}"/>
              </a:ext>
            </a:extLst>
          </p:cNvPr>
          <p:cNvSpPr>
            <a:spLocks noGrp="1"/>
          </p:cNvSpPr>
          <p:nvPr>
            <p:ph idx="37"/>
          </p:nvPr>
        </p:nvSpPr>
        <p:spPr>
          <a:xfrm>
            <a:off x="8587387" y="5139139"/>
            <a:ext cx="3312000" cy="526303"/>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EBEC49B7-B2E1-EEB7-2B3F-DF47272B7867}"/>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16810672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D4DBB57-F692-BBE0-0561-EF35193B72C6}"/>
              </a:ext>
            </a:extLst>
          </p:cNvPr>
          <p:cNvSpPr>
            <a:spLocks noGrp="1"/>
          </p:cNvSpPr>
          <p:nvPr>
            <p:ph type="pic" sz="quarter" idx="24"/>
          </p:nvPr>
        </p:nvSpPr>
        <p:spPr>
          <a:xfrm>
            <a:off x="6096000" y="0"/>
            <a:ext cx="6096000" cy="6858000"/>
          </a:xfrm>
        </p:spPr>
        <p:txBody>
          <a:bodyPr/>
          <a:lstStyle/>
          <a:p>
            <a:r>
              <a:rPr lang="en-US"/>
              <a:t>Click icon to add picture</a:t>
            </a:r>
            <a:endParaRPr lang="en-IN"/>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a:xfrm>
            <a:off x="292608" y="392323"/>
            <a:ext cx="5489424" cy="360000"/>
          </a:xfr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1005223"/>
            <a:ext cx="5489995"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761204"/>
            <a:ext cx="5489994" cy="269482"/>
          </a:xfrm>
        </p:spPr>
        <p:txBody>
          <a:bodyPr>
            <a:normAutofit/>
          </a:bodyPr>
          <a:lstStyle>
            <a:lvl1pPr marL="0" indent="0">
              <a:buNone/>
              <a:defRPr sz="1400" b="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p:nvPr>
        </p:nvSpPr>
        <p:spPr>
          <a:xfrm>
            <a:off x="292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5C2017F-1DDD-416F-CE65-F026FA0E3A3F}"/>
              </a:ext>
            </a:extLst>
          </p:cNvPr>
          <p:cNvSpPr>
            <a:spLocks noGrp="1"/>
          </p:cNvSpPr>
          <p:nvPr>
            <p:ph idx="22"/>
          </p:nvPr>
        </p:nvSpPr>
        <p:spPr>
          <a:xfrm>
            <a:off x="3190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1" name="Content Placeholder 2">
            <a:extLst>
              <a:ext uri="{FF2B5EF4-FFF2-40B4-BE49-F238E27FC236}">
                <a16:creationId xmlns:a16="http://schemas.microsoft.com/office/drawing/2014/main" id="{12984B83-C158-3F57-8C72-DEBF6C2704E5}"/>
              </a:ext>
            </a:extLst>
          </p:cNvPr>
          <p:cNvSpPr>
            <a:spLocks noGrp="1"/>
          </p:cNvSpPr>
          <p:nvPr>
            <p:ph idx="23"/>
          </p:nvPr>
        </p:nvSpPr>
        <p:spPr>
          <a:xfrm>
            <a:off x="3190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3" name="Slide Number Placeholder 5">
            <a:extLst>
              <a:ext uri="{FF2B5EF4-FFF2-40B4-BE49-F238E27FC236}">
                <a16:creationId xmlns:a16="http://schemas.microsoft.com/office/drawing/2014/main" id="{5946E9CF-A3B8-C310-CBED-0EB39886397A}"/>
              </a:ext>
            </a:extLst>
          </p:cNvPr>
          <p:cNvSpPr>
            <a:spLocks noGrp="1"/>
          </p:cNvSpPr>
          <p:nvPr>
            <p:ph type="sldNum" sz="quarter" idx="12"/>
          </p:nvPr>
        </p:nvSpPr>
        <p:spPr>
          <a:xfrm>
            <a:off x="9927336" y="6423984"/>
            <a:ext cx="1404000" cy="365125"/>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12243754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D4DBB57-F692-BBE0-0561-EF35193B72C6}"/>
              </a:ext>
            </a:extLst>
          </p:cNvPr>
          <p:cNvSpPr>
            <a:spLocks noGrp="1"/>
          </p:cNvSpPr>
          <p:nvPr>
            <p:ph type="pic" sz="quarter" idx="24"/>
          </p:nvPr>
        </p:nvSpPr>
        <p:spPr>
          <a:xfrm>
            <a:off x="0" y="2286000"/>
            <a:ext cx="12192000" cy="4077855"/>
          </a:xfrm>
        </p:spPr>
        <p:txBody>
          <a:bodyPr/>
          <a:lstStyle/>
          <a:p>
            <a:r>
              <a:rPr lang="en-US"/>
              <a:t>Click icon to add picture</a:t>
            </a:r>
            <a:endParaRPr lang="en-IN"/>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a:xfrm>
            <a:off x="292608" y="392323"/>
            <a:ext cx="9556242" cy="360000"/>
          </a:xfr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5" y="1005223"/>
            <a:ext cx="11620800"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4" name="Slide Number Placeholder 3">
            <a:extLst>
              <a:ext uri="{FF2B5EF4-FFF2-40B4-BE49-F238E27FC236}">
                <a16:creationId xmlns:a16="http://schemas.microsoft.com/office/drawing/2014/main" id="{4B0E84E9-F55E-454F-2885-234FBCA19966}"/>
              </a:ext>
            </a:extLst>
          </p:cNvPr>
          <p:cNvSpPr>
            <a:spLocks noGrp="1"/>
          </p:cNvSpPr>
          <p:nvPr>
            <p:ph type="sldNum" sz="quarter" idx="25"/>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12118309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64111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253042"/>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856993"/>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7" name="Content Placeholder 2">
            <a:extLst>
              <a:ext uri="{FF2B5EF4-FFF2-40B4-BE49-F238E27FC236}">
                <a16:creationId xmlns:a16="http://schemas.microsoft.com/office/drawing/2014/main" id="{78704F1E-6CFB-52CD-B2E8-5F0DD87FE7DF}"/>
              </a:ext>
            </a:extLst>
          </p:cNvPr>
          <p:cNvSpPr>
            <a:spLocks noGrp="1"/>
          </p:cNvSpPr>
          <p:nvPr>
            <p:ph idx="22"/>
          </p:nvPr>
        </p:nvSpPr>
        <p:spPr>
          <a:xfrm>
            <a:off x="8491016" y="164111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8" name="Content Placeholder 2">
            <a:extLst>
              <a:ext uri="{FF2B5EF4-FFF2-40B4-BE49-F238E27FC236}">
                <a16:creationId xmlns:a16="http://schemas.microsoft.com/office/drawing/2014/main" id="{2744FD50-4670-9A89-E0F8-E2CCECF36B5A}"/>
              </a:ext>
            </a:extLst>
          </p:cNvPr>
          <p:cNvSpPr>
            <a:spLocks noGrp="1"/>
          </p:cNvSpPr>
          <p:nvPr>
            <p:ph idx="23"/>
          </p:nvPr>
        </p:nvSpPr>
        <p:spPr>
          <a:xfrm>
            <a:off x="8491014" y="2043834"/>
            <a:ext cx="3420000" cy="4078916"/>
          </a:xfrm>
        </p:spPr>
        <p:txBody>
          <a:bodyPr>
            <a:normAutofit/>
          </a:bodyPr>
          <a:lstStyle>
            <a:lvl1pPr marL="285750" indent="-285750">
              <a:buClr>
                <a:srgbClr val="22A28A"/>
              </a:buClr>
              <a:buFont typeface="Wingdings" panose="05000000000000000000" pitchFamily="2" charset="2"/>
              <a:buChar char="ü"/>
              <a:defRPr sz="1400"/>
            </a:lvl1pPr>
            <a:lvl2pPr marL="457200" indent="0">
              <a:buNone/>
              <a:defRPr/>
            </a:lvl2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600" y="1641115"/>
            <a:ext cx="4127400" cy="4481636"/>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601426"/>
            <a:ext cx="3419998"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1980263"/>
            <a:ext cx="3419998"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5186750"/>
            <a:ext cx="3419998" cy="93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62D8FC8B-4986-9FAF-04E4-8433AE0C757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30070509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7" y="1641115"/>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5" y="3317694"/>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5" y="5005734"/>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7" name="Content Placeholder 2">
            <a:extLst>
              <a:ext uri="{FF2B5EF4-FFF2-40B4-BE49-F238E27FC236}">
                <a16:creationId xmlns:a16="http://schemas.microsoft.com/office/drawing/2014/main" id="{78704F1E-6CFB-52CD-B2E8-5F0DD87FE7DF}"/>
              </a:ext>
            </a:extLst>
          </p:cNvPr>
          <p:cNvSpPr>
            <a:spLocks noGrp="1"/>
          </p:cNvSpPr>
          <p:nvPr>
            <p:ph idx="22"/>
          </p:nvPr>
        </p:nvSpPr>
        <p:spPr>
          <a:xfrm>
            <a:off x="8136669" y="1641115"/>
            <a:ext cx="3774345"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386000" y="1641114"/>
            <a:ext cx="3420001" cy="4630377"/>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6" y="3666078"/>
            <a:ext cx="3762727"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6" y="1980263"/>
            <a:ext cx="3762727"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6" y="5335491"/>
            <a:ext cx="3762727" cy="93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62D8FC8B-4986-9FAF-04E4-8433AE0C757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9" name="Text Placeholder 8">
            <a:extLst>
              <a:ext uri="{FF2B5EF4-FFF2-40B4-BE49-F238E27FC236}">
                <a16:creationId xmlns:a16="http://schemas.microsoft.com/office/drawing/2014/main" id="{D2EFCD93-7626-1F05-7C3E-FF62764C0261}"/>
              </a:ext>
            </a:extLst>
          </p:cNvPr>
          <p:cNvSpPr>
            <a:spLocks noGrp="1"/>
          </p:cNvSpPr>
          <p:nvPr>
            <p:ph type="body" sz="quarter" idx="28"/>
          </p:nvPr>
        </p:nvSpPr>
        <p:spPr>
          <a:xfrm>
            <a:off x="8136665" y="2043833"/>
            <a:ext cx="3774348" cy="42276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2948947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872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096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320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599" y="1872023"/>
            <a:ext cx="7872413" cy="3381465"/>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444408"/>
            <a:ext cx="3419998" cy="57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2220408"/>
            <a:ext cx="3419998" cy="57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4677489"/>
            <a:ext cx="3419998" cy="57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39F170C0-940B-C131-FF45-7320CABA6DF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341169281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005223"/>
            <a:ext cx="11618976" cy="270000"/>
          </a:xfrm>
        </p:spPr>
        <p:txBody>
          <a:bodyPr>
            <a:normAutofit/>
          </a:bodyPr>
          <a:lstStyle>
            <a:lvl1pPr marL="0" indent="0">
              <a:buNone/>
              <a:defRPr sz="1400" b="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67022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120948"/>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559312"/>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599" y="1670224"/>
            <a:ext cx="7872413" cy="4182553"/>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450860"/>
            <a:ext cx="3419998"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2018609"/>
            <a:ext cx="3419998"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4916777"/>
            <a:ext cx="3419998" cy="936000"/>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18652398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1825842"/>
            <a:ext cx="2448000" cy="3344888"/>
          </a:xfrm>
        </p:spPr>
        <p:txBody>
          <a:bodyPr anchor="b">
            <a:normAutofit/>
          </a:bodyPr>
          <a:lstStyle>
            <a:lvl1pPr marL="0" indent="0">
              <a:buNone/>
              <a:defRPr sz="3200" b="1">
                <a:solidFill>
                  <a:srgbClr val="00325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icture Placeholder 6">
            <a:extLst>
              <a:ext uri="{FF2B5EF4-FFF2-40B4-BE49-F238E27FC236}">
                <a16:creationId xmlns:a16="http://schemas.microsoft.com/office/drawing/2014/main" id="{7A501C84-F490-91D4-EB48-398AF3ECB28E}"/>
              </a:ext>
            </a:extLst>
          </p:cNvPr>
          <p:cNvSpPr>
            <a:spLocks noGrp="1"/>
          </p:cNvSpPr>
          <p:nvPr>
            <p:ph type="pic" sz="quarter" idx="21" hasCustomPrompt="1"/>
          </p:nvPr>
        </p:nvSpPr>
        <p:spPr>
          <a:xfrm>
            <a:off x="9463586" y="2722730"/>
            <a:ext cx="2447427" cy="2448000"/>
          </a:xfrm>
        </p:spPr>
        <p:txBody>
          <a:bodyPr anchor="b"/>
          <a:lstStyle>
            <a:lvl1pPr>
              <a:defRPr>
                <a:solidFill>
                  <a:schemeClr val="bg2"/>
                </a:solidFill>
              </a:defRPr>
            </a:lvl1pPr>
          </a:lstStyle>
          <a:p>
            <a:r>
              <a:rPr lang="en-IN"/>
              <a:t>Click to add icon</a:t>
            </a:r>
          </a:p>
        </p:txBody>
      </p:sp>
      <p:sp>
        <p:nvSpPr>
          <p:cNvPr id="5" name="Text Placeholder 4">
            <a:extLst>
              <a:ext uri="{FF2B5EF4-FFF2-40B4-BE49-F238E27FC236}">
                <a16:creationId xmlns:a16="http://schemas.microsoft.com/office/drawing/2014/main" id="{60E8066F-E886-A2F7-6BEF-6FF8D77B784F}"/>
              </a:ext>
            </a:extLst>
          </p:cNvPr>
          <p:cNvSpPr>
            <a:spLocks noGrp="1"/>
          </p:cNvSpPr>
          <p:nvPr>
            <p:ph type="body" sz="quarter" idx="22"/>
          </p:nvPr>
        </p:nvSpPr>
        <p:spPr>
          <a:xfrm>
            <a:off x="2985552" y="1825842"/>
            <a:ext cx="6231600" cy="33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Text Placeholder 8">
            <a:extLst>
              <a:ext uri="{FF2B5EF4-FFF2-40B4-BE49-F238E27FC236}">
                <a16:creationId xmlns:a16="http://schemas.microsoft.com/office/drawing/2014/main" id="{83F83B0F-5FDA-1DA1-88B4-0E966CBDD29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7664367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7" name="Picture Placeholder 6">
            <a:extLst>
              <a:ext uri="{FF2B5EF4-FFF2-40B4-BE49-F238E27FC236}">
                <a16:creationId xmlns:a16="http://schemas.microsoft.com/office/drawing/2014/main" id="{7A501C84-F490-91D4-EB48-398AF3ECB28E}"/>
              </a:ext>
            </a:extLst>
          </p:cNvPr>
          <p:cNvSpPr>
            <a:spLocks noGrp="1"/>
          </p:cNvSpPr>
          <p:nvPr>
            <p:ph type="pic" sz="quarter" idx="21"/>
          </p:nvPr>
        </p:nvSpPr>
        <p:spPr>
          <a:xfrm>
            <a:off x="9248910" y="1801858"/>
            <a:ext cx="2664000" cy="648000"/>
          </a:xfrm>
        </p:spPr>
        <p:txBody>
          <a:bodyPr/>
          <a:lstStyle/>
          <a:p>
            <a:r>
              <a:rPr lang="en-US"/>
              <a:t>Click icon to add picture</a:t>
            </a:r>
            <a:endParaRPr lang="en-IN"/>
          </a:p>
        </p:txBody>
      </p:sp>
      <p:sp>
        <p:nvSpPr>
          <p:cNvPr id="5" name="Picture Placeholder 6">
            <a:extLst>
              <a:ext uri="{FF2B5EF4-FFF2-40B4-BE49-F238E27FC236}">
                <a16:creationId xmlns:a16="http://schemas.microsoft.com/office/drawing/2014/main" id="{5A3A362D-F602-56C5-FCB7-4A01933897DC}"/>
              </a:ext>
            </a:extLst>
          </p:cNvPr>
          <p:cNvSpPr>
            <a:spLocks noGrp="1"/>
          </p:cNvSpPr>
          <p:nvPr>
            <p:ph type="pic" sz="quarter" idx="22"/>
          </p:nvPr>
        </p:nvSpPr>
        <p:spPr>
          <a:xfrm>
            <a:off x="6263286" y="1801858"/>
            <a:ext cx="2664000" cy="648000"/>
          </a:xfrm>
        </p:spPr>
        <p:txBody>
          <a:bodyPr/>
          <a:lstStyle/>
          <a:p>
            <a:r>
              <a:rPr lang="en-US"/>
              <a:t>Click icon to add picture</a:t>
            </a:r>
            <a:endParaRPr lang="en-IN"/>
          </a:p>
        </p:txBody>
      </p:sp>
      <p:sp>
        <p:nvSpPr>
          <p:cNvPr id="8" name="Picture Placeholder 6">
            <a:extLst>
              <a:ext uri="{FF2B5EF4-FFF2-40B4-BE49-F238E27FC236}">
                <a16:creationId xmlns:a16="http://schemas.microsoft.com/office/drawing/2014/main" id="{DF651032-1779-15D1-43FA-F44C5382DC3D}"/>
              </a:ext>
            </a:extLst>
          </p:cNvPr>
          <p:cNvSpPr>
            <a:spLocks noGrp="1"/>
          </p:cNvSpPr>
          <p:nvPr>
            <p:ph type="pic" sz="quarter" idx="23"/>
          </p:nvPr>
        </p:nvSpPr>
        <p:spPr>
          <a:xfrm>
            <a:off x="3277662" y="1801858"/>
            <a:ext cx="2664000" cy="648000"/>
          </a:xfrm>
        </p:spPr>
        <p:txBody>
          <a:bodyPr/>
          <a:lstStyle/>
          <a:p>
            <a:r>
              <a:rPr lang="en-US"/>
              <a:t>Click icon to add picture</a:t>
            </a:r>
            <a:endParaRPr lang="en-IN"/>
          </a:p>
        </p:txBody>
      </p:sp>
      <p:sp>
        <p:nvSpPr>
          <p:cNvPr id="10" name="Picture Placeholder 6">
            <a:extLst>
              <a:ext uri="{FF2B5EF4-FFF2-40B4-BE49-F238E27FC236}">
                <a16:creationId xmlns:a16="http://schemas.microsoft.com/office/drawing/2014/main" id="{AF573E1A-9CE0-D1F7-223C-BEF5EDF32344}"/>
              </a:ext>
            </a:extLst>
          </p:cNvPr>
          <p:cNvSpPr>
            <a:spLocks noGrp="1"/>
          </p:cNvSpPr>
          <p:nvPr>
            <p:ph type="pic" sz="quarter" idx="24"/>
          </p:nvPr>
        </p:nvSpPr>
        <p:spPr>
          <a:xfrm>
            <a:off x="292038" y="1801858"/>
            <a:ext cx="2664000" cy="648000"/>
          </a:xfrm>
        </p:spPr>
        <p:txBody>
          <a:bodyPr/>
          <a:lstStyle/>
          <a:p>
            <a:r>
              <a:rPr lang="en-US"/>
              <a:t>Click icon to add picture</a:t>
            </a:r>
            <a:endParaRPr lang="en-IN"/>
          </a:p>
        </p:txBody>
      </p:sp>
      <p:sp>
        <p:nvSpPr>
          <p:cNvPr id="12" name="Picture Placeholder 6">
            <a:extLst>
              <a:ext uri="{FF2B5EF4-FFF2-40B4-BE49-F238E27FC236}">
                <a16:creationId xmlns:a16="http://schemas.microsoft.com/office/drawing/2014/main" id="{63884552-F381-225D-FD45-E0B8CBB94B45}"/>
              </a:ext>
            </a:extLst>
          </p:cNvPr>
          <p:cNvSpPr>
            <a:spLocks noGrp="1"/>
          </p:cNvSpPr>
          <p:nvPr>
            <p:ph type="pic" sz="quarter" idx="25"/>
          </p:nvPr>
        </p:nvSpPr>
        <p:spPr>
          <a:xfrm>
            <a:off x="9248909" y="2751946"/>
            <a:ext cx="2664000" cy="648000"/>
          </a:xfrm>
        </p:spPr>
        <p:txBody>
          <a:bodyPr/>
          <a:lstStyle/>
          <a:p>
            <a:r>
              <a:rPr lang="en-US"/>
              <a:t>Click icon to add picture</a:t>
            </a:r>
            <a:endParaRPr lang="en-IN"/>
          </a:p>
        </p:txBody>
      </p:sp>
      <p:sp>
        <p:nvSpPr>
          <p:cNvPr id="13" name="Picture Placeholder 6">
            <a:extLst>
              <a:ext uri="{FF2B5EF4-FFF2-40B4-BE49-F238E27FC236}">
                <a16:creationId xmlns:a16="http://schemas.microsoft.com/office/drawing/2014/main" id="{29CB7A7E-C219-C9FF-A807-A6300FB932C6}"/>
              </a:ext>
            </a:extLst>
          </p:cNvPr>
          <p:cNvSpPr>
            <a:spLocks noGrp="1"/>
          </p:cNvSpPr>
          <p:nvPr>
            <p:ph type="pic" sz="quarter" idx="26"/>
          </p:nvPr>
        </p:nvSpPr>
        <p:spPr>
          <a:xfrm>
            <a:off x="6263285" y="2751946"/>
            <a:ext cx="2664000" cy="648000"/>
          </a:xfrm>
        </p:spPr>
        <p:txBody>
          <a:bodyPr/>
          <a:lstStyle/>
          <a:p>
            <a:r>
              <a:rPr lang="en-US"/>
              <a:t>Click icon to add picture</a:t>
            </a:r>
            <a:endParaRPr lang="en-IN"/>
          </a:p>
        </p:txBody>
      </p:sp>
      <p:sp>
        <p:nvSpPr>
          <p:cNvPr id="14" name="Picture Placeholder 6">
            <a:extLst>
              <a:ext uri="{FF2B5EF4-FFF2-40B4-BE49-F238E27FC236}">
                <a16:creationId xmlns:a16="http://schemas.microsoft.com/office/drawing/2014/main" id="{129A1016-8231-CB30-B003-5DC003E41EBD}"/>
              </a:ext>
            </a:extLst>
          </p:cNvPr>
          <p:cNvSpPr>
            <a:spLocks noGrp="1"/>
          </p:cNvSpPr>
          <p:nvPr>
            <p:ph type="pic" sz="quarter" idx="27"/>
          </p:nvPr>
        </p:nvSpPr>
        <p:spPr>
          <a:xfrm>
            <a:off x="3277661" y="2751946"/>
            <a:ext cx="2664000" cy="648000"/>
          </a:xfrm>
        </p:spPr>
        <p:txBody>
          <a:bodyPr/>
          <a:lstStyle/>
          <a:p>
            <a:r>
              <a:rPr lang="en-US"/>
              <a:t>Click icon to add picture</a:t>
            </a:r>
            <a:endParaRPr lang="en-IN"/>
          </a:p>
        </p:txBody>
      </p:sp>
      <p:sp>
        <p:nvSpPr>
          <p:cNvPr id="15" name="Picture Placeholder 6">
            <a:extLst>
              <a:ext uri="{FF2B5EF4-FFF2-40B4-BE49-F238E27FC236}">
                <a16:creationId xmlns:a16="http://schemas.microsoft.com/office/drawing/2014/main" id="{D7C69170-F756-6487-2DB5-1CF16D0F59F5}"/>
              </a:ext>
            </a:extLst>
          </p:cNvPr>
          <p:cNvSpPr>
            <a:spLocks noGrp="1"/>
          </p:cNvSpPr>
          <p:nvPr>
            <p:ph type="pic" sz="quarter" idx="28"/>
          </p:nvPr>
        </p:nvSpPr>
        <p:spPr>
          <a:xfrm>
            <a:off x="292037" y="2751946"/>
            <a:ext cx="2664000" cy="648000"/>
          </a:xfrm>
        </p:spPr>
        <p:txBody>
          <a:bodyPr/>
          <a:lstStyle/>
          <a:p>
            <a:r>
              <a:rPr lang="en-US"/>
              <a:t>Click icon to add picture</a:t>
            </a:r>
            <a:endParaRPr lang="en-IN"/>
          </a:p>
        </p:txBody>
      </p:sp>
      <p:sp>
        <p:nvSpPr>
          <p:cNvPr id="16" name="Picture Placeholder 6">
            <a:extLst>
              <a:ext uri="{FF2B5EF4-FFF2-40B4-BE49-F238E27FC236}">
                <a16:creationId xmlns:a16="http://schemas.microsoft.com/office/drawing/2014/main" id="{937B824B-D3C7-81B5-FDC5-A14913362B4D}"/>
              </a:ext>
            </a:extLst>
          </p:cNvPr>
          <p:cNvSpPr>
            <a:spLocks noGrp="1"/>
          </p:cNvSpPr>
          <p:nvPr>
            <p:ph type="pic" sz="quarter" idx="29"/>
          </p:nvPr>
        </p:nvSpPr>
        <p:spPr>
          <a:xfrm>
            <a:off x="9248909" y="3702034"/>
            <a:ext cx="2664000" cy="648000"/>
          </a:xfrm>
        </p:spPr>
        <p:txBody>
          <a:bodyPr/>
          <a:lstStyle/>
          <a:p>
            <a:r>
              <a:rPr lang="en-US"/>
              <a:t>Click icon to add picture</a:t>
            </a:r>
            <a:endParaRPr lang="en-IN"/>
          </a:p>
        </p:txBody>
      </p:sp>
      <p:sp>
        <p:nvSpPr>
          <p:cNvPr id="17" name="Picture Placeholder 6">
            <a:extLst>
              <a:ext uri="{FF2B5EF4-FFF2-40B4-BE49-F238E27FC236}">
                <a16:creationId xmlns:a16="http://schemas.microsoft.com/office/drawing/2014/main" id="{5EE398F9-6BC2-92CE-F8D4-D3255D6D7F58}"/>
              </a:ext>
            </a:extLst>
          </p:cNvPr>
          <p:cNvSpPr>
            <a:spLocks noGrp="1"/>
          </p:cNvSpPr>
          <p:nvPr>
            <p:ph type="pic" sz="quarter" idx="30"/>
          </p:nvPr>
        </p:nvSpPr>
        <p:spPr>
          <a:xfrm>
            <a:off x="6263285" y="3702034"/>
            <a:ext cx="2664000" cy="648000"/>
          </a:xfrm>
        </p:spPr>
        <p:txBody>
          <a:bodyPr/>
          <a:lstStyle/>
          <a:p>
            <a:r>
              <a:rPr lang="en-US"/>
              <a:t>Click icon to add picture</a:t>
            </a:r>
            <a:endParaRPr lang="en-IN"/>
          </a:p>
        </p:txBody>
      </p:sp>
      <p:sp>
        <p:nvSpPr>
          <p:cNvPr id="19" name="Picture Placeholder 6">
            <a:extLst>
              <a:ext uri="{FF2B5EF4-FFF2-40B4-BE49-F238E27FC236}">
                <a16:creationId xmlns:a16="http://schemas.microsoft.com/office/drawing/2014/main" id="{6F1BA959-FBA2-AE5B-E9CB-B5EC90C20E41}"/>
              </a:ext>
            </a:extLst>
          </p:cNvPr>
          <p:cNvSpPr>
            <a:spLocks noGrp="1"/>
          </p:cNvSpPr>
          <p:nvPr>
            <p:ph type="pic" sz="quarter" idx="31"/>
          </p:nvPr>
        </p:nvSpPr>
        <p:spPr>
          <a:xfrm>
            <a:off x="3277661" y="3702034"/>
            <a:ext cx="2664000" cy="648000"/>
          </a:xfrm>
        </p:spPr>
        <p:txBody>
          <a:bodyPr/>
          <a:lstStyle/>
          <a:p>
            <a:r>
              <a:rPr lang="en-US"/>
              <a:t>Click icon to add picture</a:t>
            </a:r>
            <a:endParaRPr lang="en-IN"/>
          </a:p>
        </p:txBody>
      </p:sp>
      <p:sp>
        <p:nvSpPr>
          <p:cNvPr id="20" name="Picture Placeholder 6">
            <a:extLst>
              <a:ext uri="{FF2B5EF4-FFF2-40B4-BE49-F238E27FC236}">
                <a16:creationId xmlns:a16="http://schemas.microsoft.com/office/drawing/2014/main" id="{A2E43473-4740-BE4E-2EEF-BB623D91C0F1}"/>
              </a:ext>
            </a:extLst>
          </p:cNvPr>
          <p:cNvSpPr>
            <a:spLocks noGrp="1"/>
          </p:cNvSpPr>
          <p:nvPr>
            <p:ph type="pic" sz="quarter" idx="32"/>
          </p:nvPr>
        </p:nvSpPr>
        <p:spPr>
          <a:xfrm>
            <a:off x="292037" y="3702034"/>
            <a:ext cx="2664000" cy="648000"/>
          </a:xfrm>
        </p:spPr>
        <p:txBody>
          <a:bodyPr/>
          <a:lstStyle/>
          <a:p>
            <a:r>
              <a:rPr lang="en-US"/>
              <a:t>Click icon to add picture</a:t>
            </a:r>
            <a:endParaRPr lang="en-IN"/>
          </a:p>
        </p:txBody>
      </p:sp>
      <p:sp>
        <p:nvSpPr>
          <p:cNvPr id="21" name="Picture Placeholder 6">
            <a:extLst>
              <a:ext uri="{FF2B5EF4-FFF2-40B4-BE49-F238E27FC236}">
                <a16:creationId xmlns:a16="http://schemas.microsoft.com/office/drawing/2014/main" id="{E8B478CD-157E-7D1F-403C-9C7FC1D27968}"/>
              </a:ext>
            </a:extLst>
          </p:cNvPr>
          <p:cNvSpPr>
            <a:spLocks noGrp="1"/>
          </p:cNvSpPr>
          <p:nvPr>
            <p:ph type="pic" sz="quarter" idx="33"/>
          </p:nvPr>
        </p:nvSpPr>
        <p:spPr>
          <a:xfrm>
            <a:off x="9248909" y="4652122"/>
            <a:ext cx="2664000" cy="648000"/>
          </a:xfrm>
        </p:spPr>
        <p:txBody>
          <a:bodyPr/>
          <a:lstStyle/>
          <a:p>
            <a:r>
              <a:rPr lang="en-US"/>
              <a:t>Click icon to add picture</a:t>
            </a:r>
            <a:endParaRPr lang="en-IN"/>
          </a:p>
        </p:txBody>
      </p:sp>
      <p:sp>
        <p:nvSpPr>
          <p:cNvPr id="22" name="Picture Placeholder 6">
            <a:extLst>
              <a:ext uri="{FF2B5EF4-FFF2-40B4-BE49-F238E27FC236}">
                <a16:creationId xmlns:a16="http://schemas.microsoft.com/office/drawing/2014/main" id="{3057D257-3410-9CF7-18FB-02B481A6AEB9}"/>
              </a:ext>
            </a:extLst>
          </p:cNvPr>
          <p:cNvSpPr>
            <a:spLocks noGrp="1"/>
          </p:cNvSpPr>
          <p:nvPr>
            <p:ph type="pic" sz="quarter" idx="34"/>
          </p:nvPr>
        </p:nvSpPr>
        <p:spPr>
          <a:xfrm>
            <a:off x="6263285" y="4652122"/>
            <a:ext cx="2664000" cy="648000"/>
          </a:xfrm>
        </p:spPr>
        <p:txBody>
          <a:bodyPr/>
          <a:lstStyle/>
          <a:p>
            <a:r>
              <a:rPr lang="en-US"/>
              <a:t>Click icon to add picture</a:t>
            </a:r>
            <a:endParaRPr lang="en-IN"/>
          </a:p>
        </p:txBody>
      </p:sp>
      <p:sp>
        <p:nvSpPr>
          <p:cNvPr id="23" name="Picture Placeholder 6">
            <a:extLst>
              <a:ext uri="{FF2B5EF4-FFF2-40B4-BE49-F238E27FC236}">
                <a16:creationId xmlns:a16="http://schemas.microsoft.com/office/drawing/2014/main" id="{E0E6AF5F-D423-6435-E813-D0D727843EAA}"/>
              </a:ext>
            </a:extLst>
          </p:cNvPr>
          <p:cNvSpPr>
            <a:spLocks noGrp="1"/>
          </p:cNvSpPr>
          <p:nvPr>
            <p:ph type="pic" sz="quarter" idx="35"/>
          </p:nvPr>
        </p:nvSpPr>
        <p:spPr>
          <a:xfrm>
            <a:off x="3277661" y="4652122"/>
            <a:ext cx="2664000" cy="648000"/>
          </a:xfrm>
        </p:spPr>
        <p:txBody>
          <a:bodyPr/>
          <a:lstStyle/>
          <a:p>
            <a:r>
              <a:rPr lang="en-US"/>
              <a:t>Click icon to add picture</a:t>
            </a:r>
            <a:endParaRPr lang="en-IN"/>
          </a:p>
        </p:txBody>
      </p:sp>
      <p:sp>
        <p:nvSpPr>
          <p:cNvPr id="24" name="Picture Placeholder 6">
            <a:extLst>
              <a:ext uri="{FF2B5EF4-FFF2-40B4-BE49-F238E27FC236}">
                <a16:creationId xmlns:a16="http://schemas.microsoft.com/office/drawing/2014/main" id="{BCDF81D2-D031-409E-A869-619A4C7C0500}"/>
              </a:ext>
            </a:extLst>
          </p:cNvPr>
          <p:cNvSpPr>
            <a:spLocks noGrp="1"/>
          </p:cNvSpPr>
          <p:nvPr>
            <p:ph type="pic" sz="quarter" idx="36"/>
          </p:nvPr>
        </p:nvSpPr>
        <p:spPr>
          <a:xfrm>
            <a:off x="292037" y="4652122"/>
            <a:ext cx="2664000" cy="648000"/>
          </a:xfrm>
        </p:spPr>
        <p:txBody>
          <a:bodyPr/>
          <a:lstStyle/>
          <a:p>
            <a:r>
              <a:rPr lang="en-US"/>
              <a:t>Click icon to add picture</a:t>
            </a:r>
            <a:endParaRPr lang="en-IN"/>
          </a:p>
        </p:txBody>
      </p:sp>
      <p:sp>
        <p:nvSpPr>
          <p:cNvPr id="3" name="Text Placeholder 8">
            <a:extLst>
              <a:ext uri="{FF2B5EF4-FFF2-40B4-BE49-F238E27FC236}">
                <a16:creationId xmlns:a16="http://schemas.microsoft.com/office/drawing/2014/main" id="{B4EB24F1-1A10-3659-435F-5FD08256D911}"/>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40171999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prator Slid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4ACBFF-7633-B7BF-2770-C02A9897960B}"/>
              </a:ext>
            </a:extLst>
          </p:cNvPr>
          <p:cNvPicPr>
            <a:picLocks noChangeAspect="1"/>
          </p:cNvPicPr>
          <p:nvPr isPhoto="1" userDrawn="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sp>
        <p:nvSpPr>
          <p:cNvPr id="20" name="Text Placeholder 8">
            <a:extLst>
              <a:ext uri="{FF2B5EF4-FFF2-40B4-BE49-F238E27FC236}">
                <a16:creationId xmlns:a16="http://schemas.microsoft.com/office/drawing/2014/main" id="{C37B6611-F6A9-BBED-3BF5-4706B737D646}"/>
              </a:ext>
            </a:extLst>
          </p:cNvPr>
          <p:cNvSpPr>
            <a:spLocks noGrp="1"/>
          </p:cNvSpPr>
          <p:nvPr>
            <p:ph type="body" sz="quarter" idx="13"/>
          </p:nvPr>
        </p:nvSpPr>
        <p:spPr>
          <a:xfrm>
            <a:off x="292037" y="2773063"/>
            <a:ext cx="5760000" cy="1420985"/>
          </a:xfrm>
        </p:spPr>
        <p:txBody>
          <a:bodyPr>
            <a:noAutofit/>
          </a:bodyPr>
          <a:lstStyle>
            <a:lvl1pPr marL="0" indent="0">
              <a:buNone/>
              <a:defRPr sz="4800" b="1">
                <a:solidFill>
                  <a:schemeClr val="bg2"/>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22" name="Text Placeholder 10">
            <a:extLst>
              <a:ext uri="{FF2B5EF4-FFF2-40B4-BE49-F238E27FC236}">
                <a16:creationId xmlns:a16="http://schemas.microsoft.com/office/drawing/2014/main" id="{7E678CCE-16EE-76B3-82C0-257178F28BF9}"/>
              </a:ext>
            </a:extLst>
          </p:cNvPr>
          <p:cNvSpPr>
            <a:spLocks noGrp="1"/>
          </p:cNvSpPr>
          <p:nvPr>
            <p:ph type="body" sz="quarter" idx="14"/>
          </p:nvPr>
        </p:nvSpPr>
        <p:spPr>
          <a:xfrm>
            <a:off x="292038" y="4318866"/>
            <a:ext cx="5760000" cy="314094"/>
          </a:xfrm>
        </p:spPr>
        <p:txBody>
          <a:bodyPr>
            <a:normAutofit/>
          </a:bodyPr>
          <a:lstStyle>
            <a:lvl1pPr marL="0" indent="0">
              <a:buNone/>
              <a:defRPr sz="1400" b="0">
                <a:solidFill>
                  <a:schemeClr val="bg1"/>
                </a:solidFill>
              </a:defRPr>
            </a:lvl1pPr>
          </a:lstStyle>
          <a:p>
            <a:pPr lvl="0"/>
            <a:r>
              <a:rPr lang="en-US"/>
              <a:t>Click to edit Master text styles</a:t>
            </a:r>
          </a:p>
        </p:txBody>
      </p:sp>
      <p:sp>
        <p:nvSpPr>
          <p:cNvPr id="5" name="Text Placeholder 4">
            <a:extLst>
              <a:ext uri="{FF2B5EF4-FFF2-40B4-BE49-F238E27FC236}">
                <a16:creationId xmlns:a16="http://schemas.microsoft.com/office/drawing/2014/main" id="{A24616D5-E28E-99AB-BC9C-31549586873D}"/>
              </a:ext>
            </a:extLst>
          </p:cNvPr>
          <p:cNvSpPr>
            <a:spLocks noGrp="1"/>
          </p:cNvSpPr>
          <p:nvPr>
            <p:ph type="body" sz="quarter" idx="15"/>
          </p:nvPr>
        </p:nvSpPr>
        <p:spPr>
          <a:xfrm>
            <a:off x="292037" y="1920875"/>
            <a:ext cx="5803963" cy="727370"/>
          </a:xfrm>
        </p:spPr>
        <p:txBody>
          <a:bodyPr>
            <a:normAutofit/>
          </a:bodyPr>
          <a:lstStyle>
            <a:lvl1pP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9076997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cxnSp>
        <p:nvCxnSpPr>
          <p:cNvPr id="6" name="Straight Connector 5">
            <a:extLst>
              <a:ext uri="{FF2B5EF4-FFF2-40B4-BE49-F238E27FC236}">
                <a16:creationId xmlns:a16="http://schemas.microsoft.com/office/drawing/2014/main" id="{F3F12ECD-00CA-92E7-FFA0-CDB0624EE08A}"/>
              </a:ext>
            </a:extLst>
          </p:cNvPr>
          <p:cNvCxnSpPr>
            <a:cxnSpLocks/>
          </p:cNvCxnSpPr>
          <p:nvPr userDrawn="1"/>
        </p:nvCxnSpPr>
        <p:spPr>
          <a:xfrm>
            <a:off x="2962064" y="2656117"/>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6A44D3D3-A735-AA77-6CD3-F8D1F730806E}"/>
              </a:ext>
            </a:extLst>
          </p:cNvPr>
          <p:cNvSpPr>
            <a:spLocks noGrp="1"/>
          </p:cNvSpPr>
          <p:nvPr>
            <p:ph type="body" sz="quarter" idx="22" hasCustomPrompt="1"/>
          </p:nvPr>
        </p:nvSpPr>
        <p:spPr>
          <a:xfrm>
            <a:off x="292037"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2" name="Text Placeholder 7">
            <a:extLst>
              <a:ext uri="{FF2B5EF4-FFF2-40B4-BE49-F238E27FC236}">
                <a16:creationId xmlns:a16="http://schemas.microsoft.com/office/drawing/2014/main" id="{81735BA7-4A28-A6FD-87FB-D8F430F5A0C8}"/>
              </a:ext>
            </a:extLst>
          </p:cNvPr>
          <p:cNvSpPr>
            <a:spLocks noGrp="1"/>
          </p:cNvSpPr>
          <p:nvPr>
            <p:ph type="body" sz="quarter" idx="24" hasCustomPrompt="1"/>
          </p:nvPr>
        </p:nvSpPr>
        <p:spPr>
          <a:xfrm>
            <a:off x="3425973"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02</a:t>
            </a:r>
            <a:endParaRPr lang="en-IN"/>
          </a:p>
        </p:txBody>
      </p:sp>
      <p:sp>
        <p:nvSpPr>
          <p:cNvPr id="14" name="Text Placeholder 7">
            <a:extLst>
              <a:ext uri="{FF2B5EF4-FFF2-40B4-BE49-F238E27FC236}">
                <a16:creationId xmlns:a16="http://schemas.microsoft.com/office/drawing/2014/main" id="{F383B5D3-7FD6-80D0-38DF-349C2B5C6A75}"/>
              </a:ext>
            </a:extLst>
          </p:cNvPr>
          <p:cNvSpPr>
            <a:spLocks noGrp="1"/>
          </p:cNvSpPr>
          <p:nvPr>
            <p:ph type="body" sz="quarter" idx="26" hasCustomPrompt="1"/>
          </p:nvPr>
        </p:nvSpPr>
        <p:spPr>
          <a:xfrm>
            <a:off x="6559909"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03</a:t>
            </a:r>
            <a:endParaRPr lang="en-IN"/>
          </a:p>
        </p:txBody>
      </p:sp>
      <p:sp>
        <p:nvSpPr>
          <p:cNvPr id="16" name="Text Placeholder 7">
            <a:extLst>
              <a:ext uri="{FF2B5EF4-FFF2-40B4-BE49-F238E27FC236}">
                <a16:creationId xmlns:a16="http://schemas.microsoft.com/office/drawing/2014/main" id="{7DC634D9-39F7-C70E-AFFC-5EBBA0620686}"/>
              </a:ext>
            </a:extLst>
          </p:cNvPr>
          <p:cNvSpPr>
            <a:spLocks noGrp="1"/>
          </p:cNvSpPr>
          <p:nvPr>
            <p:ph type="body" sz="quarter" idx="28" hasCustomPrompt="1"/>
          </p:nvPr>
        </p:nvSpPr>
        <p:spPr>
          <a:xfrm>
            <a:off x="9693846"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04</a:t>
            </a:r>
            <a:endParaRPr lang="en-IN"/>
          </a:p>
        </p:txBody>
      </p:sp>
      <p:cxnSp>
        <p:nvCxnSpPr>
          <p:cNvPr id="22" name="Straight Connector 21">
            <a:extLst>
              <a:ext uri="{FF2B5EF4-FFF2-40B4-BE49-F238E27FC236}">
                <a16:creationId xmlns:a16="http://schemas.microsoft.com/office/drawing/2014/main" id="{00AB956A-CEAF-C730-39E0-0EB764293A9C}"/>
              </a:ext>
            </a:extLst>
          </p:cNvPr>
          <p:cNvCxnSpPr>
            <a:cxnSpLocks/>
          </p:cNvCxnSpPr>
          <p:nvPr userDrawn="1"/>
        </p:nvCxnSpPr>
        <p:spPr>
          <a:xfrm>
            <a:off x="6096000" y="2656118"/>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A46D25-A6D0-D6FF-104F-2A6778264F08}"/>
              </a:ext>
            </a:extLst>
          </p:cNvPr>
          <p:cNvCxnSpPr>
            <a:cxnSpLocks/>
          </p:cNvCxnSpPr>
          <p:nvPr userDrawn="1"/>
        </p:nvCxnSpPr>
        <p:spPr>
          <a:xfrm>
            <a:off x="9229936" y="2656118"/>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3" name="Text Placeholder 9">
            <a:extLst>
              <a:ext uri="{FF2B5EF4-FFF2-40B4-BE49-F238E27FC236}">
                <a16:creationId xmlns:a16="http://schemas.microsoft.com/office/drawing/2014/main" id="{64FDE00B-FC54-7077-6265-442296A5F041}"/>
              </a:ext>
            </a:extLst>
          </p:cNvPr>
          <p:cNvSpPr>
            <a:spLocks noGrp="1"/>
          </p:cNvSpPr>
          <p:nvPr>
            <p:ph type="body" sz="quarter" idx="31"/>
          </p:nvPr>
        </p:nvSpPr>
        <p:spPr>
          <a:xfrm>
            <a:off x="292037" y="3767244"/>
            <a:ext cx="2206116" cy="544873"/>
          </a:xfrm>
        </p:spPr>
        <p:txBody>
          <a:bodyPr anchor="t"/>
          <a:lstStyle>
            <a:lvl1pPr marL="0" indent="0">
              <a:buNone/>
              <a:defRPr/>
            </a:lvl1pPr>
          </a:lstStyle>
          <a:p>
            <a:pPr lvl="0"/>
            <a:r>
              <a:rPr lang="en-US"/>
              <a:t>Click to edit Master text styles</a:t>
            </a:r>
          </a:p>
        </p:txBody>
      </p:sp>
      <p:sp>
        <p:nvSpPr>
          <p:cNvPr id="4" name="Text Placeholder 9">
            <a:extLst>
              <a:ext uri="{FF2B5EF4-FFF2-40B4-BE49-F238E27FC236}">
                <a16:creationId xmlns:a16="http://schemas.microsoft.com/office/drawing/2014/main" id="{2548E381-C354-E388-6C6C-71BBDFEB0F3D}"/>
              </a:ext>
            </a:extLst>
          </p:cNvPr>
          <p:cNvSpPr>
            <a:spLocks noGrp="1"/>
          </p:cNvSpPr>
          <p:nvPr>
            <p:ph type="body" sz="quarter" idx="32"/>
          </p:nvPr>
        </p:nvSpPr>
        <p:spPr>
          <a:xfrm>
            <a:off x="3425974" y="3767244"/>
            <a:ext cx="2206116" cy="544873"/>
          </a:xfrm>
        </p:spPr>
        <p:txBody>
          <a:bodyPr anchor="t"/>
          <a:lstStyle>
            <a:lvl1pPr marL="0" indent="0">
              <a:buNone/>
              <a:defRPr/>
            </a:lvl1pPr>
          </a:lstStyle>
          <a:p>
            <a:pPr lvl="0"/>
            <a:r>
              <a:rPr lang="en-US"/>
              <a:t>Click to edit Master text styles</a:t>
            </a:r>
          </a:p>
        </p:txBody>
      </p:sp>
      <p:sp>
        <p:nvSpPr>
          <p:cNvPr id="7" name="Text Placeholder 9">
            <a:extLst>
              <a:ext uri="{FF2B5EF4-FFF2-40B4-BE49-F238E27FC236}">
                <a16:creationId xmlns:a16="http://schemas.microsoft.com/office/drawing/2014/main" id="{FFF3DFC0-B46D-7A9D-895F-3AB613FEC7DC}"/>
              </a:ext>
            </a:extLst>
          </p:cNvPr>
          <p:cNvSpPr>
            <a:spLocks noGrp="1"/>
          </p:cNvSpPr>
          <p:nvPr>
            <p:ph type="body" sz="quarter" idx="33"/>
          </p:nvPr>
        </p:nvSpPr>
        <p:spPr>
          <a:xfrm>
            <a:off x="6559910" y="3767244"/>
            <a:ext cx="2206116" cy="544873"/>
          </a:xfrm>
        </p:spPr>
        <p:txBody>
          <a:bodyPr anchor="t"/>
          <a:lstStyle>
            <a:lvl1pPr marL="0" indent="0">
              <a:buNone/>
              <a:defRPr/>
            </a:lvl1pPr>
          </a:lstStyle>
          <a:p>
            <a:pPr lvl="0"/>
            <a:r>
              <a:rPr lang="en-US"/>
              <a:t>Click to edit Master text styles</a:t>
            </a:r>
          </a:p>
        </p:txBody>
      </p:sp>
      <p:sp>
        <p:nvSpPr>
          <p:cNvPr id="17" name="Text Placeholder 9">
            <a:extLst>
              <a:ext uri="{FF2B5EF4-FFF2-40B4-BE49-F238E27FC236}">
                <a16:creationId xmlns:a16="http://schemas.microsoft.com/office/drawing/2014/main" id="{328CDD41-3183-0EA5-43F9-10115DEF8EE4}"/>
              </a:ext>
            </a:extLst>
          </p:cNvPr>
          <p:cNvSpPr>
            <a:spLocks noGrp="1"/>
          </p:cNvSpPr>
          <p:nvPr>
            <p:ph type="body" sz="quarter" idx="34"/>
          </p:nvPr>
        </p:nvSpPr>
        <p:spPr>
          <a:xfrm>
            <a:off x="9693847" y="3767244"/>
            <a:ext cx="2206116" cy="544873"/>
          </a:xfrm>
        </p:spPr>
        <p:txBody>
          <a:bodyPr anchor="t"/>
          <a:lstStyle>
            <a:lvl1pPr marL="0" indent="0">
              <a:buNone/>
              <a:defRPr/>
            </a:lvl1pPr>
          </a:lstStyle>
          <a:p>
            <a:pPr lvl="0"/>
            <a:r>
              <a:rPr lang="en-US"/>
              <a:t>Click to edit Master text styles</a:t>
            </a:r>
          </a:p>
        </p:txBody>
      </p:sp>
      <p:sp>
        <p:nvSpPr>
          <p:cNvPr id="5" name="Slide Number Placeholder 20">
            <a:extLst>
              <a:ext uri="{FF2B5EF4-FFF2-40B4-BE49-F238E27FC236}">
                <a16:creationId xmlns:a16="http://schemas.microsoft.com/office/drawing/2014/main" id="{EEBB834E-04A0-6509-433A-6513C6BF2713}"/>
              </a:ext>
            </a:extLst>
          </p:cNvPr>
          <p:cNvSpPr>
            <a:spLocks noGrp="1"/>
          </p:cNvSpPr>
          <p:nvPr>
            <p:ph type="sldNum" sz="quarter" idx="17"/>
          </p:nvPr>
        </p:nvSpPr>
        <p:spPr>
          <a:xfrm>
            <a:off x="9927336" y="6423984"/>
            <a:ext cx="1404000" cy="365125"/>
          </a:xfrm>
          <a:prstGeom prst="rect">
            <a:avLst/>
          </a:prstGeom>
        </p:spPr>
        <p:txBody>
          <a:bodyPr/>
          <a:lstStyle/>
          <a:p>
            <a:fld id="{168B8272-985F-49F0-9308-1DD0A25D397C}" type="slidenum">
              <a:rPr lang="en-IN" smtClean="0"/>
              <a:pPr/>
              <a:t>‹#›</a:t>
            </a:fld>
            <a:endParaRPr lang="en-IN"/>
          </a:p>
        </p:txBody>
      </p:sp>
      <p:sp>
        <p:nvSpPr>
          <p:cNvPr id="10" name="Text Placeholder 8">
            <a:extLst>
              <a:ext uri="{FF2B5EF4-FFF2-40B4-BE49-F238E27FC236}">
                <a16:creationId xmlns:a16="http://schemas.microsoft.com/office/drawing/2014/main" id="{B60B0DD7-BD3A-528D-679C-202F9DC2F831}"/>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34201285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5" name="Text Placeholder 8">
            <a:extLst>
              <a:ext uri="{FF2B5EF4-FFF2-40B4-BE49-F238E27FC236}">
                <a16:creationId xmlns:a16="http://schemas.microsoft.com/office/drawing/2014/main" id="{F9BDF48F-347B-5F3C-E095-9439BDD7600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3" name="Text Placeholder 7">
            <a:extLst>
              <a:ext uri="{FF2B5EF4-FFF2-40B4-BE49-F238E27FC236}">
                <a16:creationId xmlns:a16="http://schemas.microsoft.com/office/drawing/2014/main" id="{DEE7BC07-3659-BFF6-2163-5C66F5270F44}"/>
              </a:ext>
            </a:extLst>
          </p:cNvPr>
          <p:cNvSpPr>
            <a:spLocks noGrp="1"/>
          </p:cNvSpPr>
          <p:nvPr>
            <p:ph type="body" sz="quarter" idx="22" hasCustomPrompt="1"/>
          </p:nvPr>
        </p:nvSpPr>
        <p:spPr>
          <a:xfrm>
            <a:off x="292038" y="2654700"/>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cxnSp>
        <p:nvCxnSpPr>
          <p:cNvPr id="4" name="Straight Connector 3">
            <a:extLst>
              <a:ext uri="{FF2B5EF4-FFF2-40B4-BE49-F238E27FC236}">
                <a16:creationId xmlns:a16="http://schemas.microsoft.com/office/drawing/2014/main" id="{6D839CF6-25CB-0F1A-412F-38CFC888DF4C}"/>
              </a:ext>
            </a:extLst>
          </p:cNvPr>
          <p:cNvCxnSpPr>
            <a:cxnSpLocks/>
          </p:cNvCxnSpPr>
          <p:nvPr userDrawn="1"/>
        </p:nvCxnSpPr>
        <p:spPr>
          <a:xfrm>
            <a:off x="6096000" y="2654700"/>
            <a:ext cx="0" cy="2628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6" name="Text Placeholder 7">
            <a:extLst>
              <a:ext uri="{FF2B5EF4-FFF2-40B4-BE49-F238E27FC236}">
                <a16:creationId xmlns:a16="http://schemas.microsoft.com/office/drawing/2014/main" id="{70D00B23-3A30-5B3C-8459-3C924165C23E}"/>
              </a:ext>
            </a:extLst>
          </p:cNvPr>
          <p:cNvSpPr>
            <a:spLocks noGrp="1"/>
          </p:cNvSpPr>
          <p:nvPr>
            <p:ph type="body" sz="quarter" idx="30" hasCustomPrompt="1"/>
          </p:nvPr>
        </p:nvSpPr>
        <p:spPr>
          <a:xfrm>
            <a:off x="292037" y="4717353"/>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7" name="Text Placeholder 9">
            <a:extLst>
              <a:ext uri="{FF2B5EF4-FFF2-40B4-BE49-F238E27FC236}">
                <a16:creationId xmlns:a16="http://schemas.microsoft.com/office/drawing/2014/main" id="{12ADA12A-62F9-CE48-5597-F1A58A65FEE6}"/>
              </a:ext>
            </a:extLst>
          </p:cNvPr>
          <p:cNvSpPr>
            <a:spLocks noGrp="1"/>
          </p:cNvSpPr>
          <p:nvPr>
            <p:ph type="body" sz="quarter" idx="31"/>
          </p:nvPr>
        </p:nvSpPr>
        <p:spPr>
          <a:xfrm>
            <a:off x="1433193" y="2654825"/>
            <a:ext cx="4210006" cy="539750"/>
          </a:xfrm>
        </p:spPr>
        <p:txBody>
          <a:bodyPr anchor="ctr"/>
          <a:lstStyle>
            <a:lvl1pPr marL="0" indent="0">
              <a:buNone/>
              <a:defRPr/>
            </a:lvl1pPr>
          </a:lstStyle>
          <a:p>
            <a:pPr lvl="0"/>
            <a:r>
              <a:rPr lang="en-US"/>
              <a:t>Click to edit Master text styles</a:t>
            </a:r>
          </a:p>
        </p:txBody>
      </p:sp>
      <p:sp>
        <p:nvSpPr>
          <p:cNvPr id="8" name="Text Placeholder 7">
            <a:extLst>
              <a:ext uri="{FF2B5EF4-FFF2-40B4-BE49-F238E27FC236}">
                <a16:creationId xmlns:a16="http://schemas.microsoft.com/office/drawing/2014/main" id="{3CF53C06-B73B-03E3-DBF6-875FB91092FE}"/>
              </a:ext>
            </a:extLst>
          </p:cNvPr>
          <p:cNvSpPr>
            <a:spLocks noGrp="1"/>
          </p:cNvSpPr>
          <p:nvPr>
            <p:ph type="body" sz="quarter" idx="32" hasCustomPrompt="1"/>
          </p:nvPr>
        </p:nvSpPr>
        <p:spPr>
          <a:xfrm>
            <a:off x="292038" y="3686027"/>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9" name="Text Placeholder 9">
            <a:extLst>
              <a:ext uri="{FF2B5EF4-FFF2-40B4-BE49-F238E27FC236}">
                <a16:creationId xmlns:a16="http://schemas.microsoft.com/office/drawing/2014/main" id="{A9764354-AF08-3A26-B38D-901445DC3479}"/>
              </a:ext>
            </a:extLst>
          </p:cNvPr>
          <p:cNvSpPr>
            <a:spLocks noGrp="1"/>
          </p:cNvSpPr>
          <p:nvPr>
            <p:ph type="body" sz="quarter" idx="33"/>
          </p:nvPr>
        </p:nvSpPr>
        <p:spPr>
          <a:xfrm>
            <a:off x="1433193" y="3686089"/>
            <a:ext cx="4210006" cy="539750"/>
          </a:xfrm>
        </p:spPr>
        <p:txBody>
          <a:bodyPr anchor="ctr"/>
          <a:lstStyle>
            <a:lvl1pPr marL="0" indent="0">
              <a:buNone/>
              <a:defRPr/>
            </a:lvl1pPr>
          </a:lstStyle>
          <a:p>
            <a:pPr lvl="0"/>
            <a:r>
              <a:rPr lang="en-US"/>
              <a:t>Click to edit Master text styles</a:t>
            </a:r>
          </a:p>
        </p:txBody>
      </p:sp>
      <p:sp>
        <p:nvSpPr>
          <p:cNvPr id="10" name="Text Placeholder 7">
            <a:extLst>
              <a:ext uri="{FF2B5EF4-FFF2-40B4-BE49-F238E27FC236}">
                <a16:creationId xmlns:a16="http://schemas.microsoft.com/office/drawing/2014/main" id="{FCF7D5C2-8292-320B-86B2-0C47483AAC5A}"/>
              </a:ext>
            </a:extLst>
          </p:cNvPr>
          <p:cNvSpPr>
            <a:spLocks noGrp="1"/>
          </p:cNvSpPr>
          <p:nvPr>
            <p:ph type="body" sz="quarter" idx="34" hasCustomPrompt="1"/>
          </p:nvPr>
        </p:nvSpPr>
        <p:spPr>
          <a:xfrm>
            <a:off x="6548801" y="2654575"/>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1" name="Text Placeholder 7">
            <a:extLst>
              <a:ext uri="{FF2B5EF4-FFF2-40B4-BE49-F238E27FC236}">
                <a16:creationId xmlns:a16="http://schemas.microsoft.com/office/drawing/2014/main" id="{69D2D97D-01C9-AC63-C58E-DF03604276DD}"/>
              </a:ext>
            </a:extLst>
          </p:cNvPr>
          <p:cNvSpPr>
            <a:spLocks noGrp="1"/>
          </p:cNvSpPr>
          <p:nvPr>
            <p:ph type="body" sz="quarter" idx="36" hasCustomPrompt="1"/>
          </p:nvPr>
        </p:nvSpPr>
        <p:spPr>
          <a:xfrm>
            <a:off x="6548800" y="4717228"/>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2" name="Text Placeholder 9">
            <a:extLst>
              <a:ext uri="{FF2B5EF4-FFF2-40B4-BE49-F238E27FC236}">
                <a16:creationId xmlns:a16="http://schemas.microsoft.com/office/drawing/2014/main" id="{25F0DF73-2020-D0E4-0E14-E79132347356}"/>
              </a:ext>
            </a:extLst>
          </p:cNvPr>
          <p:cNvSpPr>
            <a:spLocks noGrp="1"/>
          </p:cNvSpPr>
          <p:nvPr>
            <p:ph type="body" sz="quarter" idx="37"/>
          </p:nvPr>
        </p:nvSpPr>
        <p:spPr>
          <a:xfrm>
            <a:off x="7689956" y="2654700"/>
            <a:ext cx="4210006" cy="539750"/>
          </a:xfrm>
        </p:spPr>
        <p:txBody>
          <a:bodyPr anchor="ctr"/>
          <a:lstStyle>
            <a:lvl1pPr marL="0" indent="0">
              <a:buNone/>
              <a:defRPr/>
            </a:lvl1pPr>
          </a:lstStyle>
          <a:p>
            <a:pPr lvl="0"/>
            <a:r>
              <a:rPr lang="en-US"/>
              <a:t>Click to edit Master text styles</a:t>
            </a:r>
          </a:p>
        </p:txBody>
      </p:sp>
      <p:sp>
        <p:nvSpPr>
          <p:cNvPr id="13" name="Text Placeholder 7">
            <a:extLst>
              <a:ext uri="{FF2B5EF4-FFF2-40B4-BE49-F238E27FC236}">
                <a16:creationId xmlns:a16="http://schemas.microsoft.com/office/drawing/2014/main" id="{992373EB-340B-19F8-864D-E25B0BC36480}"/>
              </a:ext>
            </a:extLst>
          </p:cNvPr>
          <p:cNvSpPr>
            <a:spLocks noGrp="1"/>
          </p:cNvSpPr>
          <p:nvPr>
            <p:ph type="body" sz="quarter" idx="38" hasCustomPrompt="1"/>
          </p:nvPr>
        </p:nvSpPr>
        <p:spPr>
          <a:xfrm>
            <a:off x="6548801" y="3685902"/>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4" name="Text Placeholder 9">
            <a:extLst>
              <a:ext uri="{FF2B5EF4-FFF2-40B4-BE49-F238E27FC236}">
                <a16:creationId xmlns:a16="http://schemas.microsoft.com/office/drawing/2014/main" id="{F3D3FF71-5BF6-220D-61E9-69FA0B638A0E}"/>
              </a:ext>
            </a:extLst>
          </p:cNvPr>
          <p:cNvSpPr>
            <a:spLocks noGrp="1"/>
          </p:cNvSpPr>
          <p:nvPr>
            <p:ph type="body" sz="quarter" idx="39"/>
          </p:nvPr>
        </p:nvSpPr>
        <p:spPr>
          <a:xfrm>
            <a:off x="7689956" y="3685964"/>
            <a:ext cx="4210006" cy="539750"/>
          </a:xfrm>
        </p:spPr>
        <p:txBody>
          <a:bodyPr anchor="ctr"/>
          <a:lstStyle>
            <a:lvl1pPr marL="0" indent="0">
              <a:buNone/>
              <a:defRPr/>
            </a:lvl1pPr>
          </a:lstStyle>
          <a:p>
            <a:pPr lvl="0"/>
            <a:r>
              <a:rPr lang="en-US"/>
              <a:t>Click to edit Master text styles</a:t>
            </a:r>
          </a:p>
        </p:txBody>
      </p:sp>
      <p:sp>
        <p:nvSpPr>
          <p:cNvPr id="15" name="Text Placeholder 9">
            <a:extLst>
              <a:ext uri="{FF2B5EF4-FFF2-40B4-BE49-F238E27FC236}">
                <a16:creationId xmlns:a16="http://schemas.microsoft.com/office/drawing/2014/main" id="{EFECBB6D-6B13-3B95-627D-90ED1DA949C8}"/>
              </a:ext>
            </a:extLst>
          </p:cNvPr>
          <p:cNvSpPr>
            <a:spLocks noGrp="1"/>
          </p:cNvSpPr>
          <p:nvPr>
            <p:ph type="body" sz="quarter" idx="40"/>
          </p:nvPr>
        </p:nvSpPr>
        <p:spPr>
          <a:xfrm>
            <a:off x="1433193" y="4717603"/>
            <a:ext cx="4210006" cy="539750"/>
          </a:xfrm>
        </p:spPr>
        <p:txBody>
          <a:bodyPr anchor="ctr"/>
          <a:lstStyle>
            <a:lvl1pPr marL="0" indent="0">
              <a:buNone/>
              <a:defRPr/>
            </a:lvl1pPr>
          </a:lstStyle>
          <a:p>
            <a:pPr lvl="0"/>
            <a:r>
              <a:rPr lang="en-US"/>
              <a:t>Click to edit Master text styles</a:t>
            </a:r>
          </a:p>
        </p:txBody>
      </p:sp>
      <p:sp>
        <p:nvSpPr>
          <p:cNvPr id="16" name="Text Placeholder 9">
            <a:extLst>
              <a:ext uri="{FF2B5EF4-FFF2-40B4-BE49-F238E27FC236}">
                <a16:creationId xmlns:a16="http://schemas.microsoft.com/office/drawing/2014/main" id="{51AFB8FC-539F-8B04-6BDF-75F5DD4A3B97}"/>
              </a:ext>
            </a:extLst>
          </p:cNvPr>
          <p:cNvSpPr>
            <a:spLocks noGrp="1"/>
          </p:cNvSpPr>
          <p:nvPr>
            <p:ph type="body" sz="quarter" idx="41"/>
          </p:nvPr>
        </p:nvSpPr>
        <p:spPr>
          <a:xfrm>
            <a:off x="7689956" y="4717478"/>
            <a:ext cx="4210006" cy="539750"/>
          </a:xfrm>
        </p:spPr>
        <p:txBody>
          <a:bodyPr anchor="ct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40681957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0591061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855D7-7905-F3C8-2A92-4DE8523133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C0C6AF-0627-3CEB-B11C-1BEA21EAA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ECB7A460-18EF-25B0-8CDB-7448B266F73A}"/>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16671018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A202-CD55-0A13-4A67-D7E11E7A04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441FDC-DBE6-179E-55C7-F447A9865C0E}"/>
              </a:ext>
            </a:extLst>
          </p:cNvPr>
          <p:cNvSpPr>
            <a:spLocks noGrp="1"/>
          </p:cNvSpPr>
          <p:nvPr>
            <p:ph sz="half" idx="1"/>
          </p:nvPr>
        </p:nvSpPr>
        <p:spPr>
          <a:xfrm>
            <a:off x="838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C9A615-B1DE-0AEF-EF01-A5E428D48406}"/>
              </a:ext>
            </a:extLst>
          </p:cNvPr>
          <p:cNvSpPr>
            <a:spLocks noGrp="1"/>
          </p:cNvSpPr>
          <p:nvPr>
            <p:ph sz="half" idx="2"/>
          </p:nvPr>
        </p:nvSpPr>
        <p:spPr>
          <a:xfrm>
            <a:off x="6172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a:extLst>
              <a:ext uri="{FF2B5EF4-FFF2-40B4-BE49-F238E27FC236}">
                <a16:creationId xmlns:a16="http://schemas.microsoft.com/office/drawing/2014/main" id="{4324E3E4-C2B7-4EBC-DB31-AD76D8E8838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40421492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25E0-3B1B-FF97-BC82-774AAC14F8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09D31E-00AA-D6D9-833C-0A31ED9F4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FFBE51-1818-78BC-FEFB-7F37E8F60B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6548AE-BAEE-E2E0-4862-FC81D056F3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3EA984-81B7-FC06-FFEE-46A07FE71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Slide Number Placeholder 8">
            <a:extLst>
              <a:ext uri="{FF2B5EF4-FFF2-40B4-BE49-F238E27FC236}">
                <a16:creationId xmlns:a16="http://schemas.microsoft.com/office/drawing/2014/main" id="{1E9493B2-B6EC-38BF-74B8-4CB35C9CAD0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6455485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E793-2A76-72DA-8713-26646F5A33A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403480563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4291-6853-832D-3DDA-06CE5FB043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F12DEE-26BF-AA89-001F-4CC30F69D6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633511-6AC7-F27A-471A-73140F2E71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A2D67C3F-8E89-7F46-47C0-B92F2BC03AF9}"/>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203044781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D91D-98DB-6E74-C35A-C089BB7A5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27C470-CD06-8E9D-328A-3FA41E3ED2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699F062C-C2F8-DE56-0334-307D9F5B0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CD950C41-3E33-9009-5316-1CF6205824EE}"/>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595054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D91D-98DB-6E74-C35A-C089BB7A5065}"/>
              </a:ext>
            </a:extLst>
          </p:cNvPr>
          <p:cNvSpPr>
            <a:spLocks noGrp="1"/>
          </p:cNvSpPr>
          <p:nvPr>
            <p:ph type="title" hasCustomPrompt="1"/>
          </p:nvPr>
        </p:nvSpPr>
        <p:spPr>
          <a:xfrm>
            <a:off x="292608" y="2427231"/>
            <a:ext cx="3932237" cy="607291"/>
          </a:xfrm>
        </p:spPr>
        <p:txBody>
          <a:bodyPr anchor="b">
            <a:noAutofit/>
          </a:bodyPr>
          <a:lstStyle>
            <a:lvl1pPr>
              <a:defRPr sz="4000"/>
            </a:lvl1pPr>
          </a:lstStyle>
          <a:p>
            <a:r>
              <a:rPr lang="en-US"/>
              <a:t>Thank You!</a:t>
            </a:r>
            <a:endParaRPr lang="en-IN"/>
          </a:p>
        </p:txBody>
      </p:sp>
      <p:sp>
        <p:nvSpPr>
          <p:cNvPr id="10" name="Text Placeholder 3">
            <a:extLst>
              <a:ext uri="{FF2B5EF4-FFF2-40B4-BE49-F238E27FC236}">
                <a16:creationId xmlns:a16="http://schemas.microsoft.com/office/drawing/2014/main" id="{CA785B9C-C2C1-9BA6-B4EA-B39067399D3B}"/>
              </a:ext>
            </a:extLst>
          </p:cNvPr>
          <p:cNvSpPr>
            <a:spLocks noGrp="1"/>
          </p:cNvSpPr>
          <p:nvPr>
            <p:ph type="body" sz="half" idx="13" hasCustomPrompt="1"/>
          </p:nvPr>
        </p:nvSpPr>
        <p:spPr>
          <a:xfrm>
            <a:off x="292608" y="3285981"/>
            <a:ext cx="3932237" cy="251461"/>
          </a:xfrm>
        </p:spPr>
        <p:txBody>
          <a:bodyPr>
            <a:normAutofit/>
          </a:bodyPr>
          <a:lstStyle>
            <a:lvl1pPr marL="0" indent="0">
              <a:buNone/>
              <a:defRPr sz="1100" b="1"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For more information, please contact:</a:t>
            </a:r>
          </a:p>
        </p:txBody>
      </p:sp>
      <p:sp>
        <p:nvSpPr>
          <p:cNvPr id="11" name="Text Placeholder 3">
            <a:extLst>
              <a:ext uri="{FF2B5EF4-FFF2-40B4-BE49-F238E27FC236}">
                <a16:creationId xmlns:a16="http://schemas.microsoft.com/office/drawing/2014/main" id="{83546EF3-0B27-25F3-6015-704E4C5AB221}"/>
              </a:ext>
            </a:extLst>
          </p:cNvPr>
          <p:cNvSpPr>
            <a:spLocks noGrp="1"/>
          </p:cNvSpPr>
          <p:nvPr>
            <p:ph type="body" sz="half" idx="14" hasCustomPrompt="1"/>
          </p:nvPr>
        </p:nvSpPr>
        <p:spPr>
          <a:xfrm>
            <a:off x="292608" y="3627956"/>
            <a:ext cx="3932237" cy="536172"/>
          </a:xfrm>
        </p:spPr>
        <p:txBody>
          <a:bodyPr>
            <a:normAutofit/>
          </a:bodyPr>
          <a:lstStyle>
            <a:lvl1pPr marL="0" indent="0">
              <a:buNone/>
              <a:defRPr sz="11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indent="0" algn="just" defTabSz="1218529" rtl="0" eaLnBrk="1" fontAlgn="base" latinLnBrk="0" hangingPunct="1">
              <a:lnSpc>
                <a:spcPct val="100000"/>
              </a:lnSpc>
              <a:spcBef>
                <a:spcPct val="20000"/>
              </a:spcBef>
              <a:spcAft>
                <a:spcPct val="0"/>
              </a:spcAft>
              <a:buClrTx/>
              <a:buSzTx/>
              <a:buFont typeface="Arial" charset="0"/>
              <a:buNone/>
              <a:tabLst/>
              <a:defRPr/>
            </a:pPr>
            <a:r>
              <a:rPr lang="en-US" sz="1100">
                <a:solidFill>
                  <a:schemeClr val="tx1"/>
                </a:solidFill>
                <a:latin typeface="Calibri" panose="020F0502020204030204" pitchFamily="34" charset="0"/>
                <a:cs typeface="Calibri" panose="020F0502020204030204" pitchFamily="34" charset="0"/>
              </a:rPr>
              <a:t>Contact details to be included here</a:t>
            </a:r>
          </a:p>
        </p:txBody>
      </p:sp>
      <p:sp>
        <p:nvSpPr>
          <p:cNvPr id="3" name="Text Placeholder 6">
            <a:extLst>
              <a:ext uri="{FF2B5EF4-FFF2-40B4-BE49-F238E27FC236}">
                <a16:creationId xmlns:a16="http://schemas.microsoft.com/office/drawing/2014/main" id="{0B0AC042-FAC9-8B08-E786-4BADB60E62D1}"/>
              </a:ext>
            </a:extLst>
          </p:cNvPr>
          <p:cNvSpPr>
            <a:spLocks noGrp="1"/>
          </p:cNvSpPr>
          <p:nvPr>
            <p:ph type="body" sz="half" idx="10"/>
          </p:nvPr>
        </p:nvSpPr>
        <p:spPr>
          <a:xfrm>
            <a:off x="4546156" y="2217906"/>
            <a:ext cx="7224312" cy="2288780"/>
          </a:xfrm>
        </p:spPr>
        <p:txBody>
          <a:bodyPr>
            <a:noAutofit/>
          </a:bodyPr>
          <a:lstStyle>
            <a:lvl1pPr marL="0" indent="0">
              <a:buNone/>
              <a:defRPr sz="1100"/>
            </a:lvl1pPr>
          </a:lstStyle>
          <a:p>
            <a:pPr lvl="0"/>
            <a:r>
              <a:rPr lang="en-US"/>
              <a:t>Click to edit Master text styles</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65050049-9E85-EDAA-CFDA-BBF3E5B766DE}"/>
              </a:ext>
            </a:extLst>
          </p:cNvPr>
          <p:cNvSpPr>
            <a:spLocks noGrp="1"/>
          </p:cNvSpPr>
          <p:nvPr>
            <p:ph type="body" sz="half" idx="2" hasCustomPrompt="1"/>
          </p:nvPr>
        </p:nvSpPr>
        <p:spPr>
          <a:xfrm>
            <a:off x="4546156" y="1828514"/>
            <a:ext cx="7224312" cy="298877"/>
          </a:xfrm>
        </p:spPr>
        <p:txBody>
          <a:bodyPr>
            <a:noAutofit/>
          </a:bodyPr>
          <a:lstStyle>
            <a:lvl1pPr marL="0" indent="0">
              <a:buNone/>
              <a:defRPr sz="1100" b="1">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About Mphasis</a:t>
            </a:r>
          </a:p>
        </p:txBody>
      </p:sp>
      <p:sp>
        <p:nvSpPr>
          <p:cNvPr id="7" name="Text Placeholder 8">
            <a:extLst>
              <a:ext uri="{FF2B5EF4-FFF2-40B4-BE49-F238E27FC236}">
                <a16:creationId xmlns:a16="http://schemas.microsoft.com/office/drawing/2014/main" id="{98276732-B238-2655-9572-296677AF2732}"/>
              </a:ext>
            </a:extLst>
          </p:cNvPr>
          <p:cNvSpPr>
            <a:spLocks noGrp="1"/>
          </p:cNvSpPr>
          <p:nvPr>
            <p:ph type="body" sz="half" idx="4294967295"/>
          </p:nvPr>
        </p:nvSpPr>
        <p:spPr>
          <a:xfrm>
            <a:off x="4546156" y="4725072"/>
            <a:ext cx="7185676" cy="1132599"/>
          </a:xfrm>
        </p:spPr>
        <p:txBody>
          <a:bodyPr lIns="90000">
            <a:noAutofit/>
          </a:bodyPr>
          <a:lstStyle>
            <a:lvl1pPr marL="0" indent="0">
              <a:buNone/>
              <a:defRPr/>
            </a:lvl1pPr>
          </a:lstStyle>
          <a:p>
            <a:pPr lvl="0"/>
            <a:r>
              <a:rPr lang="en-US" sz="1100" b="1"/>
              <a:t>Click to edit Master text styles</a:t>
            </a:r>
          </a:p>
          <a:p>
            <a:pPr lvl="1"/>
            <a:r>
              <a:rPr lang="en-US" sz="1100" b="1"/>
              <a:t>Second level</a:t>
            </a:r>
          </a:p>
        </p:txBody>
      </p:sp>
    </p:spTree>
    <p:extLst>
      <p:ext uri="{BB962C8B-B14F-4D97-AF65-F5344CB8AC3E}">
        <p14:creationId xmlns:p14="http://schemas.microsoft.com/office/powerpoint/2010/main" val="335578637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ver Slide">
    <p:bg>
      <p:bgPr>
        <a:gradFill>
          <a:gsLst>
            <a:gs pos="0">
              <a:schemeClr val="bg1"/>
            </a:gs>
            <a:gs pos="100000">
              <a:schemeClr val="bg1"/>
            </a:gs>
          </a:gsLst>
          <a:path path="rect">
            <a:fillToRect t="100000" r="100000"/>
          </a:path>
        </a:gradFill>
        <a:effectLst/>
      </p:bgPr>
    </p:bg>
    <p:spTree>
      <p:nvGrpSpPr>
        <p:cNvPr id="1" name=""/>
        <p:cNvGrpSpPr/>
        <p:nvPr/>
      </p:nvGrpSpPr>
      <p:grpSpPr>
        <a:xfrm>
          <a:off x="0" y="0"/>
          <a:ext cx="0" cy="0"/>
          <a:chOff x="0" y="0"/>
          <a:chExt cx="0" cy="0"/>
        </a:xfrm>
      </p:grpSpPr>
      <p:sp>
        <p:nvSpPr>
          <p:cNvPr id="13" name="Parallelogram 12">
            <a:extLst>
              <a:ext uri="{FF2B5EF4-FFF2-40B4-BE49-F238E27FC236}">
                <a16:creationId xmlns:a16="http://schemas.microsoft.com/office/drawing/2014/main" id="{8DED38E5-CA4A-490F-8006-81716ED6E779}"/>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1">
            <a:extLst>
              <a:ext uri="{FF2B5EF4-FFF2-40B4-BE49-F238E27FC236}">
                <a16:creationId xmlns:a16="http://schemas.microsoft.com/office/drawing/2014/main" id="{92EFF61A-66BE-4C39-8623-F6146C927F92}"/>
              </a:ext>
            </a:extLst>
          </p:cNvPr>
          <p:cNvSpPr>
            <a:spLocks noGrp="1" noChangeAspect="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p>
        </p:txBody>
      </p:sp>
      <p:sp>
        <p:nvSpPr>
          <p:cNvPr id="53" name="Picture Placeholder 26">
            <a:extLst>
              <a:ext uri="{FF2B5EF4-FFF2-40B4-BE49-F238E27FC236}">
                <a16:creationId xmlns:a16="http://schemas.microsoft.com/office/drawing/2014/main" id="{7E32683B-257C-4CEB-8827-F17A9BABB5A0}"/>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p>
        </p:txBody>
      </p:sp>
      <p:sp>
        <p:nvSpPr>
          <p:cNvPr id="42" name="Picture Placeholder 41">
            <a:extLst>
              <a:ext uri="{FF2B5EF4-FFF2-40B4-BE49-F238E27FC236}">
                <a16:creationId xmlns:a16="http://schemas.microsoft.com/office/drawing/2014/main" id="{F2E234BF-811A-4CDF-9653-1FBF83A646D2}"/>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p>
        </p:txBody>
      </p:sp>
      <p:sp>
        <p:nvSpPr>
          <p:cNvPr id="9" name="Text Placeholder 16">
            <a:extLst>
              <a:ext uri="{FF2B5EF4-FFF2-40B4-BE49-F238E27FC236}">
                <a16:creationId xmlns:a16="http://schemas.microsoft.com/office/drawing/2014/main" id="{FCA814D6-AA9D-44A2-953D-9CBBD6778E50}"/>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a:t>Text</a:t>
            </a:r>
          </a:p>
        </p:txBody>
      </p:sp>
      <p:sp>
        <p:nvSpPr>
          <p:cNvPr id="10" name="Text Placeholder 16">
            <a:extLst>
              <a:ext uri="{FF2B5EF4-FFF2-40B4-BE49-F238E27FC236}">
                <a16:creationId xmlns:a16="http://schemas.microsoft.com/office/drawing/2014/main" id="{6AF01C19-8AEB-42FD-9527-72EC3C2D5DDC}"/>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a:t>Date</a:t>
            </a:r>
          </a:p>
        </p:txBody>
      </p:sp>
      <p:sp>
        <p:nvSpPr>
          <p:cNvPr id="12" name="Picture Placeholder 52">
            <a:extLst>
              <a:ext uri="{FF2B5EF4-FFF2-40B4-BE49-F238E27FC236}">
                <a16:creationId xmlns:a16="http://schemas.microsoft.com/office/drawing/2014/main" id="{01C64258-5A1D-4406-9795-828AF6DBA0CE}"/>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a:t>Relationship Logo</a:t>
            </a:r>
          </a:p>
        </p:txBody>
      </p:sp>
      <p:pic>
        <p:nvPicPr>
          <p:cNvPr id="14" name="Picture 13" descr="A close up of a sign&#10;&#10;Description automatically generated">
            <a:extLst>
              <a:ext uri="{FF2B5EF4-FFF2-40B4-BE49-F238E27FC236}">
                <a16:creationId xmlns:a16="http://schemas.microsoft.com/office/drawing/2014/main" id="{899CB662-7432-4EF6-AB37-E2FA0B12E67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3885769702"/>
      </p:ext>
    </p:extLst>
  </p:cSld>
  <p:clrMapOvr>
    <a:masterClrMapping/>
  </p:clrMapOvr>
  <p:extLst>
    <p:ext uri="{DCECCB84-F9BA-43D5-87BE-67443E8EF086}">
      <p15:sldGuideLst xmlns:p15="http://schemas.microsoft.com/office/powerpoint/2012/main">
        <p15:guide id="1" orient="horz" pos="2112">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ver page + Client Relationship logo">
    <p:bg>
      <p:bgPr>
        <a:gradFill>
          <a:gsLst>
            <a:gs pos="0">
              <a:schemeClr val="bg1"/>
            </a:gs>
            <a:gs pos="100000">
              <a:schemeClr val="bg1"/>
            </a:gs>
          </a:gsLst>
          <a:path path="rect">
            <a:fillToRect t="100000" r="100000"/>
          </a:path>
        </a:gradFill>
        <a:effectLst/>
      </p:bgPr>
    </p:bg>
    <p:spTree>
      <p:nvGrpSpPr>
        <p:cNvPr id="1" name=""/>
        <p:cNvGrpSpPr/>
        <p:nvPr/>
      </p:nvGrpSpPr>
      <p:grpSpPr>
        <a:xfrm>
          <a:off x="0" y="0"/>
          <a:ext cx="0" cy="0"/>
          <a:chOff x="0" y="0"/>
          <a:chExt cx="0" cy="0"/>
        </a:xfrm>
      </p:grpSpPr>
      <p:sp>
        <p:nvSpPr>
          <p:cNvPr id="14" name="Parallelogram 13">
            <a:extLst>
              <a:ext uri="{FF2B5EF4-FFF2-40B4-BE49-F238E27FC236}">
                <a16:creationId xmlns:a16="http://schemas.microsoft.com/office/drawing/2014/main" id="{EDE600F6-02DB-4697-9F4F-3468CE6293DF}"/>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1">
            <a:extLst>
              <a:ext uri="{FF2B5EF4-FFF2-40B4-BE49-F238E27FC236}">
                <a16:creationId xmlns:a16="http://schemas.microsoft.com/office/drawing/2014/main" id="{92EFF61A-66BE-4C39-8623-F6146C927F92}"/>
              </a:ext>
            </a:extLst>
          </p:cNvPr>
          <p:cNvSpPr>
            <a:spLocks noGrp="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p>
        </p:txBody>
      </p:sp>
      <p:sp>
        <p:nvSpPr>
          <p:cNvPr id="53" name="Picture Placeholder 26">
            <a:extLst>
              <a:ext uri="{FF2B5EF4-FFF2-40B4-BE49-F238E27FC236}">
                <a16:creationId xmlns:a16="http://schemas.microsoft.com/office/drawing/2014/main" id="{7E32683B-257C-4CEB-8827-F17A9BABB5A0}"/>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p>
        </p:txBody>
      </p:sp>
      <p:sp>
        <p:nvSpPr>
          <p:cNvPr id="42" name="Picture Placeholder 41">
            <a:extLst>
              <a:ext uri="{FF2B5EF4-FFF2-40B4-BE49-F238E27FC236}">
                <a16:creationId xmlns:a16="http://schemas.microsoft.com/office/drawing/2014/main" id="{F2E234BF-811A-4CDF-9653-1FBF83A646D2}"/>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p>
        </p:txBody>
      </p:sp>
      <p:sp>
        <p:nvSpPr>
          <p:cNvPr id="12" name="Text Placeholder 16">
            <a:extLst>
              <a:ext uri="{FF2B5EF4-FFF2-40B4-BE49-F238E27FC236}">
                <a16:creationId xmlns:a16="http://schemas.microsoft.com/office/drawing/2014/main" id="{07F730D6-E682-41E4-81B3-5F97C144150E}"/>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a:t>Text</a:t>
            </a:r>
          </a:p>
        </p:txBody>
      </p:sp>
      <p:sp>
        <p:nvSpPr>
          <p:cNvPr id="13" name="Text Placeholder 16">
            <a:extLst>
              <a:ext uri="{FF2B5EF4-FFF2-40B4-BE49-F238E27FC236}">
                <a16:creationId xmlns:a16="http://schemas.microsoft.com/office/drawing/2014/main" id="{E5E05C68-04BA-4646-96E4-1CF6150B4B92}"/>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a:t>Date</a:t>
            </a:r>
          </a:p>
        </p:txBody>
      </p:sp>
      <p:sp>
        <p:nvSpPr>
          <p:cNvPr id="10" name="Picture Placeholder 52">
            <a:extLst>
              <a:ext uri="{FF2B5EF4-FFF2-40B4-BE49-F238E27FC236}">
                <a16:creationId xmlns:a16="http://schemas.microsoft.com/office/drawing/2014/main" id="{43BB21E4-9A33-49EA-A74F-F10DD3304F20}"/>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a:t>Relationship Logo</a:t>
            </a:r>
          </a:p>
        </p:txBody>
      </p:sp>
      <p:pic>
        <p:nvPicPr>
          <p:cNvPr id="15" name="Picture 14" descr="A close up of a sign&#10;&#10;Description automatically generated">
            <a:extLst>
              <a:ext uri="{FF2B5EF4-FFF2-40B4-BE49-F238E27FC236}">
                <a16:creationId xmlns:a16="http://schemas.microsoft.com/office/drawing/2014/main" id="{3CEC4D73-87E6-4004-A7DC-EF28E99C910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17497821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ver page + Client Logo+Relationship Logo">
    <p:spTree>
      <p:nvGrpSpPr>
        <p:cNvPr id="1" name=""/>
        <p:cNvGrpSpPr/>
        <p:nvPr/>
      </p:nvGrpSpPr>
      <p:grpSpPr>
        <a:xfrm>
          <a:off x="0" y="0"/>
          <a:ext cx="0" cy="0"/>
          <a:chOff x="0" y="0"/>
          <a:chExt cx="0" cy="0"/>
        </a:xfrm>
      </p:grpSpPr>
      <p:sp>
        <p:nvSpPr>
          <p:cNvPr id="13" name="Parallelogram 12">
            <a:extLst>
              <a:ext uri="{FF2B5EF4-FFF2-40B4-BE49-F238E27FC236}">
                <a16:creationId xmlns:a16="http://schemas.microsoft.com/office/drawing/2014/main" id="{4B018225-481B-4A95-924C-3B614E0060BB}"/>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21">
            <a:extLst>
              <a:ext uri="{FF2B5EF4-FFF2-40B4-BE49-F238E27FC236}">
                <a16:creationId xmlns:a16="http://schemas.microsoft.com/office/drawing/2014/main" id="{80C76747-9A63-40E6-BBCB-340DD5D5F815}"/>
              </a:ext>
            </a:extLst>
          </p:cNvPr>
          <p:cNvSpPr>
            <a:spLocks noGrp="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p>
        </p:txBody>
      </p:sp>
      <p:sp>
        <p:nvSpPr>
          <p:cNvPr id="8" name="Picture Placeholder 26">
            <a:extLst>
              <a:ext uri="{FF2B5EF4-FFF2-40B4-BE49-F238E27FC236}">
                <a16:creationId xmlns:a16="http://schemas.microsoft.com/office/drawing/2014/main" id="{54D2F146-2110-4D2B-8862-F37F1FA891D9}"/>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p>
        </p:txBody>
      </p:sp>
      <p:sp>
        <p:nvSpPr>
          <p:cNvPr id="9" name="Picture Placeholder 41">
            <a:extLst>
              <a:ext uri="{FF2B5EF4-FFF2-40B4-BE49-F238E27FC236}">
                <a16:creationId xmlns:a16="http://schemas.microsoft.com/office/drawing/2014/main" id="{A503F355-8C7E-4015-905D-92C12C0CCEC3}"/>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p>
        </p:txBody>
      </p:sp>
      <p:sp>
        <p:nvSpPr>
          <p:cNvPr id="11" name="Text Placeholder 16">
            <a:extLst>
              <a:ext uri="{FF2B5EF4-FFF2-40B4-BE49-F238E27FC236}">
                <a16:creationId xmlns:a16="http://schemas.microsoft.com/office/drawing/2014/main" id="{AFF201C3-D496-40D7-9B9F-4533EE9528C5}"/>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a:t>Text</a:t>
            </a:r>
          </a:p>
        </p:txBody>
      </p:sp>
      <p:sp>
        <p:nvSpPr>
          <p:cNvPr id="12" name="Text Placeholder 16">
            <a:extLst>
              <a:ext uri="{FF2B5EF4-FFF2-40B4-BE49-F238E27FC236}">
                <a16:creationId xmlns:a16="http://schemas.microsoft.com/office/drawing/2014/main" id="{734CF9CB-5EDA-4CEB-BB79-3CD1A22704B2}"/>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a:t>Date</a:t>
            </a:r>
          </a:p>
        </p:txBody>
      </p:sp>
      <p:cxnSp>
        <p:nvCxnSpPr>
          <p:cNvPr id="15" name="Straight Connector 14">
            <a:extLst>
              <a:ext uri="{FF2B5EF4-FFF2-40B4-BE49-F238E27FC236}">
                <a16:creationId xmlns:a16="http://schemas.microsoft.com/office/drawing/2014/main" id="{CF4990F5-20FF-4869-B8B2-590018C7E348}"/>
              </a:ext>
            </a:extLst>
          </p:cNvPr>
          <p:cNvCxnSpPr/>
          <p:nvPr userDrawn="1"/>
        </p:nvCxnSpPr>
        <p:spPr>
          <a:xfrm>
            <a:off x="2890345" y="198757"/>
            <a:ext cx="0" cy="1144588"/>
          </a:xfrm>
          <a:prstGeom prst="line">
            <a:avLst/>
          </a:prstGeom>
        </p:spPr>
        <p:style>
          <a:lnRef idx="1">
            <a:schemeClr val="accent1"/>
          </a:lnRef>
          <a:fillRef idx="0">
            <a:schemeClr val="accent1"/>
          </a:fillRef>
          <a:effectRef idx="0">
            <a:schemeClr val="accent1"/>
          </a:effectRef>
          <a:fontRef idx="minor">
            <a:schemeClr val="tx1"/>
          </a:fontRef>
        </p:style>
      </p:cxnSp>
      <p:sp>
        <p:nvSpPr>
          <p:cNvPr id="16" name="Picture Placeholder 52">
            <a:extLst>
              <a:ext uri="{FF2B5EF4-FFF2-40B4-BE49-F238E27FC236}">
                <a16:creationId xmlns:a16="http://schemas.microsoft.com/office/drawing/2014/main" id="{A11FBD97-5683-4CC6-A3C3-08A632C70372}"/>
              </a:ext>
            </a:extLst>
          </p:cNvPr>
          <p:cNvSpPr>
            <a:spLocks noGrp="1"/>
          </p:cNvSpPr>
          <p:nvPr>
            <p:ph type="pic" sz="quarter" idx="25" hasCustomPrompt="1"/>
          </p:nvPr>
        </p:nvSpPr>
        <p:spPr>
          <a:xfrm>
            <a:off x="2974019" y="198438"/>
            <a:ext cx="2628269" cy="1144587"/>
          </a:xfrm>
        </p:spPr>
        <p:txBody>
          <a:bodyPr wrap="none" lIns="0" tIns="0" rIns="0" bIns="0">
            <a:normAutofit/>
          </a:bodyPr>
          <a:lstStyle>
            <a:lvl1pPr marL="0" indent="0">
              <a:buNone/>
              <a:defRPr sz="1800"/>
            </a:lvl1pPr>
          </a:lstStyle>
          <a:p>
            <a:r>
              <a:rPr lang="en-US"/>
              <a:t> Client Logo</a:t>
            </a:r>
          </a:p>
        </p:txBody>
      </p:sp>
      <p:sp>
        <p:nvSpPr>
          <p:cNvPr id="17" name="Picture Placeholder 52">
            <a:extLst>
              <a:ext uri="{FF2B5EF4-FFF2-40B4-BE49-F238E27FC236}">
                <a16:creationId xmlns:a16="http://schemas.microsoft.com/office/drawing/2014/main" id="{14B441C5-140F-480B-9B81-6F305B47C22E}"/>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a:t>Relationship Logo</a:t>
            </a:r>
          </a:p>
        </p:txBody>
      </p:sp>
      <p:pic>
        <p:nvPicPr>
          <p:cNvPr id="14" name="Picture 13" descr="A close up of a sign&#10;&#10;Description automatically generated">
            <a:extLst>
              <a:ext uri="{FF2B5EF4-FFF2-40B4-BE49-F238E27FC236}">
                <a16:creationId xmlns:a16="http://schemas.microsoft.com/office/drawing/2014/main" id="{E4B610A4-C8BD-41E1-84D9-0C05761EBAA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18175204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6_Custom Layout">
    <p:bg>
      <p:bgRef idx="1001">
        <a:schemeClr val="bg1"/>
      </p:bgRef>
    </p:bg>
    <p:spTree>
      <p:nvGrpSpPr>
        <p:cNvPr id="1" name=""/>
        <p:cNvGrpSpPr/>
        <p:nvPr/>
      </p:nvGrpSpPr>
      <p:grpSpPr>
        <a:xfrm>
          <a:off x="0" y="0"/>
          <a:ext cx="0" cy="0"/>
          <a:chOff x="0" y="0"/>
          <a:chExt cx="0" cy="0"/>
        </a:xfrm>
      </p:grpSpPr>
      <p:pic>
        <p:nvPicPr>
          <p:cNvPr id="47" name="Picture 46" descr="A close up of a sign&#10;&#10;Description automatically generated">
            <a:extLst>
              <a:ext uri="{FF2B5EF4-FFF2-40B4-BE49-F238E27FC236}">
                <a16:creationId xmlns:a16="http://schemas.microsoft.com/office/drawing/2014/main" id="{908C4E5E-F9CB-425B-BC08-BAD09F946C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62" name="Text Placeholder 61">
            <a:extLst>
              <a:ext uri="{FF2B5EF4-FFF2-40B4-BE49-F238E27FC236}">
                <a16:creationId xmlns:a16="http://schemas.microsoft.com/office/drawing/2014/main" id="{75B34779-B21D-430F-83CA-2B3A7DF80BC9}"/>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a:t>Title - 24pt</a:t>
            </a:r>
          </a:p>
        </p:txBody>
      </p:sp>
      <p:sp>
        <p:nvSpPr>
          <p:cNvPr id="15" name="TextBox 14">
            <a:extLst>
              <a:ext uri="{FF2B5EF4-FFF2-40B4-BE49-F238E27FC236}">
                <a16:creationId xmlns:a16="http://schemas.microsoft.com/office/drawing/2014/main" id="{3A26F0D1-D919-48B0-9670-F0A7CA7EA829}"/>
              </a:ext>
            </a:extLst>
          </p:cNvPr>
          <p:cNvSpPr txBox="1"/>
          <p:nvPr userDrawn="1"/>
        </p:nvSpPr>
        <p:spPr>
          <a:xfrm>
            <a:off x="530225" y="6523496"/>
            <a:ext cx="3957363" cy="274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solidFill>
                  <a:schemeClr val="tx1"/>
                </a:solidFill>
              </a:rPr>
              <a:t>© Mphasis 2022  Proprietary and confidential information    I  </a:t>
            </a:r>
            <a:endParaRPr lang="en-US" sz="1200">
              <a:solidFill>
                <a:schemeClr val="tx1"/>
              </a:solidFill>
            </a:endParaRPr>
          </a:p>
        </p:txBody>
      </p:sp>
      <p:sp>
        <p:nvSpPr>
          <p:cNvPr id="16" name="Date Placeholder 14">
            <a:extLst>
              <a:ext uri="{FF2B5EF4-FFF2-40B4-BE49-F238E27FC236}">
                <a16:creationId xmlns:a16="http://schemas.microsoft.com/office/drawing/2014/main" id="{795D0959-05AD-4EA2-B67D-FE52348674AD}"/>
              </a:ext>
            </a:extLst>
          </p:cNvPr>
          <p:cNvSpPr txBox="1">
            <a:spLocks/>
          </p:cNvSpPr>
          <p:nvPr userDrawn="1"/>
        </p:nvSpPr>
        <p:spPr>
          <a:xfrm>
            <a:off x="4441409" y="6523496"/>
            <a:ext cx="1119665"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C99D87-AFAD-4B11-8D22-9469FA50E3E6}" type="datetime1">
              <a:rPr lang="en-US" smtClean="0">
                <a:solidFill>
                  <a:schemeClr val="tx1"/>
                </a:solidFill>
              </a:rPr>
              <a:pPr/>
              <a:t>1/16/2026</a:t>
            </a:fld>
            <a:endParaRPr lang="en-US">
              <a:solidFill>
                <a:schemeClr val="tx1"/>
              </a:solidFill>
            </a:endParaRPr>
          </a:p>
        </p:txBody>
      </p:sp>
      <p:sp>
        <p:nvSpPr>
          <p:cNvPr id="17" name="Slide Number Placeholder 6">
            <a:extLst>
              <a:ext uri="{FF2B5EF4-FFF2-40B4-BE49-F238E27FC236}">
                <a16:creationId xmlns:a16="http://schemas.microsoft.com/office/drawing/2014/main" id="{2B5EA731-F13C-4061-8B9B-C90C7300D862}"/>
              </a:ext>
            </a:extLst>
          </p:cNvPr>
          <p:cNvSpPr txBox="1">
            <a:spLocks/>
          </p:cNvSpPr>
          <p:nvPr userDrawn="1"/>
        </p:nvSpPr>
        <p:spPr>
          <a:xfrm>
            <a:off x="11329750" y="6523496"/>
            <a:ext cx="405124"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F7E0CF8-545D-8B43-A48D-40FB624B20AA}" type="slidenum">
              <a:rPr lang="en-US" smtClean="0">
                <a:solidFill>
                  <a:schemeClr val="tx1"/>
                </a:solidFill>
              </a:rPr>
              <a:pPr algn="ctr"/>
              <a:t>‹#›</a:t>
            </a:fld>
            <a:endParaRPr lang="en-US">
              <a:solidFill>
                <a:schemeClr val="tx1"/>
              </a:solidFill>
            </a:endParaRPr>
          </a:p>
        </p:txBody>
      </p:sp>
      <p:sp>
        <p:nvSpPr>
          <p:cNvPr id="18" name="Date Placeholder 14">
            <a:extLst>
              <a:ext uri="{FF2B5EF4-FFF2-40B4-BE49-F238E27FC236}">
                <a16:creationId xmlns:a16="http://schemas.microsoft.com/office/drawing/2014/main" id="{6E0E427B-45A6-4871-B333-92011D751BAA}"/>
              </a:ext>
            </a:extLst>
          </p:cNvPr>
          <p:cNvSpPr txBox="1">
            <a:spLocks/>
          </p:cNvSpPr>
          <p:nvPr userDrawn="1"/>
        </p:nvSpPr>
        <p:spPr>
          <a:xfrm>
            <a:off x="11206005"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sp>
        <p:nvSpPr>
          <p:cNvPr id="19" name="Date Placeholder 14">
            <a:extLst>
              <a:ext uri="{FF2B5EF4-FFF2-40B4-BE49-F238E27FC236}">
                <a16:creationId xmlns:a16="http://schemas.microsoft.com/office/drawing/2014/main" id="{7652254C-1B19-46A7-B600-41EF7D15D774}"/>
              </a:ext>
            </a:extLst>
          </p:cNvPr>
          <p:cNvSpPr txBox="1">
            <a:spLocks/>
          </p:cNvSpPr>
          <p:nvPr userDrawn="1"/>
        </p:nvSpPr>
        <p:spPr>
          <a:xfrm>
            <a:off x="11686296"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spTree>
    <p:extLst>
      <p:ext uri="{BB962C8B-B14F-4D97-AF65-F5344CB8AC3E}">
        <p14:creationId xmlns:p14="http://schemas.microsoft.com/office/powerpoint/2010/main" val="468821875"/>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1F199-8DFA-4B32-A155-C165D2E1EE92}"/>
              </a:ext>
            </a:extLst>
          </p:cNvPr>
          <p:cNvSpPr>
            <a:spLocks noGrp="1"/>
          </p:cNvSpPr>
          <p:nvPr>
            <p:ph type="title"/>
          </p:nvPr>
        </p:nvSpPr>
        <p:spPr>
          <a:xfrm>
            <a:off x="643718" y="192444"/>
            <a:ext cx="10515600" cy="475652"/>
          </a:xfrm>
          <a:prstGeom prst="rect">
            <a:avLst/>
          </a:prstGeom>
        </p:spPr>
        <p:txBody>
          <a:bodyPr anchor="ctr">
            <a:noAutofit/>
          </a:bodyPr>
          <a:lstStyle>
            <a:lvl1pPr algn="l">
              <a:defRPr sz="2400" b="1">
                <a:solidFill>
                  <a:schemeClr val="accent1"/>
                </a:solidFill>
                <a:latin typeface="+mn-lt"/>
              </a:defRPr>
            </a:lvl1pPr>
          </a:lstStyle>
          <a:p>
            <a:r>
              <a:rPr lang="en-US"/>
              <a:t>Click to edit Master title style</a:t>
            </a:r>
          </a:p>
        </p:txBody>
      </p:sp>
      <p:pic>
        <p:nvPicPr>
          <p:cNvPr id="2" name="Picture 1" descr="A close up of a sign&#10;&#10;Description automatically generated">
            <a:extLst>
              <a:ext uri="{FF2B5EF4-FFF2-40B4-BE49-F238E27FC236}">
                <a16:creationId xmlns:a16="http://schemas.microsoft.com/office/drawing/2014/main" id="{1A61CF9C-374F-451A-8576-20475AE8700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Tree>
    <p:extLst>
      <p:ext uri="{BB962C8B-B14F-4D97-AF65-F5344CB8AC3E}">
        <p14:creationId xmlns:p14="http://schemas.microsoft.com/office/powerpoint/2010/main" val="1545275607"/>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4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D9FCA-849B-4ACC-B593-675FA9FB7303}"/>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BB4C25FE-EF18-41B1-A554-529471212956}"/>
              </a:ext>
            </a:extLst>
          </p:cNvPr>
          <p:cNvSpPr>
            <a:spLocks noGrp="1"/>
          </p:cNvSpPr>
          <p:nvPr>
            <p:ph type="body" sz="quarter" idx="66" hasCustomPrompt="1"/>
          </p:nvPr>
        </p:nvSpPr>
        <p:spPr>
          <a:xfrm>
            <a:off x="528638" y="668095"/>
            <a:ext cx="11404600" cy="322505"/>
          </a:xfrm>
          <a:noFill/>
        </p:spPr>
        <p:txBody>
          <a:bodyPr lIns="45720" tIns="9144" rIns="45720" bIns="9144" anchor="ctr">
            <a:normAutofit/>
          </a:bodyPr>
          <a:lstStyle>
            <a:lvl1pPr marL="0" indent="0">
              <a:buNone/>
              <a:defRPr sz="1800" b="1">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Sub Head</a:t>
            </a:r>
          </a:p>
        </p:txBody>
      </p:sp>
    </p:spTree>
    <p:extLst>
      <p:ext uri="{BB962C8B-B14F-4D97-AF65-F5344CB8AC3E}">
        <p14:creationId xmlns:p14="http://schemas.microsoft.com/office/powerpoint/2010/main" val="23735826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slideLayout" Target="../slideLayouts/slideLayout18.xml"/><Relationship Id="rId11" Type="http://schemas.openxmlformats.org/officeDocument/2006/relationships/slideLayout" Target="../slideLayouts/slideLayout19.xml"/><Relationship Id="rId12" Type="http://schemas.openxmlformats.org/officeDocument/2006/relationships/slideLayout" Target="../slideLayouts/slideLayout20.xml"/><Relationship Id="rId13" Type="http://schemas.openxmlformats.org/officeDocument/2006/relationships/slideLayout" Target="../slideLayouts/slideLayout21.xml"/><Relationship Id="rId14" Type="http://schemas.openxmlformats.org/officeDocument/2006/relationships/slideLayout" Target="../slideLayouts/slideLayout22.xml"/><Relationship Id="rId15" Type="http://schemas.openxmlformats.org/officeDocument/2006/relationships/slideLayout" Target="../slideLayouts/slideLayout23.xml"/><Relationship Id="rId16" Type="http://schemas.openxmlformats.org/officeDocument/2006/relationships/slideLayout" Target="../slideLayouts/slideLayout24.xml"/><Relationship Id="rId17" Type="http://schemas.openxmlformats.org/officeDocument/2006/relationships/slideLayout" Target="../slideLayouts/slideLayout25.xml"/><Relationship Id="rId18" Type="http://schemas.openxmlformats.org/officeDocument/2006/relationships/slideLayout" Target="../slideLayouts/slideLayout26.xml"/><Relationship Id="rId19" Type="http://schemas.openxmlformats.org/officeDocument/2006/relationships/slideLayout" Target="../slideLayouts/slideLayout27.xml"/><Relationship Id="rId20" Type="http://schemas.openxmlformats.org/officeDocument/2006/relationships/slideLayout" Target="../slideLayouts/slideLayout28.xml"/><Relationship Id="rId21" Type="http://schemas.openxmlformats.org/officeDocument/2006/relationships/slideLayout" Target="../slideLayouts/slideLayout29.xml"/><Relationship Id="rId22" Type="http://schemas.openxmlformats.org/officeDocument/2006/relationships/slideLayout" Target="../slideLayouts/slideLayout30.xml"/><Relationship Id="rId23" Type="http://schemas.openxmlformats.org/officeDocument/2006/relationships/slideLayout" Target="../slideLayouts/slideLayout31.xml"/><Relationship Id="rId24" Type="http://schemas.openxmlformats.org/officeDocument/2006/relationships/slideLayout" Target="../slideLayouts/slideLayout32.xml"/><Relationship Id="rId25" Type="http://schemas.openxmlformats.org/officeDocument/2006/relationships/slideLayout" Target="../slideLayouts/slideLayout33.xml"/><Relationship Id="rId26" Type="http://schemas.openxmlformats.org/officeDocument/2006/relationships/slideLayout" Target="../slideLayouts/slideLayout34.xml"/><Relationship Id="rId27" Type="http://schemas.openxmlformats.org/officeDocument/2006/relationships/slideLayout" Target="../slideLayouts/slideLayout35.xml"/><Relationship Id="rId28" Type="http://schemas.openxmlformats.org/officeDocument/2006/relationships/slideLayout" Target="../slideLayouts/slideLayout36.xml"/><Relationship Id="rId29" Type="http://schemas.openxmlformats.org/officeDocument/2006/relationships/slideLayout" Target="../slideLayouts/slideLayout37.xml"/><Relationship Id="rId30" Type="http://schemas.openxmlformats.org/officeDocument/2006/relationships/theme" Target="../theme/theme3.xml"/><Relationship Id="rId31" Type="http://schemas.openxmlformats.org/officeDocument/2006/relationships/image" Target="../media/image7.jpeg"/><Relationship Id="rId32" Type="http://schemas.openxmlformats.org/officeDocument/2006/relationships/image" Target="../media/image8.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9" Type="http://schemas.openxmlformats.org/officeDocument/2006/relationships/slideLayout" Target="../slideLayouts/slideLayout46.xml"/><Relationship Id="rId10" Type="http://schemas.openxmlformats.org/officeDocument/2006/relationships/slideLayout" Target="../slideLayouts/slideLayout47.xml"/><Relationship Id="rId11" Type="http://schemas.openxmlformats.org/officeDocument/2006/relationships/slideLayout" Target="../slideLayouts/slideLayout48.xml"/><Relationship Id="rId12" Type="http://schemas.openxmlformats.org/officeDocument/2006/relationships/slideLayout" Target="../slideLayouts/slideLayout49.xml"/><Relationship Id="rId13" Type="http://schemas.openxmlformats.org/officeDocument/2006/relationships/slideLayout" Target="../slideLayouts/slideLayout50.xml"/><Relationship Id="rId14" Type="http://schemas.openxmlformats.org/officeDocument/2006/relationships/slideLayout" Target="../slideLayouts/slideLayout51.xml"/><Relationship Id="rId15" Type="http://schemas.openxmlformats.org/officeDocument/2006/relationships/slideLayout" Target="../slideLayouts/slideLayout52.xml"/><Relationship Id="rId16" Type="http://schemas.openxmlformats.org/officeDocument/2006/relationships/slideLayout" Target="../slideLayouts/slideLayout53.xml"/><Relationship Id="rId17" Type="http://schemas.openxmlformats.org/officeDocument/2006/relationships/slideLayout" Target="../slideLayouts/slideLayout54.xml"/><Relationship Id="rId18" Type="http://schemas.openxmlformats.org/officeDocument/2006/relationships/slideLayout" Target="../slideLayouts/slideLayout55.xml"/><Relationship Id="rId19" Type="http://schemas.openxmlformats.org/officeDocument/2006/relationships/slideLayout" Target="../slideLayouts/slideLayout56.xml"/><Relationship Id="rId20" Type="http://schemas.openxmlformats.org/officeDocument/2006/relationships/slideLayout" Target="../slideLayouts/slideLayout57.xml"/><Relationship Id="rId21" Type="http://schemas.openxmlformats.org/officeDocument/2006/relationships/slideLayout" Target="../slideLayouts/slideLayout58.xml"/><Relationship Id="rId22" Type="http://schemas.openxmlformats.org/officeDocument/2006/relationships/slideLayout" Target="../slideLayouts/slideLayout59.xml"/><Relationship Id="rId23" Type="http://schemas.openxmlformats.org/officeDocument/2006/relationships/slideLayout" Target="../slideLayouts/slideLayout60.xml"/><Relationship Id="rId24" Type="http://schemas.openxmlformats.org/officeDocument/2006/relationships/slideLayout" Target="../slideLayouts/slideLayout61.xml"/><Relationship Id="rId25" Type="http://schemas.openxmlformats.org/officeDocument/2006/relationships/slideLayout" Target="../slideLayouts/slideLayout62.xml"/><Relationship Id="rId26" Type="http://schemas.openxmlformats.org/officeDocument/2006/relationships/slideLayout" Target="../slideLayouts/slideLayout63.xml"/><Relationship Id="rId27" Type="http://schemas.openxmlformats.org/officeDocument/2006/relationships/slideLayout" Target="../slideLayouts/slideLayout64.xml"/><Relationship Id="rId28" Type="http://schemas.openxmlformats.org/officeDocument/2006/relationships/slideLayout" Target="../slideLayouts/slideLayout65.xml"/><Relationship Id="rId29" Type="http://schemas.openxmlformats.org/officeDocument/2006/relationships/theme" Target="../theme/theme4.xml"/><Relationship Id="rId30" Type="http://schemas.openxmlformats.org/officeDocument/2006/relationships/image" Target="../media/image9.png"/><Relationship Id="rId31"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F25C12-8A09-1CE8-6874-31532B5A10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4A981-F306-43B2-BB59-912FAACBBEEE}" type="datetimeFigureOut">
              <a:rPr lang="en-US" smtClean="0"/>
              <a:t>1/16/2026</a:t>
            </a:fld>
            <a:endParaRPr lang="en-US"/>
          </a:p>
        </p:txBody>
      </p:sp>
      <p:sp>
        <p:nvSpPr>
          <p:cNvPr id="5" name="Footer Placeholder 4">
            <a:extLst>
              <a:ext uri="{FF2B5EF4-FFF2-40B4-BE49-F238E27FC236}">
                <a16:creationId xmlns:a16="http://schemas.microsoft.com/office/drawing/2014/main" id="{01B98308-976A-33AE-99B9-21E7BE9E1E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C95F3C-EE93-825A-E6BD-4AFDC7CA60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C26AA8-D9EB-45B6-86B1-F4A91B315C64}" type="slidenum">
              <a:rPr lang="en-US" smtClean="0"/>
              <a:t>‹#›</a:t>
            </a:fld>
            <a:endParaRPr lang="en-US"/>
          </a:p>
        </p:txBody>
      </p:sp>
      <p:sp>
        <p:nvSpPr>
          <p:cNvPr id="7" name="TextBox 6">
            <a:extLst>
              <a:ext uri="{FF2B5EF4-FFF2-40B4-BE49-F238E27FC236}">
                <a16:creationId xmlns:a16="http://schemas.microsoft.com/office/drawing/2014/main" id="{A683A42D-0EFE-7865-2E2B-D22DCC717CEB}"/>
              </a:ext>
            </a:extLst>
          </p:cNvPr>
          <p:cNvSpPr txBox="1"/>
          <p:nvPr userDrawn="1">
            <p:extLst>
              <p:ext uri="{1162E1C5-73C7-4A58-AE30-91384D911F3F}">
                <p184:classification xmlns:p184="http://schemas.microsoft.com/office/powerpoint/2018/4/main" val="ftr"/>
              </p:ext>
            </p:extLst>
          </p:nvPr>
        </p:nvSpPr>
        <p:spPr>
          <a:xfrm>
            <a:off x="63500" y="6642100"/>
            <a:ext cx="1811338"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   Classification: Schwab Internal</a:t>
            </a:r>
          </a:p>
        </p:txBody>
      </p:sp>
    </p:spTree>
    <p:extLst>
      <p:ext uri="{BB962C8B-B14F-4D97-AF65-F5344CB8AC3E}">
        <p14:creationId xmlns:p14="http://schemas.microsoft.com/office/powerpoint/2010/main" val="258543955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745" r:id="rId3"/>
  </p:sldLayoutIdLst>
  <p:txStyles>
    <p:titleStyle>
      <a:lvl1pPr algn="l" defTabSz="914400" rtl="0" eaLnBrk="1" latinLnBrk="0" hangingPunct="1">
        <a:lnSpc>
          <a:spcPct val="90000"/>
        </a:lnSpc>
        <a:spcBef>
          <a:spcPct val="0"/>
        </a:spcBef>
        <a:buNone/>
        <a:defRPr sz="44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82795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EC1BFF-A91B-4242-DBE2-8AC501A1BF79}"/>
              </a:ext>
            </a:extLst>
          </p:cNvPr>
          <p:cNvPicPr>
            <a:picLocks noChangeAspect="1"/>
          </p:cNvPicPr>
          <p:nvPr/>
        </p:nvPicPr>
        <p:blipFill>
          <a:blip r:embed="rId31" cstate="print">
            <a:extLst>
              <a:ext uri="{28A0092B-C50C-407E-A947-70E740481C1C}">
                <a14:useLocalDpi xmlns:a14="http://schemas.microsoft.com/office/drawing/2010/main"/>
              </a:ext>
            </a:extLst>
          </a:blip>
          <a:srcRect t="93145"/>
          <a:stretch/>
        </p:blipFill>
        <p:spPr>
          <a:xfrm>
            <a:off x="1526" y="6387151"/>
            <a:ext cx="12190474" cy="469983"/>
          </a:xfrm>
          <a:prstGeom prst="rect">
            <a:avLst/>
          </a:prstGeom>
        </p:spPr>
      </p:pic>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292608" y="202823"/>
            <a:ext cx="9540000" cy="360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292608" y="858982"/>
            <a:ext cx="11618976" cy="53663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Footer Placeholder 4">
            <a:extLst>
              <a:ext uri="{FF2B5EF4-FFF2-40B4-BE49-F238E27FC236}">
                <a16:creationId xmlns:a16="http://schemas.microsoft.com/office/drawing/2014/main" id="{02BE612D-CAD0-B2F6-FE03-8B620D5FB3D3}"/>
              </a:ext>
            </a:extLst>
          </p:cNvPr>
          <p:cNvSpPr txBox="1">
            <a:spLocks/>
          </p:cNvSpPr>
          <p:nvPr/>
        </p:nvSpPr>
        <p:spPr>
          <a:xfrm>
            <a:off x="292608" y="6455668"/>
            <a:ext cx="3207974" cy="30175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t>© Mphasis 2025  Proprietary and confidential information</a:t>
            </a:r>
            <a:endParaRPr lang="en-IN" sz="1000"/>
          </a:p>
        </p:txBody>
      </p:sp>
      <p:sp>
        <p:nvSpPr>
          <p:cNvPr id="5" name="Footer Placeholder 4">
            <a:extLst>
              <a:ext uri="{FF2B5EF4-FFF2-40B4-BE49-F238E27FC236}">
                <a16:creationId xmlns:a16="http://schemas.microsoft.com/office/drawing/2014/main" id="{30D85B22-4AB0-59BC-D67E-01DB098B8FB7}"/>
              </a:ext>
            </a:extLst>
          </p:cNvPr>
          <p:cNvSpPr txBox="1">
            <a:spLocks/>
          </p:cNvSpPr>
          <p:nvPr/>
        </p:nvSpPr>
        <p:spPr>
          <a:xfrm>
            <a:off x="3586250" y="6455668"/>
            <a:ext cx="1004223" cy="30175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3C4C312-C9D8-434F-B375-261D124326DB}" type="datetime1">
              <a:rPr lang="en-IN" sz="1000" smtClean="0"/>
              <a:pPr/>
              <a:t>16-01-2026</a:t>
            </a:fld>
            <a:endParaRPr lang="en-IN" sz="1000"/>
          </a:p>
        </p:txBody>
      </p:sp>
      <p:pic>
        <p:nvPicPr>
          <p:cNvPr id="4" name="Picture 3">
            <a:extLst>
              <a:ext uri="{FF2B5EF4-FFF2-40B4-BE49-F238E27FC236}">
                <a16:creationId xmlns:a16="http://schemas.microsoft.com/office/drawing/2014/main" id="{E810CBB2-82FF-0BE6-ECA9-77662F9BA303}"/>
              </a:ext>
            </a:extLst>
          </p:cNvPr>
          <p:cNvPicPr>
            <a:picLocks noChangeAspect="1"/>
          </p:cNvPicPr>
          <p:nvPr/>
        </p:nvPicPr>
        <p:blipFill>
          <a:blip r:embed="rId32">
            <a:extLst>
              <a:ext uri="{28A0092B-C50C-407E-A947-70E740481C1C}">
                <a14:useLocalDpi xmlns:a14="http://schemas.microsoft.com/office/drawing/2010/main" val="0"/>
              </a:ext>
            </a:extLst>
          </a:blip>
          <a:srcRect/>
          <a:stretch/>
        </p:blipFill>
        <p:spPr>
          <a:xfrm>
            <a:off x="10811606" y="199943"/>
            <a:ext cx="1099978" cy="365760"/>
          </a:xfrm>
          <a:prstGeom prst="rect">
            <a:avLst/>
          </a:prstGeom>
        </p:spPr>
      </p:pic>
      <p:sp>
        <p:nvSpPr>
          <p:cNvPr id="7" name="TextBox 6">
            <a:extLst>
              <a:ext uri="{FF2B5EF4-FFF2-40B4-BE49-F238E27FC236}">
                <a16:creationId xmlns:a16="http://schemas.microsoft.com/office/drawing/2014/main" id="{6F6D33B9-F0DD-572B-41BA-7DB31BA8EA74}"/>
              </a:ext>
            </a:extLst>
          </p:cNvPr>
          <p:cNvSpPr txBox="1"/>
          <p:nvPr/>
        </p:nvSpPr>
        <p:spPr>
          <a:xfrm>
            <a:off x="6010275" y="6469384"/>
            <a:ext cx="184731" cy="369332"/>
          </a:xfrm>
          <a:prstGeom prst="rect">
            <a:avLst/>
          </a:prstGeom>
          <a:noFill/>
        </p:spPr>
        <p:txBody>
          <a:bodyPr wrap="none" rtlCol="0">
            <a:spAutoFit/>
          </a:bodyPr>
          <a:lstStyle/>
          <a:p>
            <a:endParaRPr lang="en-IN"/>
          </a:p>
        </p:txBody>
      </p:sp>
      <p:sp>
        <p:nvSpPr>
          <p:cNvPr id="10" name="TextBox 9">
            <a:extLst>
              <a:ext uri="{FF2B5EF4-FFF2-40B4-BE49-F238E27FC236}">
                <a16:creationId xmlns:a16="http://schemas.microsoft.com/office/drawing/2014/main" id="{AB3C4B5D-DBD4-6BB5-0873-20A1C577D40D}"/>
              </a:ext>
            </a:extLst>
          </p:cNvPr>
          <p:cNvSpPr txBox="1"/>
          <p:nvPr/>
        </p:nvSpPr>
        <p:spPr>
          <a:xfrm>
            <a:off x="10597911" y="6480876"/>
            <a:ext cx="733425" cy="251341"/>
          </a:xfrm>
          <a:prstGeom prst="rect">
            <a:avLst/>
          </a:prstGeom>
          <a:noFill/>
        </p:spPr>
        <p:txBody>
          <a:bodyPr wrap="square" anchor="ctr">
            <a:spAutoFit/>
          </a:bodyPr>
          <a:lstStyle/>
          <a:p>
            <a:pPr algn="r"/>
            <a:fld id="{168B8272-985F-49F0-9308-1DD0A25D397C}" type="slidenum">
              <a:rPr lang="en-IN" sz="1000" smtClean="0"/>
              <a:pPr algn="r"/>
              <a:t>‹#›</a:t>
            </a:fld>
            <a:endParaRPr lang="en-IN" sz="1000"/>
          </a:p>
        </p:txBody>
      </p:sp>
    </p:spTree>
    <p:extLst>
      <p:ext uri="{BB962C8B-B14F-4D97-AF65-F5344CB8AC3E}">
        <p14:creationId xmlns:p14="http://schemas.microsoft.com/office/powerpoint/2010/main" val="383921209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Lst>
  <p:hf hdr="0"/>
  <p:txStyles>
    <p:titleStyle>
      <a:lvl1pPr algn="l" defTabSz="914400" rtl="0" eaLnBrk="1" latinLnBrk="0" hangingPunct="1">
        <a:lnSpc>
          <a:spcPct val="90000"/>
        </a:lnSpc>
        <a:spcBef>
          <a:spcPct val="0"/>
        </a:spcBef>
        <a:buNone/>
        <a:defRPr sz="22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40">
          <p15:clr>
            <a:srgbClr val="F26B43"/>
          </p15:clr>
        </p15:guide>
        <p15:guide id="3" orient="horz" pos="55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292608" y="202823"/>
            <a:ext cx="9540000" cy="360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292608" y="858982"/>
            <a:ext cx="11618976" cy="53663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9" name="Picture 8">
            <a:extLst>
              <a:ext uri="{FF2B5EF4-FFF2-40B4-BE49-F238E27FC236}">
                <a16:creationId xmlns:a16="http://schemas.microsoft.com/office/drawing/2014/main" id="{EF431A82-BFC3-554C-A8A1-AF87B0D8DD57}"/>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1417004" y="6368768"/>
            <a:ext cx="579924" cy="475556"/>
          </a:xfrm>
          <a:prstGeom prst="rect">
            <a:avLst/>
          </a:prstGeom>
        </p:spPr>
      </p:pic>
      <p:sp>
        <p:nvSpPr>
          <p:cNvPr id="14" name="Footer Placeholder 4">
            <a:extLst>
              <a:ext uri="{FF2B5EF4-FFF2-40B4-BE49-F238E27FC236}">
                <a16:creationId xmlns:a16="http://schemas.microsoft.com/office/drawing/2014/main" id="{02BE612D-CAD0-B2F6-FE03-8B620D5FB3D3}"/>
              </a:ext>
            </a:extLst>
          </p:cNvPr>
          <p:cNvSpPr txBox="1">
            <a:spLocks/>
          </p:cNvSpPr>
          <p:nvPr/>
        </p:nvSpPr>
        <p:spPr>
          <a:xfrm>
            <a:off x="292608" y="6455668"/>
            <a:ext cx="3207974" cy="30175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t>© Mphasis 2025  Proprietary and confidential information</a:t>
            </a:r>
            <a:endParaRPr lang="en-IN" sz="1000"/>
          </a:p>
        </p:txBody>
      </p:sp>
      <p:sp>
        <p:nvSpPr>
          <p:cNvPr id="5" name="Footer Placeholder 4">
            <a:extLst>
              <a:ext uri="{FF2B5EF4-FFF2-40B4-BE49-F238E27FC236}">
                <a16:creationId xmlns:a16="http://schemas.microsoft.com/office/drawing/2014/main" id="{30D85B22-4AB0-59BC-D67E-01DB098B8FB7}"/>
              </a:ext>
            </a:extLst>
          </p:cNvPr>
          <p:cNvSpPr txBox="1">
            <a:spLocks/>
          </p:cNvSpPr>
          <p:nvPr/>
        </p:nvSpPr>
        <p:spPr>
          <a:xfrm>
            <a:off x="3586250" y="6455668"/>
            <a:ext cx="1004223" cy="30175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3C4C312-C9D8-434F-B375-261D124326DB}" type="datetime1">
              <a:rPr lang="en-IN" sz="1000" smtClean="0"/>
              <a:pPr/>
              <a:t>16-01-2026</a:t>
            </a:fld>
            <a:endParaRPr lang="en-IN" sz="1000"/>
          </a:p>
        </p:txBody>
      </p:sp>
      <p:pic>
        <p:nvPicPr>
          <p:cNvPr id="4" name="Picture 3">
            <a:extLst>
              <a:ext uri="{FF2B5EF4-FFF2-40B4-BE49-F238E27FC236}">
                <a16:creationId xmlns:a16="http://schemas.microsoft.com/office/drawing/2014/main" id="{E810CBB2-82FF-0BE6-ECA9-77662F9BA303}"/>
              </a:ext>
            </a:extLst>
          </p:cNvPr>
          <p:cNvPicPr>
            <a:picLocks noChangeAspect="1"/>
          </p:cNvPicPr>
          <p:nvPr/>
        </p:nvPicPr>
        <p:blipFill>
          <a:blip r:embed="rId31">
            <a:extLst>
              <a:ext uri="{28A0092B-C50C-407E-A947-70E740481C1C}">
                <a14:useLocalDpi xmlns:a14="http://schemas.microsoft.com/office/drawing/2010/main" val="0"/>
              </a:ext>
            </a:extLst>
          </a:blip>
          <a:srcRect/>
          <a:stretch/>
        </p:blipFill>
        <p:spPr>
          <a:xfrm>
            <a:off x="10811606" y="199943"/>
            <a:ext cx="1099978" cy="365760"/>
          </a:xfrm>
          <a:prstGeom prst="rect">
            <a:avLst/>
          </a:prstGeom>
        </p:spPr>
      </p:pic>
      <p:sp>
        <p:nvSpPr>
          <p:cNvPr id="7" name="TextBox 6">
            <a:extLst>
              <a:ext uri="{FF2B5EF4-FFF2-40B4-BE49-F238E27FC236}">
                <a16:creationId xmlns:a16="http://schemas.microsoft.com/office/drawing/2014/main" id="{6F6D33B9-F0DD-572B-41BA-7DB31BA8EA74}"/>
              </a:ext>
            </a:extLst>
          </p:cNvPr>
          <p:cNvSpPr txBox="1"/>
          <p:nvPr/>
        </p:nvSpPr>
        <p:spPr>
          <a:xfrm>
            <a:off x="6010275" y="6469384"/>
            <a:ext cx="184731" cy="369332"/>
          </a:xfrm>
          <a:prstGeom prst="rect">
            <a:avLst/>
          </a:prstGeom>
          <a:noFill/>
        </p:spPr>
        <p:txBody>
          <a:bodyPr wrap="none" rtlCol="0">
            <a:spAutoFit/>
          </a:bodyPr>
          <a:lstStyle/>
          <a:p>
            <a:endParaRPr lang="en-IN"/>
          </a:p>
        </p:txBody>
      </p:sp>
      <p:sp>
        <p:nvSpPr>
          <p:cNvPr id="10" name="TextBox 9">
            <a:extLst>
              <a:ext uri="{FF2B5EF4-FFF2-40B4-BE49-F238E27FC236}">
                <a16:creationId xmlns:a16="http://schemas.microsoft.com/office/drawing/2014/main" id="{AB3C4B5D-DBD4-6BB5-0873-20A1C577D40D}"/>
              </a:ext>
            </a:extLst>
          </p:cNvPr>
          <p:cNvSpPr txBox="1"/>
          <p:nvPr/>
        </p:nvSpPr>
        <p:spPr>
          <a:xfrm>
            <a:off x="10597911" y="6480876"/>
            <a:ext cx="733425" cy="251341"/>
          </a:xfrm>
          <a:prstGeom prst="rect">
            <a:avLst/>
          </a:prstGeom>
          <a:noFill/>
        </p:spPr>
        <p:txBody>
          <a:bodyPr wrap="square" anchor="ctr">
            <a:spAutoFit/>
          </a:bodyPr>
          <a:lstStyle/>
          <a:p>
            <a:pPr algn="r"/>
            <a:fld id="{168B8272-985F-49F0-9308-1DD0A25D397C}" type="slidenum">
              <a:rPr lang="en-IN" sz="1000" smtClean="0"/>
              <a:pPr algn="r"/>
              <a:t>‹#›</a:t>
            </a:fld>
            <a:endParaRPr lang="en-IN" sz="1000"/>
          </a:p>
        </p:txBody>
      </p:sp>
    </p:spTree>
    <p:extLst>
      <p:ext uri="{BB962C8B-B14F-4D97-AF65-F5344CB8AC3E}">
        <p14:creationId xmlns:p14="http://schemas.microsoft.com/office/powerpoint/2010/main" val="139363612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Lst>
  <p:hf hdr="0"/>
  <p:txStyles>
    <p:titleStyle>
      <a:lvl1pPr algn="l" defTabSz="914400" rtl="0" eaLnBrk="1" latinLnBrk="0" hangingPunct="1">
        <a:lnSpc>
          <a:spcPct val="90000"/>
        </a:lnSpc>
        <a:spcBef>
          <a:spcPct val="0"/>
        </a:spcBef>
        <a:buNone/>
        <a:defRPr sz="22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40">
          <p15:clr>
            <a:srgbClr val="F26B43"/>
          </p15:clr>
        </p15:guide>
        <p15:guide id="3" orient="horz" pos="55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8EC10F-208E-0147-97A6-B8FBD50313BF}"/>
              </a:ext>
            </a:extLst>
          </p:cNvPr>
          <p:cNvSpPr>
            <a:spLocks noGrp="1"/>
          </p:cNvSpPr>
          <p:nvPr>
            <p:ph type="body" idx="1"/>
          </p:nvPr>
        </p:nvSpPr>
        <p:spPr>
          <a:xfrm>
            <a:off x="838200" y="1160607"/>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2BD5861D-2D0D-4F02-8AA2-AE9135153C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5" name="Date Placeholder 3">
            <a:extLst>
              <a:ext uri="{FF2B5EF4-FFF2-40B4-BE49-F238E27FC236}">
                <a16:creationId xmlns:a16="http://schemas.microsoft.com/office/drawing/2014/main" id="{54164993-6186-4734-B098-BFD28743CE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B830A7-0C15-4F6E-81FE-DDB0DAA966ED}" type="datetime1">
              <a:rPr lang="en-US" smtClean="0"/>
              <a:t>1/16/2026</a:t>
            </a:fld>
            <a:endParaRPr lang="en-US"/>
          </a:p>
        </p:txBody>
      </p:sp>
      <p:sp>
        <p:nvSpPr>
          <p:cNvPr id="16" name="Footer Placeholder 4">
            <a:extLst>
              <a:ext uri="{FF2B5EF4-FFF2-40B4-BE49-F238E27FC236}">
                <a16:creationId xmlns:a16="http://schemas.microsoft.com/office/drawing/2014/main" id="{D83F028F-A162-4BCE-85A2-44BCA98131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7" name="Slide Number Placeholder 5">
            <a:extLst>
              <a:ext uri="{FF2B5EF4-FFF2-40B4-BE49-F238E27FC236}">
                <a16:creationId xmlns:a16="http://schemas.microsoft.com/office/drawing/2014/main" id="{E3BF9FD8-99E5-4539-B682-1757DF54CD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315D7-A8D9-644F-A62D-5AE051F531E2}" type="slidenum">
              <a:rPr lang="en-US" smtClean="0"/>
              <a:t>‹#›</a:t>
            </a:fld>
            <a:endParaRPr lang="en-US"/>
          </a:p>
        </p:txBody>
      </p:sp>
    </p:spTree>
    <p:extLst>
      <p:ext uri="{BB962C8B-B14F-4D97-AF65-F5344CB8AC3E}">
        <p14:creationId xmlns:p14="http://schemas.microsoft.com/office/powerpoint/2010/main" val="2946100521"/>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b="1">
                <a:solidFill>
                  <a:srgbClr val="FFFFFF"/>
                </a:solidFill>
                <a:latin typeface="Segoe UI"/>
              </a:rPr>
              <a:t>Agentic SDLC at Schwab</a:t>
            </a:r>
          </a:p>
        </p:txBody>
      </p:sp>
      <p:sp>
        <p:nvSpPr>
          <p:cNvPr id="3" name="Subtitle 2"/>
          <p:cNvSpPr>
            <a:spLocks noGrp="1"/>
          </p:cNvSpPr>
          <p:nvPr>
            <p:ph type="subTitle" idx="1"/>
          </p:nvPr>
        </p:nvSpPr>
        <p:spPr/>
        <p:txBody>
          <a:bodyPr/>
          <a:lstStyle/>
          <a:p>
            <a:r>
              <a:rPr sz="2200" b="0">
                <a:solidFill>
                  <a:srgbClr val="FFFFFF"/>
                </a:solidFill>
                <a:latin typeface="Segoe UI"/>
              </a:rPr>
              <a:t>Legacy Modernization – Team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Agenda</a:t>
            </a:r>
          </a:p>
        </p:txBody>
      </p:sp>
      <p:sp>
        <p:nvSpPr>
          <p:cNvPr id="4" name="TextBox 3"/>
          <p:cNvSpPr txBox="1"/>
          <p:nvPr/>
        </p:nvSpPr>
        <p:spPr>
          <a:xfrm>
            <a:off x="548640" y="1188720"/>
            <a:ext cx="10515600" cy="4754880"/>
          </a:xfrm>
          <a:prstGeom prst="rect">
            <a:avLst/>
          </a:prstGeom>
          <a:noFill/>
        </p:spPr>
        <p:txBody>
          <a:bodyPr wrap="square">
            <a:spAutoFit/>
          </a:bodyPr>
          <a:lstStyle/>
          <a:p>
            <a:pPr>
              <a:spcAft>
                <a:spcPts val="400"/>
              </a:spcAft>
            </a:pPr>
            <a:r>
              <a:rPr sz="1800" b="0">
                <a:solidFill>
                  <a:srgbClr val="333333"/>
                </a:solidFill>
                <a:latin typeface="Segoe UI"/>
              </a:rPr>
              <a:t>●  Executive Summary – Agentic SDLC Vision</a:t>
            </a:r>
          </a:p>
          <a:p>
            <a:pPr>
              <a:spcAft>
                <a:spcPts val="400"/>
              </a:spcAft>
            </a:pPr>
            <a:r>
              <a:rPr sz="1800" b="0">
                <a:solidFill>
                  <a:srgbClr val="333333"/>
                </a:solidFill>
                <a:latin typeface="Segoe UI"/>
              </a:rPr>
              <a:t>●  Portfolio of Modernization Programs</a:t>
            </a:r>
          </a:p>
          <a:p>
            <a:pPr>
              <a:spcAft>
                <a:spcPts val="400"/>
              </a:spcAft>
            </a:pPr>
            <a:r>
              <a:rPr sz="1800" b="0">
                <a:solidFill>
                  <a:srgbClr val="333333"/>
                </a:solidFill>
                <a:latin typeface="Segoe UI"/>
              </a:rPr>
              <a:t>●  Key Enablers: Vertex AI Search &amp; Spec-Driven Development</a:t>
            </a:r>
          </a:p>
          <a:p>
            <a:pPr>
              <a:spcAft>
                <a:spcPts val="400"/>
              </a:spcAft>
            </a:pPr>
            <a:r>
              <a:rPr sz="1800" b="0">
                <a:solidFill>
                  <a:srgbClr val="333333"/>
                </a:solidFill>
                <a:latin typeface="Segoe UI"/>
              </a:rPr>
              <a:t>●  Program 1 – Bank Sweep: COBOL → Spring (Legacy Mainframe Modernization)</a:t>
            </a:r>
          </a:p>
          <a:p>
            <a:pPr>
              <a:spcAft>
                <a:spcPts val="400"/>
              </a:spcAft>
            </a:pPr>
            <a:r>
              <a:rPr sz="1800" b="0">
                <a:solidFill>
                  <a:srgbClr val="333333"/>
                </a:solidFill>
                <a:latin typeface="Segoe UI"/>
              </a:rPr>
              <a:t>●  Program 2 – RPS / SchwabPlan.com: .NET → .NET Core (LangChain/LangGraph &amp; Google ADK)</a:t>
            </a:r>
          </a:p>
          <a:p>
            <a:pPr>
              <a:spcAft>
                <a:spcPts val="400"/>
              </a:spcAft>
            </a:pPr>
            <a:r>
              <a:rPr sz="1800" b="0">
                <a:solidFill>
                  <a:srgbClr val="333333"/>
                </a:solidFill>
                <a:latin typeface="Segoe UI"/>
              </a:rPr>
              <a:t>●  Program 3 – O2: Legacy Batch Modernization – COBOL → Spring Batch (Custom Agent)</a:t>
            </a:r>
          </a:p>
          <a:p>
            <a:pPr>
              <a:spcAft>
                <a:spcPts val="400"/>
              </a:spcAft>
            </a:pPr>
            <a:r>
              <a:rPr sz="1800" b="0">
                <a:solidFill>
                  <a:srgbClr val="333333"/>
                </a:solidFill>
                <a:latin typeface="Segoe UI"/>
              </a:rPr>
              <a:t>●  Agentic SDLC Architecture &amp; Agent Framework Comparison</a:t>
            </a:r>
          </a:p>
          <a:p>
            <a:pPr>
              <a:spcAft>
                <a:spcPts val="400"/>
              </a:spcAft>
            </a:pPr>
            <a:r>
              <a:rPr sz="1800" b="0">
                <a:solidFill>
                  <a:srgbClr val="333333"/>
                </a:solidFill>
                <a:latin typeface="Segoe UI"/>
              </a:rPr>
              <a:t>●  Metrics &amp; Efficiency Gains</a:t>
            </a:r>
          </a:p>
          <a:p>
            <a:pPr>
              <a:spcAft>
                <a:spcPts val="400"/>
              </a:spcAft>
            </a:pPr>
            <a:r>
              <a:rPr sz="1800" b="0">
                <a:solidFill>
                  <a:srgbClr val="333333"/>
                </a:solidFill>
                <a:latin typeface="Segoe UI"/>
              </a:rPr>
              <a:t>●  Why Mphasis</a:t>
            </a:r>
          </a:p>
        </p:txBody>
      </p:sp>
      <p:sp>
        <p:nvSpPr>
          <p:cNvPr id="5" name="TextBox 4"/>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Executive Summary – Agentic SDLC Vision</a:t>
            </a:r>
          </a:p>
        </p:txBody>
      </p:sp>
      <p:sp>
        <p:nvSpPr>
          <p:cNvPr id="4" name="TextBox 3"/>
          <p:cNvSpPr txBox="1"/>
          <p:nvPr/>
        </p:nvSpPr>
        <p:spPr>
          <a:xfrm>
            <a:off x="548640" y="1097280"/>
            <a:ext cx="10972800" cy="4754880"/>
          </a:xfrm>
          <a:prstGeom prst="rect">
            <a:avLst/>
          </a:prstGeom>
          <a:noFill/>
        </p:spPr>
        <p:txBody>
          <a:bodyPr wrap="square">
            <a:spAutoFit/>
          </a:bodyPr>
          <a:lstStyle/>
          <a:p>
            <a:pPr>
              <a:spcAft>
                <a:spcPts val="600"/>
              </a:spcAft>
            </a:pPr>
            <a:r>
              <a:rPr sz="1600" b="0">
                <a:solidFill>
                  <a:srgbClr val="333333"/>
                </a:solidFill>
                <a:latin typeface="Segoe UI"/>
              </a:rPr>
              <a:t>Schwab is modernizing multiple legacy estates—mainframe COBOL, .NET Framework, and legacy batch systems—using an AI-driven, agentic software development lifecycle (Agentic SDLC).</a:t>
            </a:r>
          </a:p>
          <a:p>
            <a:pPr>
              <a:spcAft>
                <a:spcPts val="600"/>
              </a:spcAft>
            </a:pPr>
            <a:r>
              <a:rPr sz="1600" b="0">
                <a:solidFill>
                  <a:srgbClr val="333333"/>
                </a:solidFill>
                <a:latin typeface="Segoe UI"/>
              </a:rPr>
              <a:t/>
            </a:r>
          </a:p>
          <a:p>
            <a:pPr>
              <a:spcAft>
                <a:spcPts val="600"/>
              </a:spcAft>
            </a:pPr>
            <a:r>
              <a:rPr sz="1600" b="0">
                <a:solidFill>
                  <a:srgbClr val="333333"/>
                </a:solidFill>
                <a:latin typeface="Segoe UI"/>
              </a:rPr>
              <a:t>Rather than a traditional manual rewrite, Mphasis employs autonomous AI agents that perform reverse engineering, requirements extraction, architecture design, code generation, testing, and deployment with human-in-the-loop governance at critical gates.</a:t>
            </a:r>
          </a:p>
          <a:p>
            <a:pPr>
              <a:spcAft>
                <a:spcPts val="600"/>
              </a:spcAft>
            </a:pPr>
            <a:r>
              <a:rPr sz="1600" b="0">
                <a:solidFill>
                  <a:srgbClr val="333333"/>
                </a:solidFill>
                <a:latin typeface="Segoe UI"/>
              </a:rPr>
              <a:t/>
            </a:r>
          </a:p>
          <a:p>
            <a:pPr>
              <a:spcAft>
                <a:spcPts val="600"/>
              </a:spcAft>
            </a:pPr>
            <a:r>
              <a:rPr sz="1600" b="0">
                <a:solidFill>
                  <a:srgbClr val="333333"/>
                </a:solidFill>
                <a:latin typeface="Segoe UI"/>
              </a:rPr>
              <a:t>Three flagship programs demonstrate this capability across diverse technology stacks:</a:t>
            </a:r>
          </a:p>
          <a:p>
            <a:pPr>
              <a:spcAft>
                <a:spcPts val="600"/>
              </a:spcAft>
            </a:pPr>
            <a:r>
              <a:rPr sz="1600" b="0">
                <a:solidFill>
                  <a:srgbClr val="333333"/>
                </a:solidFill>
                <a:latin typeface="Segoe UI"/>
              </a:rPr>
              <a:t>    1) Bank Sweep – COBOL to Spring (Mainframe Modernization)</a:t>
            </a:r>
          </a:p>
          <a:p>
            <a:pPr>
              <a:spcAft>
                <a:spcPts val="600"/>
              </a:spcAft>
            </a:pPr>
            <a:r>
              <a:rPr sz="1600" b="0">
                <a:solidFill>
                  <a:srgbClr val="333333"/>
                </a:solidFill>
                <a:latin typeface="Segoe UI"/>
              </a:rPr>
              <a:t>    2) RPS / SchwabPlan.com – .NET to .NET Core (LangChain/LangGraph &amp; Google ADK)</a:t>
            </a:r>
          </a:p>
          <a:p>
            <a:pPr>
              <a:spcAft>
                <a:spcPts val="600"/>
              </a:spcAft>
            </a:pPr>
            <a:r>
              <a:rPr sz="1600" b="0">
                <a:solidFill>
                  <a:srgbClr val="333333"/>
                </a:solidFill>
                <a:latin typeface="Segoe UI"/>
              </a:rPr>
              <a:t>    3) O2 – Legacy Batch COBOL to Spring Batch (Custom Agent)</a:t>
            </a:r>
          </a:p>
          <a:p>
            <a:pPr>
              <a:spcAft>
                <a:spcPts val="600"/>
              </a:spcAft>
            </a:pPr>
            <a:r>
              <a:rPr sz="1600" b="0">
                <a:solidFill>
                  <a:srgbClr val="333333"/>
                </a:solidFill>
                <a:latin typeface="Segoe UI"/>
              </a:rPr>
              <a:t/>
            </a:r>
          </a:p>
          <a:p>
            <a:pPr>
              <a:spcAft>
                <a:spcPts val="600"/>
              </a:spcAft>
            </a:pPr>
            <a:r>
              <a:rPr sz="1600" b="0">
                <a:solidFill>
                  <a:srgbClr val="333333"/>
                </a:solidFill>
                <a:latin typeface="Segoe UI"/>
              </a:rPr>
              <a:t>Two cross-cutting enablers amplify every program:</a:t>
            </a:r>
          </a:p>
          <a:p>
            <a:pPr>
              <a:spcAft>
                <a:spcPts val="600"/>
              </a:spcAft>
            </a:pPr>
            <a:r>
              <a:rPr sz="1600" b="0">
                <a:solidFill>
                  <a:srgbClr val="333333"/>
                </a:solidFill>
                <a:latin typeface="Segoe UI"/>
              </a:rPr>
              <a:t>    ● Vertex AI Search – Domain knowledge grounding via enterprise search over legacy artifacts</a:t>
            </a:r>
          </a:p>
          <a:p>
            <a:pPr>
              <a:spcAft>
                <a:spcPts val="600"/>
              </a:spcAft>
            </a:pPr>
            <a:r>
              <a:rPr sz="1600" b="0">
                <a:solidFill>
                  <a:srgbClr val="333333"/>
                </a:solidFill>
                <a:latin typeface="Segoe UI"/>
              </a:rPr>
              <a:t>    ● Spec-Driven Development – Agents consume and produce formal specifications (OpenAPI, AsyncAPI, BRDs, Gherkin) as the single source of truth, ensuring accuracy and traceability.</a:t>
            </a:r>
          </a:p>
        </p:txBody>
      </p:sp>
      <p:sp>
        <p:nvSpPr>
          <p:cNvPr id="5" name="TextBox 4"/>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Portfolio of Agentic SDLC Modernization Programs</a:t>
            </a:r>
          </a:p>
        </p:txBody>
      </p:sp>
      <p:graphicFrame>
        <p:nvGraphicFramePr>
          <p:cNvPr id="4" name="Table 3"/>
          <p:cNvGraphicFramePr>
            <a:graphicFrameLocks noGrp="1"/>
          </p:cNvGraphicFramePr>
          <p:nvPr/>
        </p:nvGraphicFramePr>
        <p:xfrm>
          <a:off x="457200" y="1188720"/>
          <a:ext cx="11247120" cy="297180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594360">
                <a:tc>
                  <a:txBody>
                    <a:bodyPr wrap="square"/>
                    <a:lstStyle/>
                    <a:p>
                      <a:pPr algn="ctr"/>
                      <a:r>
                        <a:rPr sz="1300" b="1">
                          <a:solidFill>
                            <a:srgbClr val="FFFFFF"/>
                          </a:solidFill>
                          <a:latin typeface="Segoe UI"/>
                        </a:rPr>
                        <a:t>Program</a:t>
                      </a:r>
                    </a:p>
                  </a:txBody>
                  <a:tcPr>
                    <a:solidFill>
                      <a:srgbClr val="002B5C"/>
                    </a:solidFill>
                  </a:tcPr>
                </a:tc>
                <a:tc>
                  <a:txBody>
                    <a:bodyPr wrap="square"/>
                    <a:lstStyle/>
                    <a:p>
                      <a:pPr algn="ctr"/>
                      <a:r>
                        <a:rPr sz="1300" b="1">
                          <a:solidFill>
                            <a:srgbClr val="FFFFFF"/>
                          </a:solidFill>
                          <a:latin typeface="Segoe UI"/>
                        </a:rPr>
                        <a:t>Source Stack</a:t>
                      </a:r>
                    </a:p>
                  </a:txBody>
                  <a:tcPr>
                    <a:solidFill>
                      <a:srgbClr val="002B5C"/>
                    </a:solidFill>
                  </a:tcPr>
                </a:tc>
                <a:tc>
                  <a:txBody>
                    <a:bodyPr wrap="square"/>
                    <a:lstStyle/>
                    <a:p>
                      <a:pPr algn="ctr"/>
                      <a:r>
                        <a:rPr sz="1300" b="1">
                          <a:solidFill>
                            <a:srgbClr val="FFFFFF"/>
                          </a:solidFill>
                          <a:latin typeface="Segoe UI"/>
                        </a:rPr>
                        <a:t>Target Stack</a:t>
                      </a:r>
                    </a:p>
                  </a:txBody>
                  <a:tcPr>
                    <a:solidFill>
                      <a:srgbClr val="002B5C"/>
                    </a:solidFill>
                  </a:tcPr>
                </a:tc>
                <a:tc>
                  <a:txBody>
                    <a:bodyPr wrap="square"/>
                    <a:lstStyle/>
                    <a:p>
                      <a:pPr algn="ctr"/>
                      <a:r>
                        <a:rPr sz="1300" b="1">
                          <a:solidFill>
                            <a:srgbClr val="FFFFFF"/>
                          </a:solidFill>
                          <a:latin typeface="Segoe UI"/>
                        </a:rPr>
                        <a:t>Agent Framework</a:t>
                      </a:r>
                    </a:p>
                  </a:txBody>
                  <a:tcPr>
                    <a:solidFill>
                      <a:srgbClr val="002B5C"/>
                    </a:solidFill>
                  </a:tcPr>
                </a:tc>
                <a:tc>
                  <a:txBody>
                    <a:bodyPr wrap="square"/>
                    <a:lstStyle/>
                    <a:p>
                      <a:pPr algn="ctr"/>
                      <a:r>
                        <a:rPr sz="1300" b="1">
                          <a:solidFill>
                            <a:srgbClr val="FFFFFF"/>
                          </a:solidFill>
                          <a:latin typeface="Segoe UI"/>
                        </a:rPr>
                        <a:t>Status</a:t>
                      </a:r>
                    </a:p>
                  </a:txBody>
                  <a:tcPr>
                    <a:solidFill>
                      <a:srgbClr val="002B5C"/>
                    </a:solidFill>
                  </a:tcPr>
                </a:tc>
              </a:tr>
              <a:tr h="594360">
                <a:tc>
                  <a:txBody>
                    <a:bodyPr wrap="square"/>
                    <a:lstStyle/>
                    <a:p>
                      <a:pPr algn="l"/>
                      <a:r>
                        <a:rPr sz="1300" b="1">
                          <a:solidFill>
                            <a:srgbClr val="333333"/>
                          </a:solidFill>
                          <a:latin typeface="Segoe UI"/>
                        </a:rPr>
                        <a:t>Bank Sweep</a:t>
                      </a:r>
                    </a:p>
                  </a:txBody>
                  <a:tcPr>
                    <a:solidFill>
                      <a:srgbClr val="F2F2F2"/>
                    </a:solidFill>
                  </a:tcPr>
                </a:tc>
                <a:tc>
                  <a:txBody>
                    <a:bodyPr wrap="square"/>
                    <a:lstStyle/>
                    <a:p>
                      <a:pPr algn="l"/>
                      <a:r>
                        <a:rPr sz="1300" b="0">
                          <a:solidFill>
                            <a:srgbClr val="333333"/>
                          </a:solidFill>
                          <a:latin typeface="Segoe UI"/>
                        </a:rPr>
                        <a:t>COBOL / Mainframe</a:t>
                      </a:r>
                    </a:p>
                  </a:txBody>
                  <a:tcPr>
                    <a:solidFill>
                      <a:srgbClr val="F2F2F2"/>
                    </a:solidFill>
                  </a:tcPr>
                </a:tc>
                <a:tc>
                  <a:txBody>
                    <a:bodyPr wrap="square"/>
                    <a:lstStyle/>
                    <a:p>
                      <a:pPr algn="l"/>
                      <a:r>
                        <a:rPr sz="1300" b="0">
                          <a:solidFill>
                            <a:srgbClr val="333333"/>
                          </a:solidFill>
                          <a:latin typeface="Segoe UI"/>
                        </a:rPr>
                        <a:t>Spring Boot (Java)</a:t>
                      </a:r>
                    </a:p>
                  </a:txBody>
                  <a:tcPr>
                    <a:solidFill>
                      <a:srgbClr val="F2F2F2"/>
                    </a:solidFill>
                  </a:tcPr>
                </a:tc>
                <a:tc>
                  <a:txBody>
                    <a:bodyPr wrap="square"/>
                    <a:lstStyle/>
                    <a:p>
                      <a:pPr algn="l"/>
                      <a:r>
                        <a:rPr sz="1300" b="0">
                          <a:solidFill>
                            <a:srgbClr val="333333"/>
                          </a:solidFill>
                          <a:latin typeface="Segoe UI"/>
                        </a:rPr>
                        <a:t>Custom Agentic Pipeline</a:t>
                      </a:r>
                    </a:p>
                  </a:txBody>
                  <a:tcPr>
                    <a:solidFill>
                      <a:srgbClr val="F2F2F2"/>
                    </a:solidFill>
                  </a:tcPr>
                </a:tc>
                <a:tc>
                  <a:txBody>
                    <a:bodyPr wrap="square"/>
                    <a:lstStyle/>
                    <a:p>
                      <a:pPr algn="l"/>
                      <a:r>
                        <a:rPr sz="1300" b="0">
                          <a:solidFill>
                            <a:srgbClr val="333333"/>
                          </a:solidFill>
                          <a:latin typeface="Segoe UI"/>
                        </a:rPr>
                        <a:t>In Progress</a:t>
                      </a:r>
                    </a:p>
                  </a:txBody>
                  <a:tcPr>
                    <a:solidFill>
                      <a:srgbClr val="F2F2F2"/>
                    </a:solidFill>
                  </a:tcPr>
                </a:tc>
              </a:tr>
              <a:tr h="594360">
                <a:tc>
                  <a:txBody>
                    <a:bodyPr wrap="square"/>
                    <a:lstStyle/>
                    <a:p>
                      <a:pPr algn="l"/>
                      <a:r>
                        <a:rPr sz="1300" b="1">
                          <a:solidFill>
                            <a:srgbClr val="333333"/>
                          </a:solidFill>
                          <a:latin typeface="Segoe UI"/>
                        </a:rPr>
                        <a:t>RPS – SchwabPlan.com
(LangChain/LangGraph)</a:t>
                      </a:r>
                    </a:p>
                  </a:txBody>
                  <a:tcPr/>
                </a:tc>
                <a:tc>
                  <a:txBody>
                    <a:bodyPr wrap="square"/>
                    <a:lstStyle/>
                    <a:p>
                      <a:pPr algn="l"/>
                      <a:r>
                        <a:rPr sz="1300" b="0">
                          <a:solidFill>
                            <a:srgbClr val="333333"/>
                          </a:solidFill>
                          <a:latin typeface="Segoe UI"/>
                        </a:rPr>
                        <a:t>.NET Framework 4.8 (C#)</a:t>
                      </a:r>
                    </a:p>
                  </a:txBody>
                  <a:tcPr/>
                </a:tc>
                <a:tc>
                  <a:txBody>
                    <a:bodyPr wrap="square"/>
                    <a:lstStyle/>
                    <a:p>
                      <a:pPr algn="l"/>
                      <a:r>
                        <a:rPr sz="1300" b="0">
                          <a:solidFill>
                            <a:srgbClr val="333333"/>
                          </a:solidFill>
                          <a:latin typeface="Segoe UI"/>
                        </a:rPr>
                        <a:t>.NET Core (C#)</a:t>
                      </a:r>
                    </a:p>
                  </a:txBody>
                  <a:tcPr/>
                </a:tc>
                <a:tc>
                  <a:txBody>
                    <a:bodyPr wrap="square"/>
                    <a:lstStyle/>
                    <a:p>
                      <a:pPr algn="l"/>
                      <a:r>
                        <a:rPr sz="1300" b="0">
                          <a:solidFill>
                            <a:srgbClr val="333333"/>
                          </a:solidFill>
                          <a:latin typeface="Segoe UI"/>
                        </a:rPr>
                        <a:t>LangChain / LangGraph</a:t>
                      </a:r>
                    </a:p>
                  </a:txBody>
                  <a:tcPr/>
                </a:tc>
                <a:tc>
                  <a:txBody>
                    <a:bodyPr wrap="square"/>
                    <a:lstStyle/>
                    <a:p>
                      <a:pPr algn="l"/>
                      <a:r>
                        <a:rPr sz="1300" b="0">
                          <a:solidFill>
                            <a:srgbClr val="333333"/>
                          </a:solidFill>
                          <a:latin typeface="Segoe UI"/>
                        </a:rPr>
                        <a:t>POC Complete</a:t>
                      </a:r>
                    </a:p>
                  </a:txBody>
                  <a:tcPr/>
                </a:tc>
              </a:tr>
              <a:tr h="594360">
                <a:tc>
                  <a:txBody>
                    <a:bodyPr wrap="square"/>
                    <a:lstStyle/>
                    <a:p>
                      <a:pPr algn="l"/>
                      <a:r>
                        <a:rPr sz="1300" b="1">
                          <a:solidFill>
                            <a:srgbClr val="333333"/>
                          </a:solidFill>
                          <a:latin typeface="Segoe UI"/>
                        </a:rPr>
                        <a:t>RPS – SchwabPlan.com
(Google ADK)</a:t>
                      </a:r>
                    </a:p>
                  </a:txBody>
                  <a:tcPr>
                    <a:solidFill>
                      <a:srgbClr val="F2F2F2"/>
                    </a:solidFill>
                  </a:tcPr>
                </a:tc>
                <a:tc>
                  <a:txBody>
                    <a:bodyPr wrap="square"/>
                    <a:lstStyle/>
                    <a:p>
                      <a:pPr algn="l"/>
                      <a:r>
                        <a:rPr sz="1300" b="0">
                          <a:solidFill>
                            <a:srgbClr val="333333"/>
                          </a:solidFill>
                          <a:latin typeface="Segoe UI"/>
                        </a:rPr>
                        <a:t>.NET Framework 4.8 (C#)</a:t>
                      </a:r>
                    </a:p>
                  </a:txBody>
                  <a:tcPr>
                    <a:solidFill>
                      <a:srgbClr val="F2F2F2"/>
                    </a:solidFill>
                  </a:tcPr>
                </a:tc>
                <a:tc>
                  <a:txBody>
                    <a:bodyPr wrap="square"/>
                    <a:lstStyle/>
                    <a:p>
                      <a:pPr algn="l"/>
                      <a:r>
                        <a:rPr sz="1300" b="0">
                          <a:solidFill>
                            <a:srgbClr val="333333"/>
                          </a:solidFill>
                          <a:latin typeface="Segoe UI"/>
                        </a:rPr>
                        <a:t>.NET Core (C#)</a:t>
                      </a:r>
                    </a:p>
                  </a:txBody>
                  <a:tcPr>
                    <a:solidFill>
                      <a:srgbClr val="F2F2F2"/>
                    </a:solidFill>
                  </a:tcPr>
                </a:tc>
                <a:tc>
                  <a:txBody>
                    <a:bodyPr wrap="square"/>
                    <a:lstStyle/>
                    <a:p>
                      <a:pPr algn="l"/>
                      <a:r>
                        <a:rPr sz="1300" b="0">
                          <a:solidFill>
                            <a:srgbClr val="333333"/>
                          </a:solidFill>
                          <a:latin typeface="Segoe UI"/>
                        </a:rPr>
                        <a:t>Google ADK (Vertex AI)</a:t>
                      </a:r>
                    </a:p>
                  </a:txBody>
                  <a:tcPr>
                    <a:solidFill>
                      <a:srgbClr val="F2F2F2"/>
                    </a:solidFill>
                  </a:tcPr>
                </a:tc>
                <a:tc>
                  <a:txBody>
                    <a:bodyPr wrap="square"/>
                    <a:lstStyle/>
                    <a:p>
                      <a:pPr algn="l"/>
                      <a:r>
                        <a:rPr sz="1300" b="0">
                          <a:solidFill>
                            <a:srgbClr val="333333"/>
                          </a:solidFill>
                          <a:latin typeface="Segoe UI"/>
                        </a:rPr>
                        <a:t>POC Complete</a:t>
                      </a:r>
                    </a:p>
                  </a:txBody>
                  <a:tcPr>
                    <a:solidFill>
                      <a:srgbClr val="F2F2F2"/>
                    </a:solidFill>
                  </a:tcPr>
                </a:tc>
              </a:tr>
              <a:tr h="594360">
                <a:tc>
                  <a:txBody>
                    <a:bodyPr wrap="square"/>
                    <a:lstStyle/>
                    <a:p>
                      <a:pPr algn="l"/>
                      <a:r>
                        <a:rPr sz="1300" b="1">
                          <a:solidFill>
                            <a:srgbClr val="333333"/>
                          </a:solidFill>
                          <a:latin typeface="Segoe UI"/>
                        </a:rPr>
                        <a:t>O2 Batch</a:t>
                      </a:r>
                    </a:p>
                  </a:txBody>
                  <a:tcPr/>
                </a:tc>
                <a:tc>
                  <a:txBody>
                    <a:bodyPr wrap="square"/>
                    <a:lstStyle/>
                    <a:p>
                      <a:pPr algn="l"/>
                      <a:r>
                        <a:rPr sz="1300" b="0">
                          <a:solidFill>
                            <a:srgbClr val="333333"/>
                          </a:solidFill>
                          <a:latin typeface="Segoe UI"/>
                        </a:rPr>
                        <a:t>COBOL Batch Jobs</a:t>
                      </a:r>
                    </a:p>
                  </a:txBody>
                  <a:tcPr/>
                </a:tc>
                <a:tc>
                  <a:txBody>
                    <a:bodyPr wrap="square"/>
                    <a:lstStyle/>
                    <a:p>
                      <a:pPr algn="l"/>
                      <a:r>
                        <a:rPr sz="1300" b="0">
                          <a:solidFill>
                            <a:srgbClr val="333333"/>
                          </a:solidFill>
                          <a:latin typeface="Segoe UI"/>
                        </a:rPr>
                        <a:t>Spring Batch (Java)</a:t>
                      </a:r>
                    </a:p>
                  </a:txBody>
                  <a:tcPr/>
                </a:tc>
                <a:tc>
                  <a:txBody>
                    <a:bodyPr wrap="square"/>
                    <a:lstStyle/>
                    <a:p>
                      <a:pPr algn="l"/>
                      <a:r>
                        <a:rPr sz="1300" b="0">
                          <a:solidFill>
                            <a:srgbClr val="333333"/>
                          </a:solidFill>
                          <a:latin typeface="Segoe UI"/>
                        </a:rPr>
                        <a:t>Custom Agent</a:t>
                      </a:r>
                    </a:p>
                  </a:txBody>
                  <a:tcPr/>
                </a:tc>
                <a:tc>
                  <a:txBody>
                    <a:bodyPr wrap="square"/>
                    <a:lstStyle/>
                    <a:p>
                      <a:pPr algn="l"/>
                      <a:r>
                        <a:rPr sz="1300" b="0">
                          <a:solidFill>
                            <a:srgbClr val="333333"/>
                          </a:solidFill>
                          <a:latin typeface="Segoe UI"/>
                        </a:rPr>
                        <a:t>In Progress</a:t>
                      </a:r>
                    </a:p>
                  </a:txBody>
                  <a:tcPr/>
                </a:tc>
              </a:tr>
            </a:tbl>
          </a:graphicData>
        </a:graphic>
      </p:graphicFrame>
      <p:sp>
        <p:nvSpPr>
          <p:cNvPr id="5" name="TextBox 4"/>
          <p:cNvSpPr txBox="1"/>
          <p:nvPr/>
        </p:nvSpPr>
        <p:spPr>
          <a:xfrm>
            <a:off x="457200" y="4663440"/>
            <a:ext cx="10972800" cy="1645920"/>
          </a:xfrm>
          <a:prstGeom prst="rect">
            <a:avLst/>
          </a:prstGeom>
          <a:noFill/>
        </p:spPr>
        <p:txBody>
          <a:bodyPr wrap="square">
            <a:spAutoFit/>
          </a:bodyPr>
          <a:lstStyle/>
          <a:p>
            <a:r>
              <a:rPr sz="1800" b="1">
                <a:solidFill>
                  <a:srgbClr val="002B5C"/>
                </a:solidFill>
                <a:latin typeface="Segoe UI"/>
              </a:rPr>
              <a:t>Cross-Cutting Enablers</a:t>
            </a:r>
          </a:p>
          <a:p>
            <a:r>
              <a:rPr sz="1500" b="1">
                <a:solidFill>
                  <a:srgbClr val="006BA6"/>
                </a:solidFill>
                <a:latin typeface="Segoe UI"/>
              </a:rPr>
              <a:t>●  Vertex AI Search</a:t>
            </a:r>
            <a:r>
              <a:rPr sz="1500" b="0">
                <a:solidFill>
                  <a:srgbClr val="333333"/>
                </a:solidFill>
                <a:latin typeface="Segoe UI"/>
              </a:rPr>
              <a:t> – Enterprise search over legacy code, documentation, and domain knowledge stored in GCS. Provides grounded context to every agent so outputs reflect real business rules.</a:t>
            </a:r>
          </a:p>
          <a:p>
            <a:r>
              <a:rPr sz="1500" b="1">
                <a:solidFill>
                  <a:srgbClr val="006BA6"/>
                </a:solidFill>
                <a:latin typeface="Segoe UI"/>
              </a:rPr>
              <a:t>●  Spec-Driven Development</a:t>
            </a:r>
            <a:r>
              <a:rPr sz="1500" b="0">
                <a:solidFill>
                  <a:srgbClr val="333333"/>
                </a:solidFill>
                <a:latin typeface="Segoe UI"/>
              </a:rPr>
              <a:t> – Agents consume and produce formal specs (OpenAPI, Gherkin, BRDs, DDD artifacts). Specs serve as contracts between agent phases, enabling validation, traceability, and repeatability.</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Key Enabler: Vertex AI Search for Domain Knowledge</a:t>
            </a:r>
          </a:p>
        </p:txBody>
      </p:sp>
      <p:sp>
        <p:nvSpPr>
          <p:cNvPr id="4" name="TextBox 3"/>
          <p:cNvSpPr txBox="1"/>
          <p:nvPr/>
        </p:nvSpPr>
        <p:spPr>
          <a:xfrm>
            <a:off x="457200" y="1097280"/>
            <a:ext cx="5303520" cy="3657600"/>
          </a:xfrm>
          <a:prstGeom prst="rect">
            <a:avLst/>
          </a:prstGeom>
          <a:noFill/>
        </p:spPr>
        <p:txBody>
          <a:bodyPr wrap="square">
            <a:spAutoFit/>
          </a:bodyPr>
          <a:lstStyle/>
          <a:p>
            <a:pPr>
              <a:spcAft>
                <a:spcPts val="600"/>
              </a:spcAft>
            </a:pPr>
            <a:r>
              <a:rPr sz="1500" b="0">
                <a:solidFill>
                  <a:srgbClr val="333333"/>
                </a:solidFill>
                <a:latin typeface="Segoe UI"/>
              </a:rPr>
              <a:t>Vertex AI Search provides an enterprise-grade, managed search and retrieval layer over Schwab's legacy artifacts:</a:t>
            </a:r>
          </a:p>
          <a:p>
            <a:pPr>
              <a:spcAft>
                <a:spcPts val="600"/>
              </a:spcAft>
            </a:pPr>
            <a:r>
              <a:rPr sz="1500" b="0">
                <a:solidFill>
                  <a:srgbClr val="333333"/>
                </a:solidFill>
                <a:latin typeface="Segoe UI"/>
              </a:rPr>
              <a:t/>
            </a:r>
          </a:p>
          <a:p>
            <a:pPr>
              <a:spcAft>
                <a:spcPts val="600"/>
              </a:spcAft>
            </a:pPr>
            <a:r>
              <a:rPr sz="1500" b="0">
                <a:solidFill>
                  <a:srgbClr val="333333"/>
                </a:solidFill>
                <a:latin typeface="Segoe UI"/>
              </a:rPr>
              <a:t>●  Legacy source code (COBOL, .NET, batch JCL)</a:t>
            </a:r>
          </a:p>
          <a:p>
            <a:pPr>
              <a:spcAft>
                <a:spcPts val="600"/>
              </a:spcAft>
            </a:pPr>
            <a:r>
              <a:rPr sz="1500" b="0">
                <a:solidFill>
                  <a:srgbClr val="333333"/>
                </a:solidFill>
                <a:latin typeface="Segoe UI"/>
              </a:rPr>
              <a:t>●  Business requirements documents &amp; runbooks</a:t>
            </a:r>
          </a:p>
          <a:p>
            <a:pPr>
              <a:spcAft>
                <a:spcPts val="600"/>
              </a:spcAft>
            </a:pPr>
            <a:r>
              <a:rPr sz="1500" b="0">
                <a:solidFill>
                  <a:srgbClr val="333333"/>
                </a:solidFill>
                <a:latin typeface="Segoe UI"/>
              </a:rPr>
              <a:t>●  Database schemas, copybooks, data dictionaries</a:t>
            </a:r>
          </a:p>
          <a:p>
            <a:pPr>
              <a:spcAft>
                <a:spcPts val="600"/>
              </a:spcAft>
            </a:pPr>
            <a:r>
              <a:rPr sz="1500" b="0">
                <a:solidFill>
                  <a:srgbClr val="333333"/>
                </a:solidFill>
                <a:latin typeface="Segoe UI"/>
              </a:rPr>
              <a:t>●  Existing test cases and deployment manifests</a:t>
            </a:r>
          </a:p>
          <a:p>
            <a:pPr>
              <a:spcAft>
                <a:spcPts val="600"/>
              </a:spcAft>
            </a:pPr>
            <a:r>
              <a:rPr sz="1500" b="0">
                <a:solidFill>
                  <a:srgbClr val="333333"/>
                </a:solidFill>
                <a:latin typeface="Segoe UI"/>
              </a:rPr>
              <a:t>●  Domain glossaries and business-rule catalogs</a:t>
            </a:r>
          </a:p>
          <a:p>
            <a:pPr>
              <a:spcAft>
                <a:spcPts val="600"/>
              </a:spcAft>
            </a:pPr>
            <a:r>
              <a:rPr sz="1500" b="0">
                <a:solidFill>
                  <a:srgbClr val="333333"/>
                </a:solidFill>
                <a:latin typeface="Segoe UI"/>
              </a:rPr>
              <a:t/>
            </a:r>
          </a:p>
          <a:p>
            <a:pPr>
              <a:spcAft>
                <a:spcPts val="600"/>
              </a:spcAft>
            </a:pPr>
            <a:r>
              <a:rPr sz="1500" b="0">
                <a:solidFill>
                  <a:srgbClr val="333333"/>
                </a:solidFill>
                <a:latin typeface="Segoe UI"/>
              </a:rPr>
              <a:t>All artifacts are indexed in Google Cloud Storage (GCS) and made searchable via Vertex AI Search datastores.</a:t>
            </a:r>
          </a:p>
        </p:txBody>
      </p:sp>
      <p:sp>
        <p:nvSpPr>
          <p:cNvPr id="5" name="TextBox 4"/>
          <p:cNvSpPr txBox="1"/>
          <p:nvPr/>
        </p:nvSpPr>
        <p:spPr>
          <a:xfrm>
            <a:off x="6217920" y="1097280"/>
            <a:ext cx="5486400" cy="4572000"/>
          </a:xfrm>
          <a:prstGeom prst="rect">
            <a:avLst/>
          </a:prstGeom>
          <a:noFill/>
        </p:spPr>
        <p:txBody>
          <a:bodyPr wrap="square">
            <a:spAutoFit/>
          </a:bodyPr>
          <a:lstStyle/>
          <a:p>
            <a:r>
              <a:rPr sz="1700" b="1">
                <a:solidFill>
                  <a:srgbClr val="002B5C"/>
                </a:solidFill>
                <a:latin typeface="Segoe UI"/>
              </a:rPr>
              <a:t>How Agents Leverage Vertex AI Search</a:t>
            </a:r>
          </a:p>
          <a:p>
            <a:pPr>
              <a:spcBef>
                <a:spcPts val="800"/>
              </a:spcBef>
            </a:pPr>
            <a:r>
              <a:rPr sz="1400" b="1">
                <a:solidFill>
                  <a:srgbClr val="006BA6"/>
                </a:solidFill>
                <a:latin typeface="Segoe UI"/>
              </a:rPr>
              <a:t>●  Grounded Code Analysis</a:t>
            </a:r>
          </a:p>
          <a:p>
            <a:r>
              <a:rPr sz="1300" b="0">
                <a:solidFill>
                  <a:srgbClr val="333333"/>
                </a:solidFill>
                <a:latin typeface="Segoe UI"/>
              </a:rPr>
              <a:t>    Agents query Vertex AI Search to retrieve relevant legacy source, copybooks, and data models before analyzing code.</a:t>
            </a:r>
          </a:p>
          <a:p>
            <a:pPr>
              <a:spcBef>
                <a:spcPts val="800"/>
              </a:spcBef>
            </a:pPr>
            <a:r>
              <a:rPr sz="1400" b="1">
                <a:solidFill>
                  <a:srgbClr val="006BA6"/>
                </a:solidFill>
                <a:latin typeface="Segoe UI"/>
              </a:rPr>
              <a:t>●  Contextual BRD Generation</a:t>
            </a:r>
          </a:p>
          <a:p>
            <a:r>
              <a:rPr sz="1300" b="0">
                <a:solidFill>
                  <a:srgbClr val="333333"/>
                </a:solidFill>
                <a:latin typeface="Segoe UI"/>
              </a:rPr>
              <a:t>    Agents pull business-rule documentation and runbooks to produce accurate BRDs without hallucination.</a:t>
            </a:r>
          </a:p>
          <a:p>
            <a:pPr>
              <a:spcBef>
                <a:spcPts val="800"/>
              </a:spcBef>
            </a:pPr>
            <a:r>
              <a:rPr sz="1400" b="1">
                <a:solidFill>
                  <a:srgbClr val="006BA6"/>
                </a:solidFill>
                <a:latin typeface="Segoe UI"/>
              </a:rPr>
              <a:t>●  Domain-Aware Design</a:t>
            </a:r>
          </a:p>
          <a:p>
            <a:r>
              <a:rPr sz="1300" b="0">
                <a:solidFill>
                  <a:srgbClr val="333333"/>
                </a:solidFill>
                <a:latin typeface="Segoe UI"/>
              </a:rPr>
              <a:t>    DDD artifacts and architecture decisions are informed by real domain glossaries and bounded-context definitions.</a:t>
            </a:r>
          </a:p>
          <a:p>
            <a:pPr>
              <a:spcBef>
                <a:spcPts val="800"/>
              </a:spcBef>
            </a:pPr>
            <a:r>
              <a:rPr sz="1400" b="1">
                <a:solidFill>
                  <a:srgbClr val="006BA6"/>
                </a:solidFill>
                <a:latin typeface="Segoe UI"/>
              </a:rPr>
              <a:t>●  Spec Validation</a:t>
            </a:r>
          </a:p>
          <a:p>
            <a:r>
              <a:rPr sz="1300" b="0">
                <a:solidFill>
                  <a:srgbClr val="333333"/>
                </a:solidFill>
                <a:latin typeface="Segoe UI"/>
              </a:rPr>
              <a:t>    Generated OpenAPI specs and Gherkin scenarios are cross-checked against indexed legacy test cases and requirements.</a:t>
            </a:r>
          </a:p>
          <a:p>
            <a:pPr>
              <a:spcBef>
                <a:spcPts val="800"/>
              </a:spcBef>
            </a:pPr>
            <a:r>
              <a:rPr sz="1400" b="1">
                <a:solidFill>
                  <a:srgbClr val="006BA6"/>
                </a:solidFill>
                <a:latin typeface="Segoe UI"/>
              </a:rPr>
              <a:t>●  Continuous Learning</a:t>
            </a:r>
          </a:p>
          <a:p>
            <a:r>
              <a:rPr sz="1300" b="0">
                <a:solidFill>
                  <a:srgbClr val="333333"/>
                </a:solidFill>
                <a:latin typeface="Segoe UI"/>
              </a:rPr>
              <a:t>    As agents produce new artifacts, those artifacts are re-ingested into the search index, enriching future queries.</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Key Enabler: Spec-Driven Development</a:t>
            </a:r>
          </a:p>
        </p:txBody>
      </p:sp>
      <p:sp>
        <p:nvSpPr>
          <p:cNvPr id="4" name="TextBox 3"/>
          <p:cNvSpPr txBox="1"/>
          <p:nvPr/>
        </p:nvSpPr>
        <p:spPr>
          <a:xfrm>
            <a:off x="457200" y="1097280"/>
            <a:ext cx="5303520" cy="4572000"/>
          </a:xfrm>
          <a:prstGeom prst="rect">
            <a:avLst/>
          </a:prstGeom>
          <a:noFill/>
        </p:spPr>
        <p:txBody>
          <a:bodyPr wrap="square">
            <a:spAutoFit/>
          </a:bodyPr>
          <a:lstStyle/>
          <a:p>
            <a:pPr>
              <a:spcAft>
                <a:spcPts val="600"/>
              </a:spcAft>
            </a:pPr>
            <a:r>
              <a:rPr sz="1500" b="0">
                <a:solidFill>
                  <a:srgbClr val="333333"/>
                </a:solidFill>
                <a:latin typeface="Segoe UI"/>
              </a:rPr>
              <a:t>In Spec-Driven Development, formal specifications are the single source of truth at every stage of the Agentic SDLC.</a:t>
            </a:r>
          </a:p>
          <a:p>
            <a:pPr>
              <a:spcAft>
                <a:spcPts val="600"/>
              </a:spcAft>
            </a:pPr>
            <a:r>
              <a:rPr sz="1500" b="0">
                <a:solidFill>
                  <a:srgbClr val="333333"/>
                </a:solidFill>
                <a:latin typeface="Segoe UI"/>
              </a:rPr>
              <a:t/>
            </a:r>
          </a:p>
          <a:p>
            <a:pPr>
              <a:spcAft>
                <a:spcPts val="600"/>
              </a:spcAft>
            </a:pPr>
            <a:r>
              <a:rPr sz="1500" b="0">
                <a:solidFill>
                  <a:srgbClr val="333333"/>
                </a:solidFill>
                <a:latin typeface="Segoe UI"/>
              </a:rPr>
              <a:t>Instead of free-form prose, agents produce and consume structured artifacts:</a:t>
            </a:r>
          </a:p>
          <a:p>
            <a:pPr>
              <a:spcAft>
                <a:spcPts val="600"/>
              </a:spcAft>
            </a:pPr>
            <a:r>
              <a:rPr sz="1500" b="0">
                <a:solidFill>
                  <a:srgbClr val="333333"/>
                </a:solidFill>
                <a:latin typeface="Segoe UI"/>
              </a:rPr>
              <a:t/>
            </a:r>
          </a:p>
          <a:p>
            <a:pPr>
              <a:spcAft>
                <a:spcPts val="600"/>
              </a:spcAft>
            </a:pPr>
            <a:r>
              <a:rPr sz="1500" b="0">
                <a:solidFill>
                  <a:srgbClr val="333333"/>
                </a:solidFill>
                <a:latin typeface="Segoe UI"/>
              </a:rPr>
              <a:t>  ● OpenAPI / AsyncAPI specs for API contracts</a:t>
            </a:r>
          </a:p>
          <a:p>
            <a:pPr>
              <a:spcAft>
                <a:spcPts val="600"/>
              </a:spcAft>
            </a:pPr>
            <a:r>
              <a:rPr sz="1500" b="0">
                <a:solidFill>
                  <a:srgbClr val="333333"/>
                </a:solidFill>
                <a:latin typeface="Segoe UI"/>
              </a:rPr>
              <a:t>  ● Gherkin (BDD) scenarios for acceptance criteria</a:t>
            </a:r>
          </a:p>
          <a:p>
            <a:pPr>
              <a:spcAft>
                <a:spcPts val="600"/>
              </a:spcAft>
            </a:pPr>
            <a:r>
              <a:rPr sz="1500" b="0">
                <a:solidFill>
                  <a:srgbClr val="333333"/>
                </a:solidFill>
                <a:latin typeface="Segoe UI"/>
              </a:rPr>
              <a:t>  ● Domain-Driven Design models (aggregates, bounded contexts)</a:t>
            </a:r>
          </a:p>
          <a:p>
            <a:pPr>
              <a:spcAft>
                <a:spcPts val="600"/>
              </a:spcAft>
            </a:pPr>
            <a:r>
              <a:rPr sz="1500" b="0">
                <a:solidFill>
                  <a:srgbClr val="333333"/>
                </a:solidFill>
                <a:latin typeface="Segoe UI"/>
              </a:rPr>
              <a:t>  ● Business Requirements Documents (BRDs) with traceable rules</a:t>
            </a:r>
          </a:p>
          <a:p>
            <a:pPr>
              <a:spcAft>
                <a:spcPts val="600"/>
              </a:spcAft>
            </a:pPr>
            <a:r>
              <a:rPr sz="1500" b="0">
                <a:solidFill>
                  <a:srgbClr val="333333"/>
                </a:solidFill>
                <a:latin typeface="Segoe UI"/>
              </a:rPr>
              <a:t>  ● Architecture Decision Records (ADRs)</a:t>
            </a:r>
          </a:p>
          <a:p>
            <a:pPr>
              <a:spcAft>
                <a:spcPts val="600"/>
              </a:spcAft>
            </a:pPr>
            <a:r>
              <a:rPr sz="1500" b="0">
                <a:solidFill>
                  <a:srgbClr val="333333"/>
                </a:solidFill>
                <a:latin typeface="Segoe UI"/>
              </a:rPr>
              <a:t/>
            </a:r>
          </a:p>
          <a:p>
            <a:pPr>
              <a:spcAft>
                <a:spcPts val="600"/>
              </a:spcAft>
            </a:pPr>
            <a:r>
              <a:rPr sz="1500" b="0">
                <a:solidFill>
                  <a:srgbClr val="333333"/>
                </a:solidFill>
                <a:latin typeface="Segoe UI"/>
              </a:rPr>
              <a:t>Each specification becomes a contract between agent phases. The next agent validates its input spec before proceeding, creating a self-correcting, auditable pipeline.</a:t>
            </a:r>
          </a:p>
        </p:txBody>
      </p:sp>
      <p:sp>
        <p:nvSpPr>
          <p:cNvPr id="5" name="TextBox 4"/>
          <p:cNvSpPr txBox="1"/>
          <p:nvPr/>
        </p:nvSpPr>
        <p:spPr>
          <a:xfrm>
            <a:off x="6217920" y="1097280"/>
            <a:ext cx="5486400" cy="4572000"/>
          </a:xfrm>
          <a:prstGeom prst="rect">
            <a:avLst/>
          </a:prstGeom>
          <a:noFill/>
        </p:spPr>
        <p:txBody>
          <a:bodyPr wrap="square">
            <a:spAutoFit/>
          </a:bodyPr>
          <a:lstStyle/>
          <a:p>
            <a:r>
              <a:rPr sz="1700" b="1">
                <a:solidFill>
                  <a:srgbClr val="002B5C"/>
                </a:solidFill>
                <a:latin typeface="Segoe UI"/>
              </a:rPr>
              <a:t>Spec-Driven Agent Pipeline</a:t>
            </a:r>
          </a:p>
          <a:p>
            <a:pPr>
              <a:spcBef>
                <a:spcPts val="600"/>
              </a:spcBef>
            </a:pPr>
            <a:r>
              <a:rPr sz="1400" b="1">
                <a:solidFill>
                  <a:srgbClr val="006BA6"/>
                </a:solidFill>
                <a:latin typeface="Segoe UI"/>
              </a:rPr>
              <a:t>1. Legacy Intake</a:t>
            </a:r>
          </a:p>
          <a:p>
            <a:r>
              <a:rPr sz="1300" b="0">
                <a:solidFill>
                  <a:srgbClr val="333333"/>
                </a:solidFill>
                <a:latin typeface="Segoe UI"/>
              </a:rPr>
              <a:t>    Agent ingests source code → produces Code Analysis Spec</a:t>
            </a:r>
          </a:p>
          <a:p>
            <a:pPr>
              <a:spcBef>
                <a:spcPts val="600"/>
              </a:spcBef>
            </a:pPr>
            <a:r>
              <a:rPr sz="1400" b="1">
                <a:solidFill>
                  <a:srgbClr val="006BA6"/>
                </a:solidFill>
                <a:latin typeface="Segoe UI"/>
              </a:rPr>
              <a:t>2. Requirements</a:t>
            </a:r>
          </a:p>
          <a:p>
            <a:r>
              <a:rPr sz="1300" b="0">
                <a:solidFill>
                  <a:srgbClr val="333333"/>
                </a:solidFill>
                <a:latin typeface="Segoe UI"/>
              </a:rPr>
              <a:t>    Agent consumes Code Analysis Spec → produces BRD + Gherkin</a:t>
            </a:r>
          </a:p>
          <a:p>
            <a:pPr>
              <a:spcBef>
                <a:spcPts val="600"/>
              </a:spcBef>
            </a:pPr>
            <a:r>
              <a:rPr sz="1400" b="1">
                <a:solidFill>
                  <a:srgbClr val="006BA6"/>
                </a:solidFill>
                <a:latin typeface="Segoe UI"/>
              </a:rPr>
              <a:t>3. Domain Design</a:t>
            </a:r>
          </a:p>
          <a:p>
            <a:r>
              <a:rPr sz="1300" b="0">
                <a:solidFill>
                  <a:srgbClr val="333333"/>
                </a:solidFill>
                <a:latin typeface="Segoe UI"/>
              </a:rPr>
              <a:t>    Agent consumes BRD → produces DDD Artifacts + Architecture Spec</a:t>
            </a:r>
          </a:p>
          <a:p>
            <a:pPr>
              <a:spcBef>
                <a:spcPts val="600"/>
              </a:spcBef>
            </a:pPr>
            <a:r>
              <a:rPr sz="1400" b="1">
                <a:solidFill>
                  <a:srgbClr val="006BA6"/>
                </a:solidFill>
                <a:latin typeface="Segoe UI"/>
              </a:rPr>
              <a:t>4. API Design</a:t>
            </a:r>
          </a:p>
          <a:p>
            <a:r>
              <a:rPr sz="1300" b="0">
                <a:solidFill>
                  <a:srgbClr val="333333"/>
                </a:solidFill>
                <a:latin typeface="Segoe UI"/>
              </a:rPr>
              <a:t>    Agent consumes DDD Artifacts → produces OpenAPI / AsyncAPI Spec</a:t>
            </a:r>
          </a:p>
          <a:p>
            <a:pPr>
              <a:spcBef>
                <a:spcPts val="600"/>
              </a:spcBef>
            </a:pPr>
            <a:r>
              <a:rPr sz="1400" b="1">
                <a:solidFill>
                  <a:srgbClr val="006BA6"/>
                </a:solidFill>
                <a:latin typeface="Segoe UI"/>
              </a:rPr>
              <a:t>5. Code Generation</a:t>
            </a:r>
          </a:p>
          <a:p>
            <a:r>
              <a:rPr sz="1300" b="0">
                <a:solidFill>
                  <a:srgbClr val="333333"/>
                </a:solidFill>
                <a:latin typeface="Segoe UI"/>
              </a:rPr>
              <a:t>    Agent consumes OpenAPI Spec → produces Target Code + Unit Tests</a:t>
            </a:r>
          </a:p>
          <a:p>
            <a:pPr>
              <a:spcBef>
                <a:spcPts val="600"/>
              </a:spcBef>
            </a:pPr>
            <a:r>
              <a:rPr sz="1400" b="1">
                <a:solidFill>
                  <a:srgbClr val="006BA6"/>
                </a:solidFill>
                <a:latin typeface="Segoe UI"/>
              </a:rPr>
              <a:t>6. Validation</a:t>
            </a:r>
          </a:p>
          <a:p>
            <a:r>
              <a:rPr sz="1300" b="0">
                <a:solidFill>
                  <a:srgbClr val="333333"/>
                </a:solidFill>
                <a:latin typeface="Segoe UI"/>
              </a:rPr>
              <a:t>    Agent consumes Gherkin + Target Code → runs tests, feeds back</a:t>
            </a:r>
          </a:p>
          <a:p>
            <a:pPr>
              <a:spcBef>
                <a:spcPts val="600"/>
              </a:spcBef>
            </a:pPr>
            <a:r>
              <a:rPr sz="1400" b="1">
                <a:solidFill>
                  <a:srgbClr val="006BA6"/>
                </a:solidFill>
                <a:latin typeface="Segoe UI"/>
              </a:rPr>
              <a:t>7. Deployment</a:t>
            </a:r>
          </a:p>
          <a:p>
            <a:r>
              <a:rPr sz="1300" b="0">
                <a:solidFill>
                  <a:srgbClr val="333333"/>
                </a:solidFill>
                <a:latin typeface="Segoe UI"/>
              </a:rPr>
              <a:t>    Agent consumes validated artifacts → CI/CD pipeline execution</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Program 1 – Bank Sweep: COBOL → Spring Boot</a:t>
            </a:r>
          </a:p>
        </p:txBody>
      </p:sp>
      <p:sp>
        <p:nvSpPr>
          <p:cNvPr id="4" name="TextBox 3"/>
          <p:cNvSpPr txBox="1"/>
          <p:nvPr/>
        </p:nvSpPr>
        <p:spPr>
          <a:xfrm>
            <a:off x="548640" y="1005840"/>
            <a:ext cx="10972800" cy="457200"/>
          </a:xfrm>
          <a:prstGeom prst="rect">
            <a:avLst/>
          </a:prstGeom>
          <a:noFill/>
        </p:spPr>
        <p:txBody>
          <a:bodyPr wrap="none">
            <a:spAutoFit/>
          </a:bodyPr>
          <a:lstStyle/>
          <a:p>
            <a:r>
              <a:rPr sz="2000" b="1">
                <a:solidFill>
                  <a:srgbClr val="006BA6"/>
                </a:solidFill>
                <a:latin typeface="Segoe UI"/>
              </a:rPr>
              <a:t>Legacy Mainframe Modernization</a:t>
            </a:r>
          </a:p>
        </p:txBody>
      </p:sp>
      <p:sp>
        <p:nvSpPr>
          <p:cNvPr id="5" name="TextBox 4"/>
          <p:cNvSpPr txBox="1"/>
          <p:nvPr/>
        </p:nvSpPr>
        <p:spPr>
          <a:xfrm>
            <a:off x="548640" y="1554480"/>
            <a:ext cx="10515600" cy="4754880"/>
          </a:xfrm>
          <a:prstGeom prst="rect">
            <a:avLst/>
          </a:prstGeom>
          <a:noFill/>
        </p:spPr>
        <p:txBody>
          <a:bodyPr wrap="square">
            <a:spAutoFit/>
          </a:bodyPr>
          <a:lstStyle/>
          <a:p>
            <a:pPr>
              <a:spcAft>
                <a:spcPts val="400"/>
              </a:spcAft>
            </a:pPr>
            <a:r>
              <a:rPr sz="1500" b="1">
                <a:solidFill>
                  <a:srgbClr val="002B5C"/>
                </a:solidFill>
                <a:latin typeface="Segoe UI"/>
              </a:rPr>
              <a:t>●  Source</a:t>
            </a:r>
            <a:r>
              <a:rPr sz="1500" b="0">
                <a:solidFill>
                  <a:srgbClr val="333333"/>
                </a:solidFill>
                <a:latin typeface="Segoe UI"/>
              </a:rPr>
              <a:t> – COBOL programs running on mainframe with JCL batch orchestration</a:t>
            </a:r>
          </a:p>
          <a:p>
            <a:pPr>
              <a:spcAft>
                <a:spcPts val="400"/>
              </a:spcAft>
            </a:pPr>
            <a:r>
              <a:rPr sz="1500" b="1">
                <a:solidFill>
                  <a:srgbClr val="002B5C"/>
                </a:solidFill>
                <a:latin typeface="Segoe UI"/>
              </a:rPr>
              <a:t>●  Target</a:t>
            </a:r>
            <a:r>
              <a:rPr sz="1500" b="0">
                <a:solidFill>
                  <a:srgbClr val="333333"/>
                </a:solidFill>
                <a:latin typeface="Segoe UI"/>
              </a:rPr>
              <a:t> – Spring Boot microservices (Java 17+) deployed on PCF / Kubernetes</a:t>
            </a:r>
          </a:p>
          <a:p>
            <a:pPr>
              <a:spcAft>
                <a:spcPts val="400"/>
              </a:spcAft>
            </a:pPr>
            <a:r>
              <a:rPr sz="1500" b="1">
                <a:solidFill>
                  <a:srgbClr val="002B5C"/>
                </a:solidFill>
                <a:latin typeface="Segoe UI"/>
              </a:rPr>
              <a:t>●  Agent Framework</a:t>
            </a:r>
            <a:r>
              <a:rPr sz="1500" b="0">
                <a:solidFill>
                  <a:srgbClr val="333333"/>
                </a:solidFill>
                <a:latin typeface="Segoe UI"/>
              </a:rPr>
              <a:t> – Custom Agentic pipeline leveraging Vertex AI (Gemini models)</a:t>
            </a:r>
          </a:p>
          <a:p>
            <a:pPr>
              <a:spcAft>
                <a:spcPts val="400"/>
              </a:spcAft>
            </a:pPr>
            <a:r>
              <a:rPr sz="1500" b="1">
                <a:solidFill>
                  <a:srgbClr val="002B5C"/>
                </a:solidFill>
                <a:latin typeface="Segoe UI"/>
              </a:rPr>
              <a:t>●  Vertex AI Search</a:t>
            </a:r>
            <a:r>
              <a:rPr sz="1500" b="0">
                <a:solidFill>
                  <a:srgbClr val="333333"/>
                </a:solidFill>
                <a:latin typeface="Segoe UI"/>
              </a:rPr>
              <a:t> – Indexes COBOL copybooks, JCL, data dictionaries, and business-rule catalogs from GCS to ground agent analysis</a:t>
            </a:r>
          </a:p>
          <a:p>
            <a:pPr>
              <a:spcAft>
                <a:spcPts val="400"/>
              </a:spcAft>
            </a:pPr>
            <a:r>
              <a:rPr sz="1500" b="1">
                <a:solidFill>
                  <a:srgbClr val="002B5C"/>
                </a:solidFill>
                <a:latin typeface="Segoe UI"/>
              </a:rPr>
              <a:t>●  Spec-Driven Flow</a:t>
            </a:r>
            <a:r>
              <a:rPr sz="1500" b="0">
                <a:solidFill>
                  <a:srgbClr val="333333"/>
                </a:solidFill>
                <a:latin typeface="Segoe UI"/>
              </a:rPr>
              <a:t> – Agents produce BRDs from COBOL analysis → Gherkin acceptance criteria → DDD bounded contexts → OpenAPI specs → Spring Boot code</a:t>
            </a:r>
          </a:p>
          <a:p>
            <a:pPr>
              <a:spcAft>
                <a:spcPts val="400"/>
              </a:spcAft>
            </a:pPr>
            <a:r>
              <a:rPr sz="1500" b="1">
                <a:solidFill>
                  <a:srgbClr val="002B5C"/>
                </a:solidFill>
                <a:latin typeface="Segoe UI"/>
              </a:rPr>
              <a:t>●  Human-in-the-Loop</a:t>
            </a:r>
            <a:r>
              <a:rPr sz="1500" b="0">
                <a:solidFill>
                  <a:srgbClr val="333333"/>
                </a:solidFill>
                <a:latin typeface="Segoe UI"/>
              </a:rPr>
              <a:t> – SME review gates after BRD extraction and before code generation</a:t>
            </a:r>
          </a:p>
          <a:p>
            <a:pPr>
              <a:spcAft>
                <a:spcPts val="400"/>
              </a:spcAft>
            </a:pPr>
            <a:r>
              <a:rPr sz="1500" b="1">
                <a:solidFill>
                  <a:srgbClr val="002B5C"/>
                </a:solidFill>
                <a:latin typeface="Segoe UI"/>
              </a:rPr>
              <a:t>●  Key Outcome</a:t>
            </a:r>
            <a:r>
              <a:rPr sz="1500" b="0">
                <a:solidFill>
                  <a:srgbClr val="333333"/>
                </a:solidFill>
                <a:latin typeface="Segoe UI"/>
              </a:rPr>
              <a:t> – Automated reverse engineering of COBOL business rules with high accuracy; repeatable factory model for additional mainframe modules</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Program 2 – RPS / SchwabPlan.com: .NET → .NET Core</a:t>
            </a:r>
          </a:p>
        </p:txBody>
      </p:sp>
      <p:sp>
        <p:nvSpPr>
          <p:cNvPr id="4" name="TextBox 3"/>
          <p:cNvSpPr txBox="1"/>
          <p:nvPr/>
        </p:nvSpPr>
        <p:spPr>
          <a:xfrm>
            <a:off x="548640" y="1005840"/>
            <a:ext cx="10972800" cy="457200"/>
          </a:xfrm>
          <a:prstGeom prst="rect">
            <a:avLst/>
          </a:prstGeom>
          <a:noFill/>
        </p:spPr>
        <p:txBody>
          <a:bodyPr wrap="none">
            <a:spAutoFit/>
          </a:bodyPr>
          <a:lstStyle/>
          <a:p>
            <a:r>
              <a:rPr sz="2000" b="1">
                <a:solidFill>
                  <a:srgbClr val="006BA6"/>
                </a:solidFill>
                <a:latin typeface="Segoe UI"/>
              </a:rPr>
              <a:t>Legacy .NET Modernization with Dual Agent Frameworks</a:t>
            </a:r>
          </a:p>
        </p:txBody>
      </p:sp>
      <p:sp>
        <p:nvSpPr>
          <p:cNvPr id="5" name="Rounded Rectangle 4"/>
          <p:cNvSpPr/>
          <p:nvPr/>
        </p:nvSpPr>
        <p:spPr>
          <a:xfrm>
            <a:off x="457200" y="1600200"/>
            <a:ext cx="5303520" cy="50292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a:solidFill>
                  <a:srgbClr val="FFFFFF"/>
                </a:solidFill>
                <a:latin typeface="Segoe UI"/>
              </a:rPr>
              <a:t>LangChain / LangGraph Approach</a:t>
            </a:r>
          </a:p>
        </p:txBody>
      </p:sp>
      <p:sp>
        <p:nvSpPr>
          <p:cNvPr id="6" name="TextBox 5"/>
          <p:cNvSpPr txBox="1"/>
          <p:nvPr/>
        </p:nvSpPr>
        <p:spPr>
          <a:xfrm>
            <a:off x="548640" y="2194560"/>
            <a:ext cx="5120640" cy="2743200"/>
          </a:xfrm>
          <a:prstGeom prst="rect">
            <a:avLst/>
          </a:prstGeom>
          <a:noFill/>
        </p:spPr>
        <p:txBody>
          <a:bodyPr wrap="square">
            <a:spAutoFit/>
          </a:bodyPr>
          <a:lstStyle/>
          <a:p>
            <a:pPr>
              <a:spcAft>
                <a:spcPts val="600"/>
              </a:spcAft>
            </a:pPr>
            <a:r>
              <a:rPr sz="1400" b="0">
                <a:solidFill>
                  <a:srgbClr val="333333"/>
                </a:solidFill>
                <a:latin typeface="Segoe UI"/>
              </a:rPr>
              <a:t>●  Multi-model LLM runtime (Gemini + fallback)</a:t>
            </a:r>
          </a:p>
          <a:p>
            <a:pPr>
              <a:spcAft>
                <a:spcPts val="600"/>
              </a:spcAft>
            </a:pPr>
            <a:r>
              <a:rPr sz="1400" b="0">
                <a:solidFill>
                  <a:srgbClr val="333333"/>
                </a:solidFill>
                <a:latin typeface="Segoe UI"/>
              </a:rPr>
              <a:t>●  Graph-based orchestration via LangGraph</a:t>
            </a:r>
          </a:p>
          <a:p>
            <a:pPr>
              <a:spcAft>
                <a:spcPts val="600"/>
              </a:spcAft>
            </a:pPr>
            <a:r>
              <a:rPr sz="1400" b="0">
                <a:solidFill>
                  <a:srgbClr val="333333"/>
                </a:solidFill>
                <a:latin typeface="Segoe UI"/>
              </a:rPr>
              <a:t>●  Shared memory &amp; state across agent nodes</a:t>
            </a:r>
          </a:p>
          <a:p>
            <a:pPr>
              <a:spcAft>
                <a:spcPts val="600"/>
              </a:spcAft>
            </a:pPr>
            <a:r>
              <a:rPr sz="1400" b="0">
                <a:solidFill>
                  <a:srgbClr val="333333"/>
                </a:solidFill>
                <a:latin typeface="Segoe UI"/>
              </a:rPr>
              <a:t>●  Tool / MCP integrations (GitHub, Jira, Confluence)</a:t>
            </a:r>
          </a:p>
          <a:p>
            <a:pPr>
              <a:spcAft>
                <a:spcPts val="600"/>
              </a:spcAft>
            </a:pPr>
            <a:r>
              <a:rPr sz="1400" b="0">
                <a:solidFill>
                  <a:srgbClr val="333333"/>
                </a:solidFill>
                <a:latin typeface="Segoe UI"/>
              </a:rPr>
              <a:t>●  Governance &amp; observability via LangSmith</a:t>
            </a:r>
          </a:p>
          <a:p>
            <a:pPr>
              <a:spcAft>
                <a:spcPts val="600"/>
              </a:spcAft>
            </a:pPr>
            <a:r>
              <a:rPr sz="1400" b="0">
                <a:solidFill>
                  <a:srgbClr val="333333"/>
                </a:solidFill>
                <a:latin typeface="Segoe UI"/>
              </a:rPr>
              <a:t>●  Complex feedback loops &amp; conditional branching</a:t>
            </a:r>
          </a:p>
          <a:p>
            <a:pPr>
              <a:spcAft>
                <a:spcPts val="600"/>
              </a:spcAft>
            </a:pPr>
            <a:r>
              <a:rPr sz="1400" b="0">
                <a:solidFill>
                  <a:srgbClr val="333333"/>
                </a:solidFill>
                <a:latin typeface="Segoe UI"/>
              </a:rPr>
              <a:t>●  Spec validation at each graph node transition</a:t>
            </a:r>
          </a:p>
        </p:txBody>
      </p:sp>
      <p:sp>
        <p:nvSpPr>
          <p:cNvPr id="7" name="Rounded Rectangle 6"/>
          <p:cNvSpPr/>
          <p:nvPr/>
        </p:nvSpPr>
        <p:spPr>
          <a:xfrm>
            <a:off x="6217920" y="1600200"/>
            <a:ext cx="5303520" cy="50292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a:solidFill>
                  <a:srgbClr val="FFFFFF"/>
                </a:solidFill>
                <a:latin typeface="Segoe UI"/>
              </a:rPr>
              <a:t>Google ADK Approach</a:t>
            </a:r>
          </a:p>
        </p:txBody>
      </p:sp>
      <p:sp>
        <p:nvSpPr>
          <p:cNvPr id="8" name="TextBox 7"/>
          <p:cNvSpPr txBox="1"/>
          <p:nvPr/>
        </p:nvSpPr>
        <p:spPr>
          <a:xfrm>
            <a:off x="6309360" y="2194560"/>
            <a:ext cx="5120640" cy="2743200"/>
          </a:xfrm>
          <a:prstGeom prst="rect">
            <a:avLst/>
          </a:prstGeom>
          <a:noFill/>
        </p:spPr>
        <p:txBody>
          <a:bodyPr wrap="square">
            <a:spAutoFit/>
          </a:bodyPr>
          <a:lstStyle/>
          <a:p>
            <a:pPr>
              <a:spcAft>
                <a:spcPts val="600"/>
              </a:spcAft>
            </a:pPr>
            <a:r>
              <a:rPr sz="1400" b="0">
                <a:solidFill>
                  <a:srgbClr val="333333"/>
                </a:solidFill>
                <a:latin typeface="Segoe UI"/>
              </a:rPr>
              <a:t>●  GCP-native, Gemini-centric enterprise stack</a:t>
            </a:r>
          </a:p>
          <a:p>
            <a:pPr>
              <a:spcAft>
                <a:spcPts val="600"/>
              </a:spcAft>
            </a:pPr>
            <a:r>
              <a:rPr sz="1400" b="0">
                <a:solidFill>
                  <a:srgbClr val="333333"/>
                </a:solidFill>
                <a:latin typeface="Segoe UI"/>
              </a:rPr>
              <a:t>●  Agent abstractions with roles + tools</a:t>
            </a:r>
          </a:p>
          <a:p>
            <a:pPr>
              <a:spcAft>
                <a:spcPts val="600"/>
              </a:spcAft>
            </a:pPr>
            <a:r>
              <a:rPr sz="1400" b="0">
                <a:solidFill>
                  <a:srgbClr val="333333"/>
                </a:solidFill>
                <a:latin typeface="Segoe UI"/>
              </a:rPr>
              <a:t>●  Multi-agent orchestration (Vertex AI)</a:t>
            </a:r>
          </a:p>
          <a:p>
            <a:pPr>
              <a:spcAft>
                <a:spcPts val="600"/>
              </a:spcAft>
            </a:pPr>
            <a:r>
              <a:rPr sz="1400" b="0">
                <a:solidFill>
                  <a:srgbClr val="333333"/>
                </a:solidFill>
                <a:latin typeface="Segoe UI"/>
              </a:rPr>
              <a:t>●  Shared memory &amp; state management</a:t>
            </a:r>
          </a:p>
          <a:p>
            <a:pPr>
              <a:spcAft>
                <a:spcPts val="600"/>
              </a:spcAft>
            </a:pPr>
            <a:r>
              <a:rPr sz="1400" b="0">
                <a:solidFill>
                  <a:srgbClr val="333333"/>
                </a:solidFill>
                <a:latin typeface="Segoe UI"/>
              </a:rPr>
              <a:t>●  Tool / MCP integrations (GitHub, Jira, CI/CD)</a:t>
            </a:r>
          </a:p>
          <a:p>
            <a:pPr>
              <a:spcAft>
                <a:spcPts val="600"/>
              </a:spcAft>
            </a:pPr>
            <a:r>
              <a:rPr sz="1400" b="0">
                <a:solidFill>
                  <a:srgbClr val="333333"/>
                </a:solidFill>
                <a:latin typeface="Segoe UI"/>
              </a:rPr>
              <a:t>●  Governance &amp; observability built-in</a:t>
            </a:r>
          </a:p>
          <a:p>
            <a:pPr>
              <a:spcAft>
                <a:spcPts val="600"/>
              </a:spcAft>
            </a:pPr>
            <a:r>
              <a:rPr sz="1400" b="0">
                <a:solidFill>
                  <a:srgbClr val="333333"/>
                </a:solidFill>
                <a:latin typeface="Segoe UI"/>
              </a:rPr>
              <a:t>●  Spec-driven validation agents per stage</a:t>
            </a:r>
          </a:p>
        </p:txBody>
      </p:sp>
      <p:sp>
        <p:nvSpPr>
          <p:cNvPr id="9" name="TextBox 8"/>
          <p:cNvSpPr txBox="1"/>
          <p:nvPr/>
        </p:nvSpPr>
        <p:spPr>
          <a:xfrm>
            <a:off x="457200" y="5120640"/>
            <a:ext cx="11247120" cy="1188720"/>
          </a:xfrm>
          <a:prstGeom prst="rect">
            <a:avLst/>
          </a:prstGeom>
          <a:noFill/>
        </p:spPr>
        <p:txBody>
          <a:bodyPr wrap="square">
            <a:spAutoFit/>
          </a:bodyPr>
          <a:lstStyle/>
          <a:p>
            <a:r>
              <a:rPr sz="1500" b="1">
                <a:solidFill>
                  <a:srgbClr val="002B5C"/>
                </a:solidFill>
                <a:latin typeface="Segoe UI"/>
              </a:rPr>
              <a:t>Both approaches leverage:</a:t>
            </a:r>
          </a:p>
          <a:p>
            <a:r>
              <a:rPr sz="1400" b="0">
                <a:solidFill>
                  <a:srgbClr val="333333"/>
                </a:solidFill>
                <a:latin typeface="Segoe UI"/>
              </a:rPr>
              <a:t>●  Vertex AI Search for domain knowledge grounding  </a:t>
            </a:r>
            <a:r>
              <a:rPr sz="1400" b="0">
                <a:solidFill>
                  <a:srgbClr val="333333"/>
                </a:solidFill>
                <a:latin typeface="Segoe UI"/>
              </a:rPr>
              <a:t>●  Spec-Driven Development for artifact traceability  </a:t>
            </a:r>
            <a:r>
              <a:rPr sz="1400" b="0">
                <a:solidFill>
                  <a:srgbClr val="333333"/>
                </a:solidFill>
                <a:latin typeface="Segoe UI"/>
              </a:rPr>
              <a:t>●  Human-in-the-loop at validation gates</a:t>
            </a:r>
          </a:p>
        </p:txBody>
      </p:sp>
      <p:sp>
        <p:nvSpPr>
          <p:cNvPr id="10" name="TextBox 9"/>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RPS Codebase Metrics – .NET Framework 4.8 (C#)</a:t>
            </a:r>
          </a:p>
        </p:txBody>
      </p:sp>
      <p:graphicFrame>
        <p:nvGraphicFramePr>
          <p:cNvPr id="4" name="Table 3"/>
          <p:cNvGraphicFramePr>
            <a:graphicFrameLocks noGrp="1"/>
          </p:cNvGraphicFramePr>
          <p:nvPr/>
        </p:nvGraphicFramePr>
        <p:xfrm>
          <a:off x="457200" y="1188720"/>
          <a:ext cx="11247120" cy="30175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502920">
                <a:tc>
                  <a:txBody>
                    <a:bodyPr wrap="square"/>
                    <a:lstStyle/>
                    <a:p>
                      <a:pPr algn="ctr"/>
                      <a:r>
                        <a:rPr sz="1300" b="1">
                          <a:solidFill>
                            <a:srgbClr val="FFFFFF"/>
                          </a:solidFill>
                          <a:latin typeface="Segoe UI"/>
                        </a:rPr>
                        <a:t>Metric</a:t>
                      </a:r>
                    </a:p>
                  </a:txBody>
                  <a:tcPr>
                    <a:solidFill>
                      <a:srgbClr val="002B5C"/>
                    </a:solidFill>
                  </a:tcPr>
                </a:tc>
                <a:tc>
                  <a:txBody>
                    <a:bodyPr wrap="square"/>
                    <a:lstStyle/>
                    <a:p>
                      <a:pPr algn="ctr"/>
                      <a:r>
                        <a:rPr sz="1300" b="1">
                          <a:solidFill>
                            <a:srgbClr val="FFFFFF"/>
                          </a:solidFill>
                          <a:latin typeface="Segoe UI"/>
                        </a:rPr>
                        <a:t>Schwabplan</a:t>
                      </a:r>
                    </a:p>
                  </a:txBody>
                  <a:tcPr>
                    <a:solidFill>
                      <a:srgbClr val="002B5C"/>
                    </a:solidFill>
                  </a:tcPr>
                </a:tc>
                <a:tc>
                  <a:txBody>
                    <a:bodyPr wrap="square"/>
                    <a:lstStyle/>
                    <a:p>
                      <a:pPr algn="ctr"/>
                      <a:r>
                        <a:rPr sz="1300" b="1">
                          <a:solidFill>
                            <a:srgbClr val="FFFFFF"/>
                          </a:solidFill>
                          <a:latin typeface="Segoe UI"/>
                        </a:rPr>
                        <a:t>Schwabplan2.net</a:t>
                      </a:r>
                    </a:p>
                  </a:txBody>
                  <a:tcPr>
                    <a:solidFill>
                      <a:srgbClr val="002B5C"/>
                    </a:solidFill>
                  </a:tcPr>
                </a:tc>
                <a:tc>
                  <a:txBody>
                    <a:bodyPr wrap="square"/>
                    <a:lstStyle/>
                    <a:p>
                      <a:pPr algn="ctr"/>
                      <a:r>
                        <a:rPr sz="1300" b="1">
                          <a:solidFill>
                            <a:srgbClr val="FFFFFF"/>
                          </a:solidFill>
                          <a:latin typeface="Segoe UI"/>
                        </a:rPr>
                        <a:t>EDP</a:t>
                      </a:r>
                    </a:p>
                  </a:txBody>
                  <a:tcPr>
                    <a:solidFill>
                      <a:srgbClr val="002B5C"/>
                    </a:solidFill>
                  </a:tcPr>
                </a:tc>
                <a:tc>
                  <a:txBody>
                    <a:bodyPr wrap="square"/>
                    <a:lstStyle/>
                    <a:p>
                      <a:pPr algn="ctr"/>
                      <a:r>
                        <a:rPr sz="1300" b="1">
                          <a:solidFill>
                            <a:srgbClr val="FFFFFF"/>
                          </a:solidFill>
                          <a:latin typeface="Segoe UI"/>
                        </a:rPr>
                        <a:t>Loans Web App</a:t>
                      </a:r>
                    </a:p>
                  </a:txBody>
                  <a:tcPr>
                    <a:solidFill>
                      <a:srgbClr val="002B5C"/>
                    </a:solidFill>
                  </a:tcPr>
                </a:tc>
                <a:tc>
                  <a:txBody>
                    <a:bodyPr wrap="square"/>
                    <a:lstStyle/>
                    <a:p>
                      <a:pPr algn="ctr"/>
                      <a:r>
                        <a:rPr sz="1300" b="1">
                          <a:solidFill>
                            <a:srgbClr val="FFFFFF"/>
                          </a:solidFill>
                          <a:latin typeface="Segoe UI"/>
                        </a:rPr>
                        <a:t>EDP Loan</a:t>
                      </a:r>
                    </a:p>
                  </a:txBody>
                  <a:tcPr>
                    <a:solidFill>
                      <a:srgbClr val="002B5C"/>
                    </a:solidFill>
                  </a:tcPr>
                </a:tc>
              </a:tr>
              <a:tr h="502920">
                <a:tc>
                  <a:txBody>
                    <a:bodyPr wrap="square"/>
                    <a:lstStyle/>
                    <a:p>
                      <a:pPr algn="l"/>
                      <a:r>
                        <a:rPr sz="1300" b="1">
                          <a:solidFill>
                            <a:srgbClr val="333333"/>
                          </a:solidFill>
                          <a:latin typeface="Segoe UI"/>
                        </a:rPr>
                        <a:t>Files</a:t>
                      </a:r>
                    </a:p>
                  </a:txBody>
                  <a:tcPr>
                    <a:solidFill>
                      <a:srgbClr val="F2F2F2"/>
                    </a:solidFill>
                  </a:tcPr>
                </a:tc>
                <a:tc>
                  <a:txBody>
                    <a:bodyPr wrap="square"/>
                    <a:lstStyle/>
                    <a:p>
                      <a:pPr algn="l"/>
                      <a:r>
                        <a:rPr sz="1300" b="0">
                          <a:solidFill>
                            <a:srgbClr val="333333"/>
                          </a:solidFill>
                          <a:latin typeface="Segoe UI"/>
                        </a:rPr>
                        <a:t>6,067</a:t>
                      </a:r>
                    </a:p>
                  </a:txBody>
                  <a:tcPr>
                    <a:solidFill>
                      <a:srgbClr val="F2F2F2"/>
                    </a:solidFill>
                  </a:tcPr>
                </a:tc>
                <a:tc>
                  <a:txBody>
                    <a:bodyPr wrap="square"/>
                    <a:lstStyle/>
                    <a:p>
                      <a:pPr algn="l"/>
                      <a:r>
                        <a:rPr sz="1300" b="0">
                          <a:solidFill>
                            <a:srgbClr val="333333"/>
                          </a:solidFill>
                          <a:latin typeface="Segoe UI"/>
                        </a:rPr>
                        <a:t>3,058</a:t>
                      </a:r>
                    </a:p>
                  </a:txBody>
                  <a:tcPr>
                    <a:solidFill>
                      <a:srgbClr val="F2F2F2"/>
                    </a:solidFill>
                  </a:tcPr>
                </a:tc>
                <a:tc>
                  <a:txBody>
                    <a:bodyPr wrap="square"/>
                    <a:lstStyle/>
                    <a:p>
                      <a:pPr algn="l"/>
                      <a:r>
                        <a:rPr sz="1300" b="0">
                          <a:solidFill>
                            <a:srgbClr val="333333"/>
                          </a:solidFill>
                          <a:latin typeface="Segoe UI"/>
                        </a:rPr>
                        <a:t>1,881</a:t>
                      </a:r>
                    </a:p>
                  </a:txBody>
                  <a:tcPr>
                    <a:solidFill>
                      <a:srgbClr val="F2F2F2"/>
                    </a:solidFill>
                  </a:tcPr>
                </a:tc>
                <a:tc>
                  <a:txBody>
                    <a:bodyPr wrap="square"/>
                    <a:lstStyle/>
                    <a:p>
                      <a:pPr algn="l"/>
                      <a:r>
                        <a:rPr sz="1300" b="0">
                          <a:solidFill>
                            <a:srgbClr val="333333"/>
                          </a:solidFill>
                          <a:latin typeface="Segoe UI"/>
                        </a:rPr>
                        <a:t>12</a:t>
                      </a:r>
                    </a:p>
                  </a:txBody>
                  <a:tcPr>
                    <a:solidFill>
                      <a:srgbClr val="F2F2F2"/>
                    </a:solidFill>
                  </a:tcPr>
                </a:tc>
                <a:tc>
                  <a:txBody>
                    <a:bodyPr wrap="square"/>
                    <a:lstStyle/>
                    <a:p>
                      <a:pPr algn="l"/>
                      <a:r>
                        <a:rPr sz="1300" b="0">
                          <a:solidFill>
                            <a:srgbClr val="333333"/>
                          </a:solidFill>
                          <a:latin typeface="Segoe UI"/>
                        </a:rPr>
                        <a:t>70</a:t>
                      </a:r>
                    </a:p>
                  </a:txBody>
                  <a:tcPr>
                    <a:solidFill>
                      <a:srgbClr val="F2F2F2"/>
                    </a:solidFill>
                  </a:tcPr>
                </a:tc>
              </a:tr>
              <a:tr h="502920">
                <a:tc>
                  <a:txBody>
                    <a:bodyPr wrap="square"/>
                    <a:lstStyle/>
                    <a:p>
                      <a:pPr algn="l"/>
                      <a:r>
                        <a:rPr sz="1300" b="1">
                          <a:solidFill>
                            <a:srgbClr val="333333"/>
                          </a:solidFill>
                          <a:latin typeface="Segoe UI"/>
                        </a:rPr>
                        <a:t>Classes</a:t>
                      </a:r>
                    </a:p>
                  </a:txBody>
                  <a:tcPr/>
                </a:tc>
                <a:tc>
                  <a:txBody>
                    <a:bodyPr wrap="square"/>
                    <a:lstStyle/>
                    <a:p>
                      <a:pPr algn="l"/>
                      <a:r>
                        <a:rPr sz="1300" b="0">
                          <a:solidFill>
                            <a:srgbClr val="333333"/>
                          </a:solidFill>
                          <a:latin typeface="Segoe UI"/>
                        </a:rPr>
                        <a:t>10,616</a:t>
                      </a:r>
                    </a:p>
                  </a:txBody>
                  <a:tcPr/>
                </a:tc>
                <a:tc>
                  <a:txBody>
                    <a:bodyPr wrap="square"/>
                    <a:lstStyle/>
                    <a:p>
                      <a:pPr algn="l"/>
                      <a:r>
                        <a:rPr sz="1300" b="0">
                          <a:solidFill>
                            <a:srgbClr val="333333"/>
                          </a:solidFill>
                          <a:latin typeface="Segoe UI"/>
                        </a:rPr>
                        <a:t>5,297</a:t>
                      </a:r>
                    </a:p>
                  </a:txBody>
                  <a:tcPr/>
                </a:tc>
                <a:tc>
                  <a:txBody>
                    <a:bodyPr wrap="square"/>
                    <a:lstStyle/>
                    <a:p>
                      <a:pPr algn="l"/>
                      <a:r>
                        <a:rPr sz="1300" b="0">
                          <a:solidFill>
                            <a:srgbClr val="333333"/>
                          </a:solidFill>
                          <a:latin typeface="Segoe UI"/>
                        </a:rPr>
                        <a:t>3,551</a:t>
                      </a:r>
                    </a:p>
                  </a:txBody>
                  <a:tcPr/>
                </a:tc>
                <a:tc>
                  <a:txBody>
                    <a:bodyPr wrap="square"/>
                    <a:lstStyle/>
                    <a:p>
                      <a:pPr algn="l"/>
                      <a:r>
                        <a:rPr sz="1300" b="0">
                          <a:solidFill>
                            <a:srgbClr val="333333"/>
                          </a:solidFill>
                          <a:latin typeface="Segoe UI"/>
                        </a:rPr>
                        <a:t>12</a:t>
                      </a:r>
                    </a:p>
                  </a:txBody>
                  <a:tcPr/>
                </a:tc>
                <a:tc>
                  <a:txBody>
                    <a:bodyPr wrap="square"/>
                    <a:lstStyle/>
                    <a:p>
                      <a:pPr algn="l"/>
                      <a:r>
                        <a:rPr sz="1300" b="0">
                          <a:solidFill>
                            <a:srgbClr val="333333"/>
                          </a:solidFill>
                          <a:latin typeface="Segoe UI"/>
                        </a:rPr>
                        <a:t>146</a:t>
                      </a:r>
                    </a:p>
                  </a:txBody>
                  <a:tcPr/>
                </a:tc>
              </a:tr>
              <a:tr h="502920">
                <a:tc>
                  <a:txBody>
                    <a:bodyPr wrap="square"/>
                    <a:lstStyle/>
                    <a:p>
                      <a:pPr algn="l"/>
                      <a:r>
                        <a:rPr sz="1300" b="1">
                          <a:solidFill>
                            <a:srgbClr val="333333"/>
                          </a:solidFill>
                          <a:latin typeface="Segoe UI"/>
                        </a:rPr>
                        <a:t>Methods</a:t>
                      </a:r>
                    </a:p>
                  </a:txBody>
                  <a:tcPr>
                    <a:solidFill>
                      <a:srgbClr val="F2F2F2"/>
                    </a:solidFill>
                  </a:tcPr>
                </a:tc>
                <a:tc>
                  <a:txBody>
                    <a:bodyPr wrap="square"/>
                    <a:lstStyle/>
                    <a:p>
                      <a:pPr algn="l"/>
                      <a:r>
                        <a:rPr sz="1300" b="0">
                          <a:solidFill>
                            <a:srgbClr val="333333"/>
                          </a:solidFill>
                          <a:latin typeface="Segoe UI"/>
                        </a:rPr>
                        <a:t>62,262</a:t>
                      </a:r>
                    </a:p>
                  </a:txBody>
                  <a:tcPr>
                    <a:solidFill>
                      <a:srgbClr val="F2F2F2"/>
                    </a:solidFill>
                  </a:tcPr>
                </a:tc>
                <a:tc>
                  <a:txBody>
                    <a:bodyPr wrap="square"/>
                    <a:lstStyle/>
                    <a:p>
                      <a:pPr algn="l"/>
                      <a:r>
                        <a:rPr sz="1300" b="0">
                          <a:solidFill>
                            <a:srgbClr val="333333"/>
                          </a:solidFill>
                          <a:latin typeface="Segoe UI"/>
                        </a:rPr>
                        <a:t>30,946</a:t>
                      </a:r>
                    </a:p>
                  </a:txBody>
                  <a:tcPr>
                    <a:solidFill>
                      <a:srgbClr val="F2F2F2"/>
                    </a:solidFill>
                  </a:tcPr>
                </a:tc>
                <a:tc>
                  <a:txBody>
                    <a:bodyPr wrap="square"/>
                    <a:lstStyle/>
                    <a:p>
                      <a:pPr algn="l"/>
                      <a:r>
                        <a:rPr sz="1300" b="0">
                          <a:solidFill>
                            <a:srgbClr val="333333"/>
                          </a:solidFill>
                          <a:latin typeface="Segoe UI"/>
                        </a:rPr>
                        <a:t>13,213</a:t>
                      </a:r>
                    </a:p>
                  </a:txBody>
                  <a:tcPr>
                    <a:solidFill>
                      <a:srgbClr val="F2F2F2"/>
                    </a:solidFill>
                  </a:tcPr>
                </a:tc>
                <a:tc>
                  <a:txBody>
                    <a:bodyPr wrap="square"/>
                    <a:lstStyle/>
                    <a:p>
                      <a:pPr algn="l"/>
                      <a:r>
                        <a:rPr sz="1300" b="0">
                          <a:solidFill>
                            <a:srgbClr val="333333"/>
                          </a:solidFill>
                          <a:latin typeface="Segoe UI"/>
                        </a:rPr>
                        <a:t>45</a:t>
                      </a:r>
                    </a:p>
                  </a:txBody>
                  <a:tcPr>
                    <a:solidFill>
                      <a:srgbClr val="F2F2F2"/>
                    </a:solidFill>
                  </a:tcPr>
                </a:tc>
                <a:tc>
                  <a:txBody>
                    <a:bodyPr wrap="square"/>
                    <a:lstStyle/>
                    <a:p>
                      <a:pPr algn="l"/>
                      <a:r>
                        <a:rPr sz="1300" b="0">
                          <a:solidFill>
                            <a:srgbClr val="333333"/>
                          </a:solidFill>
                          <a:latin typeface="Segoe UI"/>
                        </a:rPr>
                        <a:t>766</a:t>
                      </a:r>
                    </a:p>
                  </a:txBody>
                  <a:tcPr>
                    <a:solidFill>
                      <a:srgbClr val="F2F2F2"/>
                    </a:solidFill>
                  </a:tcPr>
                </a:tc>
              </a:tr>
              <a:tr h="502920">
                <a:tc>
                  <a:txBody>
                    <a:bodyPr wrap="square"/>
                    <a:lstStyle/>
                    <a:p>
                      <a:pPr algn="l"/>
                      <a:r>
                        <a:rPr sz="1300" b="1">
                          <a:solidFill>
                            <a:srgbClr val="333333"/>
                          </a:solidFill>
                          <a:latin typeface="Segoe UI"/>
                        </a:rPr>
                        <a:t>Business Rules</a:t>
                      </a:r>
                    </a:p>
                  </a:txBody>
                  <a:tcPr/>
                </a:tc>
                <a:tc>
                  <a:txBody>
                    <a:bodyPr wrap="square"/>
                    <a:lstStyle/>
                    <a:p>
                      <a:pPr algn="l"/>
                      <a:r>
                        <a:rPr sz="1300" b="0">
                          <a:solidFill>
                            <a:srgbClr val="333333"/>
                          </a:solidFill>
                          <a:latin typeface="Segoe UI"/>
                        </a:rPr>
                        <a:t>24,990</a:t>
                      </a:r>
                    </a:p>
                  </a:txBody>
                  <a:tcPr/>
                </a:tc>
                <a:tc>
                  <a:txBody>
                    <a:bodyPr wrap="square"/>
                    <a:lstStyle/>
                    <a:p>
                      <a:pPr algn="l"/>
                      <a:r>
                        <a:rPr sz="1300" b="0">
                          <a:solidFill>
                            <a:srgbClr val="333333"/>
                          </a:solidFill>
                          <a:latin typeface="Segoe UI"/>
                        </a:rPr>
                        <a:t>12,510</a:t>
                      </a:r>
                    </a:p>
                  </a:txBody>
                  <a:tcPr/>
                </a:tc>
                <a:tc>
                  <a:txBody>
                    <a:bodyPr wrap="square"/>
                    <a:lstStyle/>
                    <a:p>
                      <a:pPr algn="l"/>
                      <a:r>
                        <a:rPr sz="1300" b="0">
                          <a:solidFill>
                            <a:srgbClr val="333333"/>
                          </a:solidFill>
                          <a:latin typeface="Segoe UI"/>
                        </a:rPr>
                        <a:t>6,283</a:t>
                      </a:r>
                    </a:p>
                  </a:txBody>
                  <a:tcPr/>
                </a:tc>
                <a:tc>
                  <a:txBody>
                    <a:bodyPr wrap="square"/>
                    <a:lstStyle/>
                    <a:p>
                      <a:pPr algn="l"/>
                      <a:r>
                        <a:rPr sz="1300" b="0">
                          <a:solidFill>
                            <a:srgbClr val="333333"/>
                          </a:solidFill>
                          <a:latin typeface="Segoe UI"/>
                        </a:rPr>
                        <a:t>61</a:t>
                      </a:r>
                    </a:p>
                  </a:txBody>
                  <a:tcPr/>
                </a:tc>
                <a:tc>
                  <a:txBody>
                    <a:bodyPr wrap="square"/>
                    <a:lstStyle/>
                    <a:p>
                      <a:pPr algn="l"/>
                      <a:r>
                        <a:rPr sz="1300" b="0">
                          <a:solidFill>
                            <a:srgbClr val="333333"/>
                          </a:solidFill>
                          <a:latin typeface="Segoe UI"/>
                        </a:rPr>
                        <a:t>302</a:t>
                      </a:r>
                    </a:p>
                  </a:txBody>
                  <a:tcPr/>
                </a:tc>
              </a:tr>
              <a:tr h="502920">
                <a:tc>
                  <a:txBody>
                    <a:bodyPr wrap="square"/>
                    <a:lstStyle/>
                    <a:p>
                      <a:pPr algn="l"/>
                      <a:r>
                        <a:rPr sz="1300" b="1">
                          <a:solidFill>
                            <a:srgbClr val="333333"/>
                          </a:solidFill>
                          <a:latin typeface="Segoe UI"/>
                        </a:rPr>
                        <a:t>Function Rules</a:t>
                      </a:r>
                    </a:p>
                  </a:txBody>
                  <a:tcPr>
                    <a:solidFill>
                      <a:srgbClr val="F2F2F2"/>
                    </a:solidFill>
                  </a:tcPr>
                </a:tc>
                <a:tc>
                  <a:txBody>
                    <a:bodyPr wrap="square"/>
                    <a:lstStyle/>
                    <a:p>
                      <a:pPr algn="l"/>
                      <a:r>
                        <a:rPr sz="1300" b="0">
                          <a:solidFill>
                            <a:srgbClr val="333333"/>
                          </a:solidFill>
                          <a:latin typeface="Segoe UI"/>
                        </a:rPr>
                        <a:t>1,235</a:t>
                      </a:r>
                    </a:p>
                  </a:txBody>
                  <a:tcPr>
                    <a:solidFill>
                      <a:srgbClr val="F2F2F2"/>
                    </a:solidFill>
                  </a:tcPr>
                </a:tc>
                <a:tc>
                  <a:txBody>
                    <a:bodyPr wrap="square"/>
                    <a:lstStyle/>
                    <a:p>
                      <a:pPr algn="l"/>
                      <a:r>
                        <a:rPr sz="1300" b="0">
                          <a:solidFill>
                            <a:srgbClr val="333333"/>
                          </a:solidFill>
                          <a:latin typeface="Segoe UI"/>
                        </a:rPr>
                        <a:t>620</a:t>
                      </a:r>
                    </a:p>
                  </a:txBody>
                  <a:tcPr>
                    <a:solidFill>
                      <a:srgbClr val="F2F2F2"/>
                    </a:solidFill>
                  </a:tcPr>
                </a:tc>
                <a:tc>
                  <a:txBody>
                    <a:bodyPr wrap="square"/>
                    <a:lstStyle/>
                    <a:p>
                      <a:pPr algn="l"/>
                      <a:r>
                        <a:rPr sz="1300" b="0">
                          <a:solidFill>
                            <a:srgbClr val="333333"/>
                          </a:solidFill>
                          <a:latin typeface="Segoe UI"/>
                        </a:rPr>
                        <a:t>77</a:t>
                      </a:r>
                    </a:p>
                  </a:txBody>
                  <a:tcPr>
                    <a:solidFill>
                      <a:srgbClr val="F2F2F2"/>
                    </a:solidFill>
                  </a:tcPr>
                </a:tc>
                <a:tc>
                  <a:txBody>
                    <a:bodyPr wrap="square"/>
                    <a:lstStyle/>
                    <a:p>
                      <a:pPr algn="l"/>
                      <a:r>
                        <a:rPr sz="1300" b="0">
                          <a:solidFill>
                            <a:srgbClr val="333333"/>
                          </a:solidFill>
                          <a:latin typeface="Segoe UI"/>
                        </a:rPr>
                        <a:t>3</a:t>
                      </a:r>
                    </a:p>
                  </a:txBody>
                  <a:tcPr>
                    <a:solidFill>
                      <a:srgbClr val="F2F2F2"/>
                    </a:solidFill>
                  </a:tcPr>
                </a:tc>
                <a:tc>
                  <a:txBody>
                    <a:bodyPr wrap="square"/>
                    <a:lstStyle/>
                    <a:p>
                      <a:pPr algn="l"/>
                      <a:r>
                        <a:rPr sz="1300" b="0">
                          <a:solidFill>
                            <a:srgbClr val="333333"/>
                          </a:solidFill>
                          <a:latin typeface="Segoe UI"/>
                        </a:rPr>
                        <a:t>2</a:t>
                      </a:r>
                    </a:p>
                  </a:txBody>
                  <a:tcPr>
                    <a:solidFill>
                      <a:srgbClr val="F2F2F2"/>
                    </a:solidFill>
                  </a:tcPr>
                </a:tc>
              </a:tr>
            </a:tbl>
          </a:graphicData>
        </a:graphic>
      </p:graphicFrame>
      <p:sp>
        <p:nvSpPr>
          <p:cNvPr id="5" name="TextBox 4"/>
          <p:cNvSpPr txBox="1"/>
          <p:nvPr/>
        </p:nvSpPr>
        <p:spPr>
          <a:xfrm>
            <a:off x="457200" y="4846320"/>
            <a:ext cx="10972800" cy="1371600"/>
          </a:xfrm>
          <a:prstGeom prst="rect">
            <a:avLst/>
          </a:prstGeom>
          <a:noFill/>
        </p:spPr>
        <p:txBody>
          <a:bodyPr wrap="square">
            <a:spAutoFit/>
          </a:bodyPr>
          <a:lstStyle/>
          <a:p>
            <a:r>
              <a:rPr sz="1600" b="1">
                <a:solidFill>
                  <a:srgbClr val="002B5C"/>
                </a:solidFill>
                <a:latin typeface="Segoe UI"/>
              </a:rPr>
              <a:t>Overall Scale</a:t>
            </a:r>
          </a:p>
          <a:p>
            <a:r>
              <a:rPr sz="1500" b="0">
                <a:solidFill>
                  <a:srgbClr val="333333"/>
                </a:solidFill>
                <a:latin typeface="Segoe UI"/>
              </a:rPr>
              <a:t>~7,948 files  |  ~14,167 classes  |  ~75K methods  |  ~33K business rules  |  ~1,312 function-level rules</a:t>
            </a:r>
          </a:p>
          <a:p>
            <a:r>
              <a:rPr sz="1500" b="0">
                <a:solidFill>
                  <a:srgbClr val="006BA6"/>
                </a:solidFill>
                <a:latin typeface="Segoe UI"/>
              </a:rPr>
              <a:t>→ Large, rules-heavy monolithic estate requiring systematic, agent-driven modernization</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Program 3 – O2: Legacy Batch Modernization</a:t>
            </a:r>
          </a:p>
        </p:txBody>
      </p:sp>
      <p:sp>
        <p:nvSpPr>
          <p:cNvPr id="4" name="TextBox 3"/>
          <p:cNvSpPr txBox="1"/>
          <p:nvPr/>
        </p:nvSpPr>
        <p:spPr>
          <a:xfrm>
            <a:off x="548640" y="1005840"/>
            <a:ext cx="10972800" cy="457200"/>
          </a:xfrm>
          <a:prstGeom prst="rect">
            <a:avLst/>
          </a:prstGeom>
          <a:noFill/>
        </p:spPr>
        <p:txBody>
          <a:bodyPr wrap="none">
            <a:spAutoFit/>
          </a:bodyPr>
          <a:lstStyle/>
          <a:p>
            <a:r>
              <a:rPr sz="2000" b="1">
                <a:solidFill>
                  <a:srgbClr val="006BA6"/>
                </a:solidFill>
                <a:latin typeface="Segoe UI"/>
              </a:rPr>
              <a:t>COBOL Batch → Spring Batch (Custom Agent)</a:t>
            </a:r>
          </a:p>
        </p:txBody>
      </p:sp>
      <p:sp>
        <p:nvSpPr>
          <p:cNvPr id="5" name="TextBox 4"/>
          <p:cNvSpPr txBox="1"/>
          <p:nvPr/>
        </p:nvSpPr>
        <p:spPr>
          <a:xfrm>
            <a:off x="548640" y="1554480"/>
            <a:ext cx="10515600" cy="4754880"/>
          </a:xfrm>
          <a:prstGeom prst="rect">
            <a:avLst/>
          </a:prstGeom>
          <a:noFill/>
        </p:spPr>
        <p:txBody>
          <a:bodyPr wrap="square">
            <a:spAutoFit/>
          </a:bodyPr>
          <a:lstStyle/>
          <a:p>
            <a:pPr>
              <a:spcAft>
                <a:spcPts val="400"/>
              </a:spcAft>
            </a:pPr>
            <a:r>
              <a:rPr sz="1500" b="1">
                <a:solidFill>
                  <a:srgbClr val="002B5C"/>
                </a:solidFill>
                <a:latin typeface="Segoe UI"/>
              </a:rPr>
              <a:t>●  Source</a:t>
            </a:r>
            <a:r>
              <a:rPr sz="1500" b="0">
                <a:solidFill>
                  <a:srgbClr val="333333"/>
                </a:solidFill>
                <a:latin typeface="Segoe UI"/>
              </a:rPr>
              <a:t> – COBOL batch programs with JCL scheduling, sequential file I/O, and DB2 interactions</a:t>
            </a:r>
          </a:p>
          <a:p>
            <a:pPr>
              <a:spcAft>
                <a:spcPts val="400"/>
              </a:spcAft>
            </a:pPr>
            <a:r>
              <a:rPr sz="1500" b="1">
                <a:solidFill>
                  <a:srgbClr val="002B5C"/>
                </a:solidFill>
                <a:latin typeface="Segoe UI"/>
              </a:rPr>
              <a:t>●  Target</a:t>
            </a:r>
            <a:r>
              <a:rPr sz="1500" b="0">
                <a:solidFill>
                  <a:srgbClr val="333333"/>
                </a:solidFill>
                <a:latin typeface="Segoe UI"/>
              </a:rPr>
              <a:t> – Spring Batch (Java) with modern job scheduling, chunk-oriented processing, and cloud-ready deployment</a:t>
            </a:r>
          </a:p>
          <a:p>
            <a:pPr>
              <a:spcAft>
                <a:spcPts val="400"/>
              </a:spcAft>
            </a:pPr>
            <a:r>
              <a:rPr sz="1500" b="1">
                <a:solidFill>
                  <a:srgbClr val="002B5C"/>
                </a:solidFill>
                <a:latin typeface="Segoe UI"/>
              </a:rPr>
              <a:t>●  Agent Framework</a:t>
            </a:r>
            <a:r>
              <a:rPr sz="1500" b="0">
                <a:solidFill>
                  <a:srgbClr val="333333"/>
                </a:solidFill>
                <a:latin typeface="Segoe UI"/>
              </a:rPr>
              <a:t> – Custom-built agent specifically designed for batch-to-batch modernization patterns</a:t>
            </a:r>
          </a:p>
          <a:p>
            <a:pPr>
              <a:spcAft>
                <a:spcPts val="400"/>
              </a:spcAft>
            </a:pPr>
            <a:r>
              <a:rPr sz="1500" b="1">
                <a:solidFill>
                  <a:srgbClr val="002B5C"/>
                </a:solidFill>
                <a:latin typeface="Segoe UI"/>
              </a:rPr>
              <a:t>●  Vertex AI Search</a:t>
            </a:r>
            <a:r>
              <a:rPr sz="1500" b="0">
                <a:solidFill>
                  <a:srgbClr val="333333"/>
                </a:solidFill>
                <a:latin typeface="Segoe UI"/>
              </a:rPr>
              <a:t> – Indexes JCL procedures, COBOL copybooks, file layouts, and batch run documentation to provide agents with scheduling dependencies and data-flow context</a:t>
            </a:r>
          </a:p>
          <a:p>
            <a:pPr>
              <a:spcAft>
                <a:spcPts val="400"/>
              </a:spcAft>
            </a:pPr>
            <a:r>
              <a:rPr sz="1500" b="1">
                <a:solidFill>
                  <a:srgbClr val="002B5C"/>
                </a:solidFill>
                <a:latin typeface="Segoe UI"/>
              </a:rPr>
              <a:t>●  Spec-Driven Flow</a:t>
            </a:r>
            <a:r>
              <a:rPr sz="1500" b="0">
                <a:solidFill>
                  <a:srgbClr val="333333"/>
                </a:solidFill>
                <a:latin typeface="Segoe UI"/>
              </a:rPr>
              <a:t> – Agent produces Batch Job Specs from JCL/COBOL analysis → Step-level BRDs → Spring Batch Job configuration → Chunk reader/processor/writer code → Integration tests</a:t>
            </a:r>
          </a:p>
          <a:p>
            <a:pPr>
              <a:spcAft>
                <a:spcPts val="400"/>
              </a:spcAft>
            </a:pPr>
            <a:r>
              <a:rPr sz="1500" b="1">
                <a:solidFill>
                  <a:srgbClr val="002B5C"/>
                </a:solidFill>
                <a:latin typeface="Segoe UI"/>
              </a:rPr>
              <a:t>●  Key Differentiator</a:t>
            </a:r>
            <a:r>
              <a:rPr sz="1500" b="0">
                <a:solidFill>
                  <a:srgbClr val="333333"/>
                </a:solidFill>
                <a:latin typeface="Segoe UI"/>
              </a:rPr>
              <a:t> – Custom agent handles batch-specific patterns: checkpoint/restart logic, commit intervals, conditional step execution, and file-based partitioning</a:t>
            </a:r>
          </a:p>
          <a:p>
            <a:pPr>
              <a:spcAft>
                <a:spcPts val="400"/>
              </a:spcAft>
            </a:pPr>
            <a:r>
              <a:rPr sz="1500" b="1">
                <a:solidFill>
                  <a:srgbClr val="002B5C"/>
                </a:solidFill>
                <a:latin typeface="Segoe UI"/>
              </a:rPr>
              <a:t>●  Human-in-the-Loop</a:t>
            </a:r>
            <a:r>
              <a:rPr sz="1500" b="0">
                <a:solidFill>
                  <a:srgbClr val="333333"/>
                </a:solidFill>
                <a:latin typeface="Segoe UI"/>
              </a:rPr>
              <a:t> – Mandatory review of batch job dependency graphs and data-flow mappings before code generation</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Agentic SDLC Architecture – Using Schwab Ecosystem</a:t>
            </a:r>
          </a:p>
        </p:txBody>
      </p:sp>
      <p:sp>
        <p:nvSpPr>
          <p:cNvPr id="4" name="Rounded Rectangle 3"/>
          <p:cNvSpPr/>
          <p:nvPr/>
        </p:nvSpPr>
        <p:spPr>
          <a:xfrm>
            <a:off x="274320" y="1188720"/>
            <a:ext cx="1143000" cy="77724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Legacy
Intake</a:t>
            </a:r>
          </a:p>
        </p:txBody>
      </p:sp>
      <p:sp>
        <p:nvSpPr>
          <p:cNvPr id="5" name="Right Arrow 4"/>
          <p:cNvSpPr/>
          <p:nvPr/>
        </p:nvSpPr>
        <p:spPr>
          <a:xfrm>
            <a:off x="1435608" y="1444752"/>
            <a:ext cx="128016" cy="256032"/>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72768" y="1188720"/>
            <a:ext cx="1143000" cy="77724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Code
Analysis</a:t>
            </a:r>
          </a:p>
        </p:txBody>
      </p:sp>
      <p:sp>
        <p:nvSpPr>
          <p:cNvPr id="7" name="Right Arrow 6"/>
          <p:cNvSpPr/>
          <p:nvPr/>
        </p:nvSpPr>
        <p:spPr>
          <a:xfrm>
            <a:off x="2734056" y="1444752"/>
            <a:ext cx="128016" cy="256032"/>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871216" y="1188720"/>
            <a:ext cx="1143000" cy="77724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Requirements
(BRD)</a:t>
            </a:r>
          </a:p>
        </p:txBody>
      </p:sp>
      <p:sp>
        <p:nvSpPr>
          <p:cNvPr id="9" name="Right Arrow 8"/>
          <p:cNvSpPr/>
          <p:nvPr/>
        </p:nvSpPr>
        <p:spPr>
          <a:xfrm>
            <a:off x="4032504" y="1444752"/>
            <a:ext cx="128016" cy="256032"/>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69664" y="1188720"/>
            <a:ext cx="1143000" cy="777240"/>
          </a:xfrm>
          <a:prstGeom prst="round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DDD
Artifacts</a:t>
            </a:r>
          </a:p>
        </p:txBody>
      </p:sp>
      <p:sp>
        <p:nvSpPr>
          <p:cNvPr id="11" name="Right Arrow 10"/>
          <p:cNvSpPr/>
          <p:nvPr/>
        </p:nvSpPr>
        <p:spPr>
          <a:xfrm>
            <a:off x="5330952" y="1444752"/>
            <a:ext cx="128016" cy="256032"/>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68112" y="1188720"/>
            <a:ext cx="1143000" cy="77724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API Design
(OpenAPI)</a:t>
            </a:r>
          </a:p>
        </p:txBody>
      </p:sp>
      <p:sp>
        <p:nvSpPr>
          <p:cNvPr id="13" name="Right Arrow 12"/>
          <p:cNvSpPr/>
          <p:nvPr/>
        </p:nvSpPr>
        <p:spPr>
          <a:xfrm>
            <a:off x="6629400" y="1444752"/>
            <a:ext cx="128016" cy="256032"/>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6560" y="1188720"/>
            <a:ext cx="1143000" cy="77724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User
Stories</a:t>
            </a:r>
          </a:p>
        </p:txBody>
      </p:sp>
      <p:sp>
        <p:nvSpPr>
          <p:cNvPr id="15" name="Right Arrow 14"/>
          <p:cNvSpPr/>
          <p:nvPr/>
        </p:nvSpPr>
        <p:spPr>
          <a:xfrm>
            <a:off x="7927848" y="1444752"/>
            <a:ext cx="128016" cy="256032"/>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65008" y="1188720"/>
            <a:ext cx="1143000" cy="77724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Code
Generation</a:t>
            </a:r>
          </a:p>
        </p:txBody>
      </p:sp>
      <p:sp>
        <p:nvSpPr>
          <p:cNvPr id="17" name="Right Arrow 16"/>
          <p:cNvSpPr/>
          <p:nvPr/>
        </p:nvSpPr>
        <p:spPr>
          <a:xfrm>
            <a:off x="9226296" y="1444752"/>
            <a:ext cx="128016" cy="256032"/>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363456" y="1188720"/>
            <a:ext cx="1143000" cy="777240"/>
          </a:xfrm>
          <a:prstGeom prst="round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Testing &amp;
Validation</a:t>
            </a:r>
          </a:p>
        </p:txBody>
      </p:sp>
      <p:sp>
        <p:nvSpPr>
          <p:cNvPr id="19" name="Right Arrow 18"/>
          <p:cNvSpPr/>
          <p:nvPr/>
        </p:nvSpPr>
        <p:spPr>
          <a:xfrm>
            <a:off x="10524744" y="1444752"/>
            <a:ext cx="128016" cy="256032"/>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661904" y="1188720"/>
            <a:ext cx="1143000" cy="77724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b="1">
                <a:solidFill>
                  <a:srgbClr val="FFFFFF"/>
                </a:solidFill>
                <a:latin typeface="Segoe UI"/>
              </a:rPr>
              <a:t>Deployment
(CI/CD)</a:t>
            </a:r>
          </a:p>
        </p:txBody>
      </p:sp>
      <p:sp>
        <p:nvSpPr>
          <p:cNvPr id="21" name="Rounded Rectangle 20"/>
          <p:cNvSpPr/>
          <p:nvPr/>
        </p:nvSpPr>
        <p:spPr>
          <a:xfrm>
            <a:off x="274320" y="2148840"/>
            <a:ext cx="11612880" cy="457200"/>
          </a:xfrm>
          <a:prstGeom prst="round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Vertex AI Search – Domain Knowledge (GCS)</a:t>
            </a:r>
          </a:p>
        </p:txBody>
      </p:sp>
      <p:sp>
        <p:nvSpPr>
          <p:cNvPr id="22" name="Rounded Rectangle 21"/>
          <p:cNvSpPr/>
          <p:nvPr/>
        </p:nvSpPr>
        <p:spPr>
          <a:xfrm>
            <a:off x="274320" y="2697480"/>
            <a:ext cx="11612880" cy="45720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Spec-Driven Development – Formal Specs as Contracts Between Stages</a:t>
            </a:r>
          </a:p>
        </p:txBody>
      </p:sp>
      <p:sp>
        <p:nvSpPr>
          <p:cNvPr id="23" name="Rounded Rectangle 22"/>
          <p:cNvSpPr/>
          <p:nvPr/>
        </p:nvSpPr>
        <p:spPr>
          <a:xfrm>
            <a:off x="274320" y="3383280"/>
            <a:ext cx="3566160" cy="41148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LangChain / LangGraph</a:t>
            </a:r>
          </a:p>
        </p:txBody>
      </p:sp>
      <p:sp>
        <p:nvSpPr>
          <p:cNvPr id="24" name="TextBox 23"/>
          <p:cNvSpPr txBox="1"/>
          <p:nvPr/>
        </p:nvSpPr>
        <p:spPr>
          <a:xfrm>
            <a:off x="365760" y="3886200"/>
            <a:ext cx="3383280" cy="2286000"/>
          </a:xfrm>
          <a:prstGeom prst="rect">
            <a:avLst/>
          </a:prstGeom>
          <a:noFill/>
        </p:spPr>
        <p:txBody>
          <a:bodyPr wrap="square">
            <a:spAutoFit/>
          </a:bodyPr>
          <a:lstStyle/>
          <a:p>
            <a:pPr>
              <a:spcAft>
                <a:spcPts val="600"/>
              </a:spcAft>
            </a:pPr>
            <a:r>
              <a:rPr sz="1300" b="0">
                <a:solidFill>
                  <a:srgbClr val="333333"/>
                </a:solidFill>
                <a:latin typeface="Segoe UI"/>
              </a:rPr>
              <a:t>● Graph-based orchestration</a:t>
            </a:r>
          </a:p>
          <a:p>
            <a:pPr>
              <a:spcAft>
                <a:spcPts val="600"/>
              </a:spcAft>
            </a:pPr>
            <a:r>
              <a:rPr sz="1300" b="0">
                <a:solidFill>
                  <a:srgbClr val="333333"/>
                </a:solidFill>
                <a:latin typeface="Segoe UI"/>
              </a:rPr>
              <a:t>● Multi-model LLM runtime</a:t>
            </a:r>
          </a:p>
          <a:p>
            <a:pPr>
              <a:spcAft>
                <a:spcPts val="600"/>
              </a:spcAft>
            </a:pPr>
            <a:r>
              <a:rPr sz="1300" b="0">
                <a:solidFill>
                  <a:srgbClr val="333333"/>
                </a:solidFill>
                <a:latin typeface="Segoe UI"/>
              </a:rPr>
              <a:t>● Conditional branching &amp; loops</a:t>
            </a:r>
          </a:p>
          <a:p>
            <a:pPr>
              <a:spcAft>
                <a:spcPts val="600"/>
              </a:spcAft>
            </a:pPr>
            <a:r>
              <a:rPr sz="1300" b="0">
                <a:solidFill>
                  <a:srgbClr val="333333"/>
                </a:solidFill>
                <a:latin typeface="Segoe UI"/>
              </a:rPr>
              <a:t>● LangSmith observability</a:t>
            </a:r>
          </a:p>
          <a:p>
            <a:pPr>
              <a:spcAft>
                <a:spcPts val="600"/>
              </a:spcAft>
            </a:pPr>
            <a:r>
              <a:rPr sz="1300" b="0">
                <a:solidFill>
                  <a:srgbClr val="333333"/>
                </a:solidFill>
                <a:latin typeface="Segoe UI"/>
              </a:rPr>
              <a:t>● Used for: RPS / SchwabPlan.com</a:t>
            </a:r>
          </a:p>
        </p:txBody>
      </p:sp>
      <p:sp>
        <p:nvSpPr>
          <p:cNvPr id="25" name="Rounded Rectangle 24"/>
          <p:cNvSpPr/>
          <p:nvPr/>
        </p:nvSpPr>
        <p:spPr>
          <a:xfrm>
            <a:off x="4114800" y="3383280"/>
            <a:ext cx="3566160" cy="41148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Google ADK (Vertex AI)</a:t>
            </a:r>
          </a:p>
        </p:txBody>
      </p:sp>
      <p:sp>
        <p:nvSpPr>
          <p:cNvPr id="26" name="TextBox 25"/>
          <p:cNvSpPr txBox="1"/>
          <p:nvPr/>
        </p:nvSpPr>
        <p:spPr>
          <a:xfrm>
            <a:off x="4206240" y="3886200"/>
            <a:ext cx="3383280" cy="2286000"/>
          </a:xfrm>
          <a:prstGeom prst="rect">
            <a:avLst/>
          </a:prstGeom>
          <a:noFill/>
        </p:spPr>
        <p:txBody>
          <a:bodyPr wrap="square">
            <a:spAutoFit/>
          </a:bodyPr>
          <a:lstStyle/>
          <a:p>
            <a:pPr>
              <a:spcAft>
                <a:spcPts val="600"/>
              </a:spcAft>
            </a:pPr>
            <a:r>
              <a:rPr sz="1300" b="0">
                <a:solidFill>
                  <a:srgbClr val="333333"/>
                </a:solidFill>
                <a:latin typeface="Segoe UI"/>
              </a:rPr>
              <a:t>● GCP-native, Gemini-centric</a:t>
            </a:r>
          </a:p>
          <a:p>
            <a:pPr>
              <a:spcAft>
                <a:spcPts val="600"/>
              </a:spcAft>
            </a:pPr>
            <a:r>
              <a:rPr sz="1300" b="0">
                <a:solidFill>
                  <a:srgbClr val="333333"/>
                </a:solidFill>
                <a:latin typeface="Segoe UI"/>
              </a:rPr>
              <a:t>● Role-based agent abstractions</a:t>
            </a:r>
          </a:p>
          <a:p>
            <a:pPr>
              <a:spcAft>
                <a:spcPts val="600"/>
              </a:spcAft>
            </a:pPr>
            <a:r>
              <a:rPr sz="1300" b="0">
                <a:solidFill>
                  <a:srgbClr val="333333"/>
                </a:solidFill>
                <a:latin typeface="Segoe UI"/>
              </a:rPr>
              <a:t>● Multi-agent orchestration</a:t>
            </a:r>
          </a:p>
          <a:p>
            <a:pPr>
              <a:spcAft>
                <a:spcPts val="600"/>
              </a:spcAft>
            </a:pPr>
            <a:r>
              <a:rPr sz="1300" b="0">
                <a:solidFill>
                  <a:srgbClr val="333333"/>
                </a:solidFill>
                <a:latin typeface="Segoe UI"/>
              </a:rPr>
              <a:t>● Built-in governance</a:t>
            </a:r>
          </a:p>
          <a:p>
            <a:pPr>
              <a:spcAft>
                <a:spcPts val="600"/>
              </a:spcAft>
            </a:pPr>
            <a:r>
              <a:rPr sz="1300" b="0">
                <a:solidFill>
                  <a:srgbClr val="333333"/>
                </a:solidFill>
                <a:latin typeface="Segoe UI"/>
              </a:rPr>
              <a:t>● Used for: RPS / SchwabPlan.com</a:t>
            </a:r>
          </a:p>
        </p:txBody>
      </p:sp>
      <p:sp>
        <p:nvSpPr>
          <p:cNvPr id="27" name="Rounded Rectangle 26"/>
          <p:cNvSpPr/>
          <p:nvPr/>
        </p:nvSpPr>
        <p:spPr>
          <a:xfrm>
            <a:off x="7955279" y="3383280"/>
            <a:ext cx="3566160" cy="41148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Custom Agent</a:t>
            </a:r>
          </a:p>
        </p:txBody>
      </p:sp>
      <p:sp>
        <p:nvSpPr>
          <p:cNvPr id="28" name="TextBox 27"/>
          <p:cNvSpPr txBox="1"/>
          <p:nvPr/>
        </p:nvSpPr>
        <p:spPr>
          <a:xfrm>
            <a:off x="8046720" y="3886200"/>
            <a:ext cx="3383280" cy="2286000"/>
          </a:xfrm>
          <a:prstGeom prst="rect">
            <a:avLst/>
          </a:prstGeom>
          <a:noFill/>
        </p:spPr>
        <p:txBody>
          <a:bodyPr wrap="square">
            <a:spAutoFit/>
          </a:bodyPr>
          <a:lstStyle/>
          <a:p>
            <a:pPr>
              <a:spcAft>
                <a:spcPts val="600"/>
              </a:spcAft>
            </a:pPr>
            <a:r>
              <a:rPr sz="1300" b="0">
                <a:solidFill>
                  <a:srgbClr val="333333"/>
                </a:solidFill>
                <a:latin typeface="Segoe UI"/>
              </a:rPr>
              <a:t>● Purpose-built pipelines</a:t>
            </a:r>
          </a:p>
          <a:p>
            <a:pPr>
              <a:spcAft>
                <a:spcPts val="600"/>
              </a:spcAft>
            </a:pPr>
            <a:r>
              <a:rPr sz="1300" b="0">
                <a:solidFill>
                  <a:srgbClr val="333333"/>
                </a:solidFill>
                <a:latin typeface="Segoe UI"/>
              </a:rPr>
              <a:t>● Batch-specific patterns</a:t>
            </a:r>
          </a:p>
          <a:p>
            <a:pPr>
              <a:spcAft>
                <a:spcPts val="600"/>
              </a:spcAft>
            </a:pPr>
            <a:r>
              <a:rPr sz="1300" b="0">
                <a:solidFill>
                  <a:srgbClr val="333333"/>
                </a:solidFill>
                <a:latin typeface="Segoe UI"/>
              </a:rPr>
              <a:t>● COBOL/JCL specialization</a:t>
            </a:r>
          </a:p>
          <a:p>
            <a:pPr>
              <a:spcAft>
                <a:spcPts val="600"/>
              </a:spcAft>
            </a:pPr>
            <a:r>
              <a:rPr sz="1300" b="0">
                <a:solidFill>
                  <a:srgbClr val="333333"/>
                </a:solidFill>
                <a:latin typeface="Segoe UI"/>
              </a:rPr>
              <a:t>● Checkpoint/restart logic</a:t>
            </a:r>
          </a:p>
          <a:p>
            <a:pPr>
              <a:spcAft>
                <a:spcPts val="600"/>
              </a:spcAft>
            </a:pPr>
            <a:r>
              <a:rPr sz="1300" b="0">
                <a:solidFill>
                  <a:srgbClr val="333333"/>
                </a:solidFill>
                <a:latin typeface="Segoe UI"/>
              </a:rPr>
              <a:t>● Used for: Bank Sweep, O2</a:t>
            </a:r>
          </a:p>
        </p:txBody>
      </p:sp>
      <p:sp>
        <p:nvSpPr>
          <p:cNvPr id="29" name="Rounded Rectangle 28"/>
          <p:cNvSpPr/>
          <p:nvPr/>
        </p:nvSpPr>
        <p:spPr>
          <a:xfrm>
            <a:off x="274320" y="5852160"/>
            <a:ext cx="11612880" cy="41148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MCP Integrations: GitHub  |  Jira / Confluence  |  CI/CD  |  PCF  |  Selenium  |  Observability</a:t>
            </a:r>
          </a:p>
        </p:txBody>
      </p:sp>
      <p:sp>
        <p:nvSpPr>
          <p:cNvPr id="30" name="TextBox 29"/>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Agent Framework Comparison</a:t>
            </a:r>
          </a:p>
        </p:txBody>
      </p:sp>
      <p:graphicFrame>
        <p:nvGraphicFramePr>
          <p:cNvPr id="4" name="Table 3"/>
          <p:cNvGraphicFramePr>
            <a:graphicFrameLocks noGrp="1"/>
          </p:cNvGraphicFramePr>
          <p:nvPr/>
        </p:nvGraphicFramePr>
        <p:xfrm>
          <a:off x="457200" y="1051560"/>
          <a:ext cx="11247120" cy="530352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530352">
                <a:tc>
                  <a:txBody>
                    <a:bodyPr wrap="square"/>
                    <a:lstStyle/>
                    <a:p>
                      <a:pPr algn="ctr"/>
                      <a:r>
                        <a:rPr sz="1300" b="1">
                          <a:solidFill>
                            <a:srgbClr val="FFFFFF"/>
                          </a:solidFill>
                          <a:latin typeface="Segoe UI"/>
                        </a:rPr>
                        <a:t>Dimension</a:t>
                      </a:r>
                    </a:p>
                  </a:txBody>
                  <a:tcPr>
                    <a:solidFill>
                      <a:srgbClr val="002B5C"/>
                    </a:solidFill>
                  </a:tcPr>
                </a:tc>
                <a:tc>
                  <a:txBody>
                    <a:bodyPr wrap="square"/>
                    <a:lstStyle/>
                    <a:p>
                      <a:pPr algn="ctr"/>
                      <a:r>
                        <a:rPr sz="1300" b="1">
                          <a:solidFill>
                            <a:srgbClr val="FFFFFF"/>
                          </a:solidFill>
                          <a:latin typeface="Segoe UI"/>
                        </a:rPr>
                        <a:t>VS Code + Copilot
(Human-Assisted)</a:t>
                      </a:r>
                    </a:p>
                  </a:txBody>
                  <a:tcPr>
                    <a:solidFill>
                      <a:srgbClr val="002B5C"/>
                    </a:solidFill>
                  </a:tcPr>
                </a:tc>
                <a:tc>
                  <a:txBody>
                    <a:bodyPr wrap="square"/>
                    <a:lstStyle/>
                    <a:p>
                      <a:pPr algn="ctr"/>
                      <a:r>
                        <a:rPr sz="1300" b="1">
                          <a:solidFill>
                            <a:srgbClr val="FFFFFF"/>
                          </a:solidFill>
                          <a:latin typeface="Segoe UI"/>
                        </a:rPr>
                        <a:t>Google ADK
(Agent-Orchestrated)</a:t>
                      </a:r>
                    </a:p>
                  </a:txBody>
                  <a:tcPr>
                    <a:solidFill>
                      <a:srgbClr val="002B5C"/>
                    </a:solidFill>
                  </a:tcPr>
                </a:tc>
                <a:tc>
                  <a:txBody>
                    <a:bodyPr wrap="square"/>
                    <a:lstStyle/>
                    <a:p>
                      <a:pPr algn="ctr"/>
                      <a:r>
                        <a:rPr sz="1300" b="1">
                          <a:solidFill>
                            <a:srgbClr val="FFFFFF"/>
                          </a:solidFill>
                          <a:latin typeface="Segoe UI"/>
                        </a:rPr>
                        <a:t>LangGraph
(Graph-Orchestrated)</a:t>
                      </a:r>
                    </a:p>
                  </a:txBody>
                  <a:tcPr>
                    <a:solidFill>
                      <a:srgbClr val="002B5C"/>
                    </a:solidFill>
                  </a:tcPr>
                </a:tc>
                <a:tc>
                  <a:txBody>
                    <a:bodyPr wrap="square"/>
                    <a:lstStyle/>
                    <a:p>
                      <a:pPr algn="ctr"/>
                      <a:r>
                        <a:rPr sz="1300" b="1">
                          <a:solidFill>
                            <a:srgbClr val="FFFFFF"/>
                          </a:solidFill>
                          <a:latin typeface="Segoe UI"/>
                        </a:rPr>
                        <a:t>Custom Agent
(Batch-Specialized)</a:t>
                      </a:r>
                    </a:p>
                  </a:txBody>
                  <a:tcPr>
                    <a:solidFill>
                      <a:srgbClr val="002B5C"/>
                    </a:solidFill>
                  </a:tcPr>
                </a:tc>
              </a:tr>
              <a:tr h="530352">
                <a:tc>
                  <a:txBody>
                    <a:bodyPr wrap="square"/>
                    <a:lstStyle/>
                    <a:p>
                      <a:pPr algn="l"/>
                      <a:r>
                        <a:rPr sz="1300" b="1">
                          <a:solidFill>
                            <a:srgbClr val="333333"/>
                          </a:solidFill>
                          <a:latin typeface="Segoe UI"/>
                        </a:rPr>
                        <a:t>Primary Role</a:t>
                      </a:r>
                    </a:p>
                  </a:txBody>
                  <a:tcPr>
                    <a:solidFill>
                      <a:srgbClr val="F2F2F2"/>
                    </a:solidFill>
                  </a:tcPr>
                </a:tc>
                <a:tc>
                  <a:txBody>
                    <a:bodyPr wrap="square"/>
                    <a:lstStyle/>
                    <a:p>
                      <a:pPr algn="l"/>
                      <a:r>
                        <a:rPr sz="1300" b="0">
                          <a:solidFill>
                            <a:srgbClr val="333333"/>
                          </a:solidFill>
                          <a:latin typeface="Segoe UI"/>
                        </a:rPr>
                        <a:t>Developer productivity
accelerator</a:t>
                      </a:r>
                    </a:p>
                  </a:txBody>
                  <a:tcPr>
                    <a:solidFill>
                      <a:srgbClr val="F2F2F2"/>
                    </a:solidFill>
                  </a:tcPr>
                </a:tc>
                <a:tc>
                  <a:txBody>
                    <a:bodyPr wrap="square"/>
                    <a:lstStyle/>
                    <a:p>
                      <a:pPr algn="l"/>
                      <a:r>
                        <a:rPr sz="1300" b="0">
                          <a:solidFill>
                            <a:srgbClr val="333333"/>
                          </a:solidFill>
                          <a:latin typeface="Segoe UI"/>
                        </a:rPr>
                        <a:t>Enterprise-grade agentic
automation</a:t>
                      </a:r>
                    </a:p>
                  </a:txBody>
                  <a:tcPr>
                    <a:solidFill>
                      <a:srgbClr val="F2F2F2"/>
                    </a:solidFill>
                  </a:tcPr>
                </a:tc>
                <a:tc>
                  <a:txBody>
                    <a:bodyPr wrap="square"/>
                    <a:lstStyle/>
                    <a:p>
                      <a:pPr algn="l"/>
                      <a:r>
                        <a:rPr sz="1300" b="0">
                          <a:solidFill>
                            <a:srgbClr val="333333"/>
                          </a:solidFill>
                          <a:latin typeface="Segoe UI"/>
                        </a:rPr>
                        <a:t>Advanced multi-agent
workflow orchestration</a:t>
                      </a:r>
                    </a:p>
                  </a:txBody>
                  <a:tcPr>
                    <a:solidFill>
                      <a:srgbClr val="F2F2F2"/>
                    </a:solidFill>
                  </a:tcPr>
                </a:tc>
                <a:tc>
                  <a:txBody>
                    <a:bodyPr wrap="square"/>
                    <a:lstStyle/>
                    <a:p>
                      <a:pPr algn="l"/>
                      <a:r>
                        <a:rPr sz="1300" b="0">
                          <a:solidFill>
                            <a:srgbClr val="333333"/>
                          </a:solidFill>
                          <a:latin typeface="Segoe UI"/>
                        </a:rPr>
                        <a:t>Batch modernization
specialist</a:t>
                      </a:r>
                    </a:p>
                  </a:txBody>
                  <a:tcPr>
                    <a:solidFill>
                      <a:srgbClr val="F2F2F2"/>
                    </a:solidFill>
                  </a:tcPr>
                </a:tc>
              </a:tr>
              <a:tr h="530352">
                <a:tc>
                  <a:txBody>
                    <a:bodyPr wrap="square"/>
                    <a:lstStyle/>
                    <a:p>
                      <a:pPr algn="l"/>
                      <a:r>
                        <a:rPr sz="1300" b="1">
                          <a:solidFill>
                            <a:srgbClr val="333333"/>
                          </a:solidFill>
                          <a:latin typeface="Segoe UI"/>
                        </a:rPr>
                        <a:t>Human Involvement</a:t>
                      </a:r>
                    </a:p>
                  </a:txBody>
                  <a:tcPr/>
                </a:tc>
                <a:tc>
                  <a:txBody>
                    <a:bodyPr wrap="square"/>
                    <a:lstStyle/>
                    <a:p>
                      <a:pPr algn="l"/>
                      <a:r>
                        <a:rPr sz="1300" b="0">
                          <a:solidFill>
                            <a:srgbClr val="333333"/>
                          </a:solidFill>
                          <a:latin typeface="Segoe UI"/>
                        </a:rPr>
                        <a:t>High (every step)</a:t>
                      </a:r>
                    </a:p>
                  </a:txBody>
                  <a:tcPr/>
                </a:tc>
                <a:tc>
                  <a:txBody>
                    <a:bodyPr wrap="square"/>
                    <a:lstStyle/>
                    <a:p>
                      <a:pPr algn="l"/>
                      <a:r>
                        <a:rPr sz="1300" b="0">
                          <a:solidFill>
                            <a:srgbClr val="333333"/>
                          </a:solidFill>
                          <a:latin typeface="Segoe UI"/>
                        </a:rPr>
                        <a:t>Medium (at gates)</a:t>
                      </a:r>
                    </a:p>
                  </a:txBody>
                  <a:tcPr/>
                </a:tc>
                <a:tc>
                  <a:txBody>
                    <a:bodyPr wrap="square"/>
                    <a:lstStyle/>
                    <a:p>
                      <a:pPr algn="l"/>
                      <a:r>
                        <a:rPr sz="1300" b="0">
                          <a:solidFill>
                            <a:srgbClr val="333333"/>
                          </a:solidFill>
                          <a:latin typeface="Segoe UI"/>
                        </a:rPr>
                        <a:t>Medium–Low (checkpoints)</a:t>
                      </a:r>
                    </a:p>
                  </a:txBody>
                  <a:tcPr/>
                </a:tc>
                <a:tc>
                  <a:txBody>
                    <a:bodyPr wrap="square"/>
                    <a:lstStyle/>
                    <a:p>
                      <a:pPr algn="l"/>
                      <a:r>
                        <a:rPr sz="1300" b="0">
                          <a:solidFill>
                            <a:srgbClr val="333333"/>
                          </a:solidFill>
                          <a:latin typeface="Segoe UI"/>
                        </a:rPr>
                        <a:t>Medium (at gates)</a:t>
                      </a:r>
                    </a:p>
                  </a:txBody>
                  <a:tcPr/>
                </a:tc>
              </a:tr>
              <a:tr h="530352">
                <a:tc>
                  <a:txBody>
                    <a:bodyPr wrap="square"/>
                    <a:lstStyle/>
                    <a:p>
                      <a:pPr algn="l"/>
                      <a:r>
                        <a:rPr sz="1300" b="1">
                          <a:solidFill>
                            <a:srgbClr val="333333"/>
                          </a:solidFill>
                          <a:latin typeface="Segoe UI"/>
                        </a:rPr>
                        <a:t>Automation Level</a:t>
                      </a:r>
                    </a:p>
                  </a:txBody>
                  <a:tcPr>
                    <a:solidFill>
                      <a:srgbClr val="F2F2F2"/>
                    </a:solidFill>
                  </a:tcPr>
                </a:tc>
                <a:tc>
                  <a:txBody>
                    <a:bodyPr wrap="square"/>
                    <a:lstStyle/>
                    <a:p>
                      <a:pPr algn="l"/>
                      <a:r>
                        <a:rPr sz="1300" b="0">
                          <a:solidFill>
                            <a:srgbClr val="333333"/>
                          </a:solidFill>
                          <a:latin typeface="Segoe UI"/>
                        </a:rPr>
                        <a:t>Low–Medium</a:t>
                      </a:r>
                    </a:p>
                  </a:txBody>
                  <a:tcPr>
                    <a:solidFill>
                      <a:srgbClr val="F2F2F2"/>
                    </a:solidFill>
                  </a:tcPr>
                </a:tc>
                <a:tc>
                  <a:txBody>
                    <a:bodyPr wrap="square"/>
                    <a:lstStyle/>
                    <a:p>
                      <a:pPr algn="l"/>
                      <a:r>
                        <a:rPr sz="1300" b="0">
                          <a:solidFill>
                            <a:srgbClr val="333333"/>
                          </a:solidFill>
                          <a:latin typeface="Segoe UI"/>
                        </a:rPr>
                        <a:t>High</a:t>
                      </a:r>
                    </a:p>
                  </a:txBody>
                  <a:tcPr>
                    <a:solidFill>
                      <a:srgbClr val="F2F2F2"/>
                    </a:solidFill>
                  </a:tcPr>
                </a:tc>
                <a:tc>
                  <a:txBody>
                    <a:bodyPr wrap="square"/>
                    <a:lstStyle/>
                    <a:p>
                      <a:pPr algn="l"/>
                      <a:r>
                        <a:rPr sz="1300" b="0">
                          <a:solidFill>
                            <a:srgbClr val="333333"/>
                          </a:solidFill>
                          <a:latin typeface="Segoe UI"/>
                        </a:rPr>
                        <a:t>High</a:t>
                      </a:r>
                    </a:p>
                  </a:txBody>
                  <a:tcPr>
                    <a:solidFill>
                      <a:srgbClr val="F2F2F2"/>
                    </a:solidFill>
                  </a:tcPr>
                </a:tc>
                <a:tc>
                  <a:txBody>
                    <a:bodyPr wrap="square"/>
                    <a:lstStyle/>
                    <a:p>
                      <a:pPr algn="l"/>
                      <a:r>
                        <a:rPr sz="1300" b="0">
                          <a:solidFill>
                            <a:srgbClr val="333333"/>
                          </a:solidFill>
                          <a:latin typeface="Segoe UI"/>
                        </a:rPr>
                        <a:t>High</a:t>
                      </a:r>
                    </a:p>
                  </a:txBody>
                  <a:tcPr>
                    <a:solidFill>
                      <a:srgbClr val="F2F2F2"/>
                    </a:solidFill>
                  </a:tcPr>
                </a:tc>
              </a:tr>
              <a:tr h="530352">
                <a:tc>
                  <a:txBody>
                    <a:bodyPr wrap="square"/>
                    <a:lstStyle/>
                    <a:p>
                      <a:pPr algn="l"/>
                      <a:r>
                        <a:rPr sz="1300" b="1">
                          <a:solidFill>
                            <a:srgbClr val="333333"/>
                          </a:solidFill>
                          <a:latin typeface="Segoe UI"/>
                        </a:rPr>
                        <a:t>Repeatability</a:t>
                      </a:r>
                    </a:p>
                  </a:txBody>
                  <a:tcPr/>
                </a:tc>
                <a:tc>
                  <a:txBody>
                    <a:bodyPr wrap="square"/>
                    <a:lstStyle/>
                    <a:p>
                      <a:pPr algn="l"/>
                      <a:r>
                        <a:rPr sz="1300" b="0">
                          <a:solidFill>
                            <a:srgbClr val="333333"/>
                          </a:solidFill>
                          <a:latin typeface="Segoe UI"/>
                        </a:rPr>
                        <a:t>Developer-dependent</a:t>
                      </a:r>
                    </a:p>
                  </a:txBody>
                  <a:tcPr/>
                </a:tc>
                <a:tc>
                  <a:txBody>
                    <a:bodyPr wrap="square"/>
                    <a:lstStyle/>
                    <a:p>
                      <a:pPr algn="l"/>
                      <a:r>
                        <a:rPr sz="1300" b="0">
                          <a:solidFill>
                            <a:srgbClr val="333333"/>
                          </a:solidFill>
                          <a:latin typeface="Segoe UI"/>
                        </a:rPr>
                        <a:t>High (policy-driven)</a:t>
                      </a:r>
                    </a:p>
                  </a:txBody>
                  <a:tcPr/>
                </a:tc>
                <a:tc>
                  <a:txBody>
                    <a:bodyPr wrap="square"/>
                    <a:lstStyle/>
                    <a:p>
                      <a:pPr algn="l"/>
                      <a:r>
                        <a:rPr sz="1300" b="0">
                          <a:solidFill>
                            <a:srgbClr val="333333"/>
                          </a:solidFill>
                          <a:latin typeface="Segoe UI"/>
                        </a:rPr>
                        <a:t>High (graph/state-driven)</a:t>
                      </a:r>
                    </a:p>
                  </a:txBody>
                  <a:tcPr/>
                </a:tc>
                <a:tc>
                  <a:txBody>
                    <a:bodyPr wrap="square"/>
                    <a:lstStyle/>
                    <a:p>
                      <a:pPr algn="l"/>
                      <a:r>
                        <a:rPr sz="1300" b="0">
                          <a:solidFill>
                            <a:srgbClr val="333333"/>
                          </a:solidFill>
                          <a:latin typeface="Segoe UI"/>
                        </a:rPr>
                        <a:t>High (pattern-driven)</a:t>
                      </a:r>
                    </a:p>
                  </a:txBody>
                  <a:tcPr/>
                </a:tc>
              </a:tr>
              <a:tr h="530352">
                <a:tc>
                  <a:txBody>
                    <a:bodyPr wrap="square"/>
                    <a:lstStyle/>
                    <a:p>
                      <a:pPr algn="l"/>
                      <a:r>
                        <a:rPr sz="1300" b="1">
                          <a:solidFill>
                            <a:srgbClr val="333333"/>
                          </a:solidFill>
                          <a:latin typeface="Segoe UI"/>
                        </a:rPr>
                        <a:t>Validation Model</a:t>
                      </a:r>
                    </a:p>
                  </a:txBody>
                  <a:tcPr>
                    <a:solidFill>
                      <a:srgbClr val="F2F2F2"/>
                    </a:solidFill>
                  </a:tcPr>
                </a:tc>
                <a:tc>
                  <a:txBody>
                    <a:bodyPr wrap="square"/>
                    <a:lstStyle/>
                    <a:p>
                      <a:pPr algn="l"/>
                      <a:r>
                        <a:rPr sz="1300" b="0">
                          <a:solidFill>
                            <a:srgbClr val="333333"/>
                          </a:solidFill>
                          <a:latin typeface="Segoe UI"/>
                        </a:rPr>
                        <a:t>Manual review +
Copilot suggestions</a:t>
                      </a:r>
                    </a:p>
                  </a:txBody>
                  <a:tcPr>
                    <a:solidFill>
                      <a:srgbClr val="F2F2F2"/>
                    </a:solidFill>
                  </a:tcPr>
                </a:tc>
                <a:tc>
                  <a:txBody>
                    <a:bodyPr wrap="square"/>
                    <a:lstStyle/>
                    <a:p>
                      <a:pPr algn="l"/>
                      <a:r>
                        <a:rPr sz="1300" b="0">
                          <a:solidFill>
                            <a:srgbClr val="333333"/>
                          </a:solidFill>
                          <a:latin typeface="Segoe UI"/>
                        </a:rPr>
                        <a:t>Embedded validation
agents per stage</a:t>
                      </a:r>
                    </a:p>
                  </a:txBody>
                  <a:tcPr>
                    <a:solidFill>
                      <a:srgbClr val="F2F2F2"/>
                    </a:solidFill>
                  </a:tcPr>
                </a:tc>
                <a:tc>
                  <a:txBody>
                    <a:bodyPr wrap="square"/>
                    <a:lstStyle/>
                    <a:p>
                      <a:pPr algn="l"/>
                      <a:r>
                        <a:rPr sz="1300" b="0">
                          <a:solidFill>
                            <a:srgbClr val="333333"/>
                          </a:solidFill>
                          <a:latin typeface="Segoe UI"/>
                        </a:rPr>
                        <a:t>Embedded validation
nodes per graph step</a:t>
                      </a:r>
                    </a:p>
                  </a:txBody>
                  <a:tcPr>
                    <a:solidFill>
                      <a:srgbClr val="F2F2F2"/>
                    </a:solidFill>
                  </a:tcPr>
                </a:tc>
                <a:tc>
                  <a:txBody>
                    <a:bodyPr wrap="square"/>
                    <a:lstStyle/>
                    <a:p>
                      <a:pPr algn="l"/>
                      <a:r>
                        <a:rPr sz="1300" b="0">
                          <a:solidFill>
                            <a:srgbClr val="333333"/>
                          </a:solidFill>
                          <a:latin typeface="Segoe UI"/>
                        </a:rPr>
                        <a:t>Custom validation
per batch step</a:t>
                      </a:r>
                    </a:p>
                  </a:txBody>
                  <a:tcPr>
                    <a:solidFill>
                      <a:srgbClr val="F2F2F2"/>
                    </a:solidFill>
                  </a:tcPr>
                </a:tc>
              </a:tr>
              <a:tr h="530352">
                <a:tc>
                  <a:txBody>
                    <a:bodyPr wrap="square"/>
                    <a:lstStyle/>
                    <a:p>
                      <a:pPr algn="l"/>
                      <a:r>
                        <a:rPr sz="1300" b="1">
                          <a:solidFill>
                            <a:srgbClr val="333333"/>
                          </a:solidFill>
                          <a:latin typeface="Segoe UI"/>
                        </a:rPr>
                        <a:t>Vertex AI Search</a:t>
                      </a:r>
                    </a:p>
                  </a:txBody>
                  <a:tcPr/>
                </a:tc>
                <a:tc>
                  <a:txBody>
                    <a:bodyPr wrap="square"/>
                    <a:lstStyle/>
                    <a:p>
                      <a:pPr algn="l"/>
                      <a:r>
                        <a:rPr sz="1300" b="0">
                          <a:solidFill>
                            <a:srgbClr val="333333"/>
                          </a:solidFill>
                          <a:latin typeface="Segoe UI"/>
                        </a:rPr>
                        <a:t>Partial (manual query)</a:t>
                      </a:r>
                    </a:p>
                  </a:txBody>
                  <a:tcPr/>
                </a:tc>
                <a:tc>
                  <a:txBody>
                    <a:bodyPr wrap="square"/>
                    <a:lstStyle/>
                    <a:p>
                      <a:pPr algn="l"/>
                      <a:r>
                        <a:rPr sz="1300" b="0">
                          <a:solidFill>
                            <a:srgbClr val="333333"/>
                          </a:solidFill>
                          <a:latin typeface="Segoe UI"/>
                        </a:rPr>
                        <a:t>Integrated via
Search MCP</a:t>
                      </a:r>
                    </a:p>
                  </a:txBody>
                  <a:tcPr/>
                </a:tc>
                <a:tc>
                  <a:txBody>
                    <a:bodyPr wrap="square"/>
                    <a:lstStyle/>
                    <a:p>
                      <a:pPr algn="l"/>
                      <a:r>
                        <a:rPr sz="1300" b="0">
                          <a:solidFill>
                            <a:srgbClr val="333333"/>
                          </a:solidFill>
                          <a:latin typeface="Segoe UI"/>
                        </a:rPr>
                        <a:t>Integrated via
Search MCP</a:t>
                      </a:r>
                    </a:p>
                  </a:txBody>
                  <a:tcPr/>
                </a:tc>
                <a:tc>
                  <a:txBody>
                    <a:bodyPr wrap="square"/>
                    <a:lstStyle/>
                    <a:p>
                      <a:pPr algn="l"/>
                      <a:r>
                        <a:rPr sz="1300" b="0">
                          <a:solidFill>
                            <a:srgbClr val="333333"/>
                          </a:solidFill>
                          <a:latin typeface="Segoe UI"/>
                        </a:rPr>
                        <a:t>Integrated via
search tooling</a:t>
                      </a:r>
                    </a:p>
                  </a:txBody>
                  <a:tcPr/>
                </a:tc>
              </a:tr>
              <a:tr h="530352">
                <a:tc>
                  <a:txBody>
                    <a:bodyPr wrap="square"/>
                    <a:lstStyle/>
                    <a:p>
                      <a:pPr algn="l"/>
                      <a:r>
                        <a:rPr sz="1300" b="1">
                          <a:solidFill>
                            <a:srgbClr val="333333"/>
                          </a:solidFill>
                          <a:latin typeface="Segoe UI"/>
                        </a:rPr>
                        <a:t>Spec-Driven</a:t>
                      </a:r>
                    </a:p>
                  </a:txBody>
                  <a:tcPr>
                    <a:solidFill>
                      <a:srgbClr val="F2F2F2"/>
                    </a:solidFill>
                  </a:tcPr>
                </a:tc>
                <a:tc>
                  <a:txBody>
                    <a:bodyPr wrap="square"/>
                    <a:lstStyle/>
                    <a:p>
                      <a:pPr algn="l"/>
                      <a:r>
                        <a:rPr sz="1300" b="0">
                          <a:solidFill>
                            <a:srgbClr val="333333"/>
                          </a:solidFill>
                          <a:latin typeface="Segoe UI"/>
                        </a:rPr>
                        <a:t>Partial</a:t>
                      </a:r>
                    </a:p>
                  </a:txBody>
                  <a:tcPr>
                    <a:solidFill>
                      <a:srgbClr val="F2F2F2"/>
                    </a:solidFill>
                  </a:tcPr>
                </a:tc>
                <a:tc>
                  <a:txBody>
                    <a:bodyPr wrap="square"/>
                    <a:lstStyle/>
                    <a:p>
                      <a:pPr algn="l"/>
                      <a:r>
                        <a:rPr sz="1300" b="0">
                          <a:solidFill>
                            <a:srgbClr val="333333"/>
                          </a:solidFill>
                          <a:latin typeface="Segoe UI"/>
                        </a:rPr>
                        <a:t>Full (specs as contracts)</a:t>
                      </a:r>
                    </a:p>
                  </a:txBody>
                  <a:tcPr>
                    <a:solidFill>
                      <a:srgbClr val="F2F2F2"/>
                    </a:solidFill>
                  </a:tcPr>
                </a:tc>
                <a:tc>
                  <a:txBody>
                    <a:bodyPr wrap="square"/>
                    <a:lstStyle/>
                    <a:p>
                      <a:pPr algn="l"/>
                      <a:r>
                        <a:rPr sz="1300" b="0">
                          <a:solidFill>
                            <a:srgbClr val="333333"/>
                          </a:solidFill>
                          <a:latin typeface="Segoe UI"/>
                        </a:rPr>
                        <a:t>Full (specs as contracts)</a:t>
                      </a:r>
                    </a:p>
                  </a:txBody>
                  <a:tcPr>
                    <a:solidFill>
                      <a:srgbClr val="F2F2F2"/>
                    </a:solidFill>
                  </a:tcPr>
                </a:tc>
                <a:tc>
                  <a:txBody>
                    <a:bodyPr wrap="square"/>
                    <a:lstStyle/>
                    <a:p>
                      <a:pPr algn="l"/>
                      <a:r>
                        <a:rPr sz="1300" b="0">
                          <a:solidFill>
                            <a:srgbClr val="333333"/>
                          </a:solidFill>
                          <a:latin typeface="Segoe UI"/>
                        </a:rPr>
                        <a:t>Full (batch job specs)</a:t>
                      </a:r>
                    </a:p>
                  </a:txBody>
                  <a:tcPr>
                    <a:solidFill>
                      <a:srgbClr val="F2F2F2"/>
                    </a:solidFill>
                  </a:tcPr>
                </a:tc>
              </a:tr>
              <a:tr h="530352">
                <a:tc>
                  <a:txBody>
                    <a:bodyPr wrap="square"/>
                    <a:lstStyle/>
                    <a:p>
                      <a:pPr algn="l"/>
                      <a:r>
                        <a:rPr sz="1300" b="1">
                          <a:solidFill>
                            <a:srgbClr val="333333"/>
                          </a:solidFill>
                          <a:latin typeface="Segoe UI"/>
                        </a:rPr>
                        <a:t>Best Fit</a:t>
                      </a:r>
                    </a:p>
                  </a:txBody>
                  <a:tcPr/>
                </a:tc>
                <a:tc>
                  <a:txBody>
                    <a:bodyPr wrap="square"/>
                    <a:lstStyle/>
                    <a:p>
                      <a:pPr algn="l"/>
                      <a:r>
                        <a:rPr sz="1300" b="0">
                          <a:solidFill>
                            <a:srgbClr val="333333"/>
                          </a:solidFill>
                          <a:latin typeface="Segoe UI"/>
                        </a:rPr>
                        <a:t>Small teams,
early pilots</a:t>
                      </a:r>
                    </a:p>
                  </a:txBody>
                  <a:tcPr/>
                </a:tc>
                <a:tc>
                  <a:txBody>
                    <a:bodyPr wrap="square"/>
                    <a:lstStyle/>
                    <a:p>
                      <a:pPr algn="l"/>
                      <a:r>
                        <a:rPr sz="1300" b="0">
                          <a:solidFill>
                            <a:srgbClr val="333333"/>
                          </a:solidFill>
                          <a:latin typeface="Segoe UI"/>
                        </a:rPr>
                        <a:t>Large portfolios,
regulated envs</a:t>
                      </a:r>
                    </a:p>
                  </a:txBody>
                  <a:tcPr/>
                </a:tc>
                <a:tc>
                  <a:txBody>
                    <a:bodyPr wrap="square"/>
                    <a:lstStyle/>
                    <a:p>
                      <a:pPr algn="l"/>
                      <a:r>
                        <a:rPr sz="1300" b="0">
                          <a:solidFill>
                            <a:srgbClr val="333333"/>
                          </a:solidFill>
                          <a:latin typeface="Segoe UI"/>
                        </a:rPr>
                        <a:t>Complex flows,
cross-system</a:t>
                      </a:r>
                    </a:p>
                  </a:txBody>
                  <a:tcPr/>
                </a:tc>
                <a:tc>
                  <a:txBody>
                    <a:bodyPr wrap="square"/>
                    <a:lstStyle/>
                    <a:p>
                      <a:pPr algn="l"/>
                      <a:r>
                        <a:rPr sz="1300" b="0">
                          <a:solidFill>
                            <a:srgbClr val="333333"/>
                          </a:solidFill>
                          <a:latin typeface="Segoe UI"/>
                        </a:rPr>
                        <a:t>Batch / mainframe
modernization</a:t>
                      </a:r>
                    </a:p>
                  </a:txBody>
                  <a:tcPr/>
                </a:tc>
              </a:tr>
              <a:tr h="530352">
                <a:tc>
                  <a:txBody>
                    <a:bodyPr wrap="square"/>
                    <a:lstStyle/>
                    <a:p>
                      <a:pPr algn="l"/>
                      <a:r>
                        <a:rPr sz="1300" b="1">
                          <a:solidFill>
                            <a:srgbClr val="333333"/>
                          </a:solidFill>
                          <a:latin typeface="Segoe UI"/>
                        </a:rPr>
                        <a:t>Schwab Programs</a:t>
                      </a:r>
                    </a:p>
                  </a:txBody>
                  <a:tcPr>
                    <a:solidFill>
                      <a:srgbClr val="F2F2F2"/>
                    </a:solidFill>
                  </a:tcPr>
                </a:tc>
                <a:tc>
                  <a:txBody>
                    <a:bodyPr wrap="square"/>
                    <a:lstStyle/>
                    <a:p>
                      <a:pPr algn="l"/>
                      <a:r>
                        <a:rPr sz="1300" b="0">
                          <a:solidFill>
                            <a:srgbClr val="333333"/>
                          </a:solidFill>
                          <a:latin typeface="Segoe UI"/>
                        </a:rPr>
                        <a:t>All (developer aid)</a:t>
                      </a:r>
                    </a:p>
                  </a:txBody>
                  <a:tcPr>
                    <a:solidFill>
                      <a:srgbClr val="F2F2F2"/>
                    </a:solidFill>
                  </a:tcPr>
                </a:tc>
                <a:tc>
                  <a:txBody>
                    <a:bodyPr wrap="square"/>
                    <a:lstStyle/>
                    <a:p>
                      <a:pPr algn="l"/>
                      <a:r>
                        <a:rPr sz="1300" b="0">
                          <a:solidFill>
                            <a:srgbClr val="333333"/>
                          </a:solidFill>
                          <a:latin typeface="Segoe UI"/>
                        </a:rPr>
                        <a:t>RPS / SchwabPlan.com</a:t>
                      </a:r>
                    </a:p>
                  </a:txBody>
                  <a:tcPr>
                    <a:solidFill>
                      <a:srgbClr val="F2F2F2"/>
                    </a:solidFill>
                  </a:tcPr>
                </a:tc>
                <a:tc>
                  <a:txBody>
                    <a:bodyPr wrap="square"/>
                    <a:lstStyle/>
                    <a:p>
                      <a:pPr algn="l"/>
                      <a:r>
                        <a:rPr sz="1300" b="0">
                          <a:solidFill>
                            <a:srgbClr val="333333"/>
                          </a:solidFill>
                          <a:latin typeface="Segoe UI"/>
                        </a:rPr>
                        <a:t>RPS / SchwabPlan.com</a:t>
                      </a:r>
                    </a:p>
                  </a:txBody>
                  <a:tcPr>
                    <a:solidFill>
                      <a:srgbClr val="F2F2F2"/>
                    </a:solidFill>
                  </a:tcPr>
                </a:tc>
                <a:tc>
                  <a:txBody>
                    <a:bodyPr wrap="square"/>
                    <a:lstStyle/>
                    <a:p>
                      <a:pPr algn="l"/>
                      <a:r>
                        <a:rPr sz="1300" b="0">
                          <a:solidFill>
                            <a:srgbClr val="333333"/>
                          </a:solidFill>
                          <a:latin typeface="Segoe UI"/>
                        </a:rPr>
                        <a:t>Bank Sweep, O2</a:t>
                      </a:r>
                    </a:p>
                  </a:txBody>
                  <a:tcPr>
                    <a:solidFill>
                      <a:srgbClr val="F2F2F2"/>
                    </a:solidFill>
                  </a:tcPr>
                </a:tc>
              </a:tr>
            </a:tbl>
          </a:graphicData>
        </a:graphic>
      </p:graphicFrame>
      <p:sp>
        <p:nvSpPr>
          <p:cNvPr id="5" name="TextBox 4"/>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Leveraging Schwab's AI Tools &amp; Methodology</a:t>
            </a:r>
          </a:p>
        </p:txBody>
      </p:sp>
      <p:graphicFrame>
        <p:nvGraphicFramePr>
          <p:cNvPr id="4" name="Table 3"/>
          <p:cNvGraphicFramePr>
            <a:graphicFrameLocks noGrp="1"/>
          </p:cNvGraphicFramePr>
          <p:nvPr/>
        </p:nvGraphicFramePr>
        <p:xfrm>
          <a:off x="457200" y="1051560"/>
          <a:ext cx="11247120" cy="3200400"/>
        </p:xfrm>
        <a:graphic>
          <a:graphicData uri="http://schemas.openxmlformats.org/drawingml/2006/table">
            <a:tbl>
              <a:tblPr firstRow="1" bandRow="1">
                <a:tableStyleId>{5C22544A-7EE6-4342-B048-85BDC9FD1C3A}</a:tableStyleId>
              </a:tblPr>
              <a:tblGrid>
                <a:gridCol w="1124712"/>
                <a:gridCol w="1124712"/>
                <a:gridCol w="1124712"/>
                <a:gridCol w="1124712"/>
                <a:gridCol w="1124712"/>
                <a:gridCol w="1124712"/>
                <a:gridCol w="1124712"/>
                <a:gridCol w="1124712"/>
                <a:gridCol w="1124712"/>
                <a:gridCol w="1124712"/>
              </a:tblGrid>
              <a:tr h="640080">
                <a:tc>
                  <a:txBody>
                    <a:bodyPr wrap="square"/>
                    <a:lstStyle/>
                    <a:p>
                      <a:pPr algn="ctr"/>
                      <a:r>
                        <a:rPr sz="1300" b="1">
                          <a:solidFill>
                            <a:srgbClr val="FFFFFF"/>
                          </a:solidFill>
                          <a:latin typeface="Segoe UI"/>
                        </a:rPr>
                        <a:t>Modernization
Method</a:t>
                      </a:r>
                    </a:p>
                  </a:txBody>
                  <a:tcPr>
                    <a:solidFill>
                      <a:srgbClr val="002B5C"/>
                    </a:solidFill>
                  </a:tcPr>
                </a:tc>
                <a:tc>
                  <a:txBody>
                    <a:bodyPr wrap="square"/>
                    <a:lstStyle/>
                    <a:p>
                      <a:pPr algn="ctr"/>
                      <a:r>
                        <a:rPr sz="1300" b="1">
                          <a:solidFill>
                            <a:srgbClr val="FFFFFF"/>
                          </a:solidFill>
                          <a:latin typeface="Segoe UI"/>
                        </a:rPr>
                        <a:t>Legacy
Intake</a:t>
                      </a:r>
                    </a:p>
                  </a:txBody>
                  <a:tcPr>
                    <a:solidFill>
                      <a:srgbClr val="002B5C"/>
                    </a:solidFill>
                  </a:tcPr>
                </a:tc>
                <a:tc>
                  <a:txBody>
                    <a:bodyPr wrap="square"/>
                    <a:lstStyle/>
                    <a:p>
                      <a:pPr algn="ctr"/>
                      <a:r>
                        <a:rPr sz="1300" b="1">
                          <a:solidFill>
                            <a:srgbClr val="FFFFFF"/>
                          </a:solidFill>
                          <a:latin typeface="Segoe UI"/>
                        </a:rPr>
                        <a:t>Code
Analysis</a:t>
                      </a:r>
                    </a:p>
                  </a:txBody>
                  <a:tcPr>
                    <a:solidFill>
                      <a:srgbClr val="002B5C"/>
                    </a:solidFill>
                  </a:tcPr>
                </a:tc>
                <a:tc>
                  <a:txBody>
                    <a:bodyPr wrap="square"/>
                    <a:lstStyle/>
                    <a:p>
                      <a:pPr algn="ctr"/>
                      <a:r>
                        <a:rPr sz="1300" b="1">
                          <a:solidFill>
                            <a:srgbClr val="FFFFFF"/>
                          </a:solidFill>
                          <a:latin typeface="Segoe UI"/>
                        </a:rPr>
                        <a:t>Requirements</a:t>
                      </a:r>
                    </a:p>
                  </a:txBody>
                  <a:tcPr>
                    <a:solidFill>
                      <a:srgbClr val="002B5C"/>
                    </a:solidFill>
                  </a:tcPr>
                </a:tc>
                <a:tc>
                  <a:txBody>
                    <a:bodyPr wrap="square"/>
                    <a:lstStyle/>
                    <a:p>
                      <a:pPr algn="ctr"/>
                      <a:r>
                        <a:rPr sz="1300" b="1">
                          <a:solidFill>
                            <a:srgbClr val="FFFFFF"/>
                          </a:solidFill>
                          <a:latin typeface="Segoe UI"/>
                        </a:rPr>
                        <a:t>DDD
Artifacts</a:t>
                      </a:r>
                    </a:p>
                  </a:txBody>
                  <a:tcPr>
                    <a:solidFill>
                      <a:srgbClr val="002B5C"/>
                    </a:solidFill>
                  </a:tcPr>
                </a:tc>
                <a:tc>
                  <a:txBody>
                    <a:bodyPr wrap="square"/>
                    <a:lstStyle/>
                    <a:p>
                      <a:pPr algn="ctr"/>
                      <a:r>
                        <a:rPr sz="1300" b="1">
                          <a:solidFill>
                            <a:srgbClr val="FFFFFF"/>
                          </a:solidFill>
                          <a:latin typeface="Segoe UI"/>
                        </a:rPr>
                        <a:t>Design Doc</a:t>
                      </a:r>
                    </a:p>
                  </a:txBody>
                  <a:tcPr>
                    <a:solidFill>
                      <a:srgbClr val="002B5C"/>
                    </a:solidFill>
                  </a:tcPr>
                </a:tc>
                <a:tc>
                  <a:txBody>
                    <a:bodyPr wrap="square"/>
                    <a:lstStyle/>
                    <a:p>
                      <a:pPr algn="ctr"/>
                      <a:r>
                        <a:rPr sz="1300" b="1">
                          <a:solidFill>
                            <a:srgbClr val="FFFFFF"/>
                          </a:solidFill>
                          <a:latin typeface="Segoe UI"/>
                        </a:rPr>
                        <a:t>User Stories</a:t>
                      </a:r>
                    </a:p>
                  </a:txBody>
                  <a:tcPr>
                    <a:solidFill>
                      <a:srgbClr val="002B5C"/>
                    </a:solidFill>
                  </a:tcPr>
                </a:tc>
                <a:tc>
                  <a:txBody>
                    <a:bodyPr wrap="square"/>
                    <a:lstStyle/>
                    <a:p>
                      <a:pPr algn="ctr"/>
                      <a:r>
                        <a:rPr sz="1300" b="1">
                          <a:solidFill>
                            <a:srgbClr val="FFFFFF"/>
                          </a:solidFill>
                          <a:latin typeface="Segoe UI"/>
                        </a:rPr>
                        <a:t>API Spec</a:t>
                      </a:r>
                    </a:p>
                  </a:txBody>
                  <a:tcPr>
                    <a:solidFill>
                      <a:srgbClr val="002B5C"/>
                    </a:solidFill>
                  </a:tcPr>
                </a:tc>
                <a:tc>
                  <a:txBody>
                    <a:bodyPr wrap="square"/>
                    <a:lstStyle/>
                    <a:p>
                      <a:pPr algn="ctr"/>
                      <a:r>
                        <a:rPr sz="1300" b="1">
                          <a:solidFill>
                            <a:srgbClr val="FFFFFF"/>
                          </a:solidFill>
                          <a:latin typeface="Segoe UI"/>
                        </a:rPr>
                        <a:t>Code
Generation</a:t>
                      </a:r>
                    </a:p>
                  </a:txBody>
                  <a:tcPr>
                    <a:solidFill>
                      <a:srgbClr val="002B5C"/>
                    </a:solidFill>
                  </a:tcPr>
                </a:tc>
                <a:tc>
                  <a:txBody>
                    <a:bodyPr wrap="square"/>
                    <a:lstStyle/>
                    <a:p>
                      <a:pPr algn="ctr"/>
                      <a:r>
                        <a:rPr sz="1300" b="1">
                          <a:solidFill>
                            <a:srgbClr val="FFFFFF"/>
                          </a:solidFill>
                          <a:latin typeface="Segoe UI"/>
                        </a:rPr>
                        <a:t>Deployment</a:t>
                      </a:r>
                    </a:p>
                  </a:txBody>
                  <a:tcPr>
                    <a:solidFill>
                      <a:srgbClr val="002B5C"/>
                    </a:solidFill>
                  </a:tcPr>
                </a:tc>
              </a:tr>
              <a:tr h="640080">
                <a:tc>
                  <a:txBody>
                    <a:bodyPr wrap="square"/>
                    <a:lstStyle/>
                    <a:p>
                      <a:pPr algn="l"/>
                      <a:r>
                        <a:rPr sz="1300" b="1">
                          <a:solidFill>
                            <a:srgbClr val="333333"/>
                          </a:solidFill>
                          <a:latin typeface="Segoe UI"/>
                        </a:rPr>
                        <a:t>VS Code + Copilot</a:t>
                      </a:r>
                    </a:p>
                  </a:txBody>
                  <a:tcPr>
                    <a:solidFill>
                      <a:srgbClr val="F2F2F2"/>
                    </a:solidFill>
                  </a:tcPr>
                </a:tc>
                <a:tc>
                  <a:txBody>
                    <a:bodyPr wrap="square"/>
                    <a:lstStyle/>
                    <a:p>
                      <a:pPr algn="l"/>
                      <a:r>
                        <a:rPr sz="1300" b="0">
                          <a:solidFill>
                            <a:srgbClr val="333333"/>
                          </a:solidFill>
                          <a:latin typeface="Segoe UI"/>
                        </a:rPr>
                        <a:t>Git/GitHub
MCP</a:t>
                      </a:r>
                    </a:p>
                  </a:txBody>
                  <a:tcPr>
                    <a:solidFill>
                      <a:srgbClr val="F2F2F2"/>
                    </a:solidFill>
                  </a:tcPr>
                </a:tc>
                <a:tc>
                  <a:txBody>
                    <a:bodyPr wrap="square"/>
                    <a:lstStyle/>
                    <a:p>
                      <a:pPr algn="l"/>
                      <a:r>
                        <a:rPr sz="1300" b="0">
                          <a:solidFill>
                            <a:srgbClr val="333333"/>
                          </a:solidFill>
                          <a:latin typeface="Segoe UI"/>
                        </a:rPr>
                        <a:t>Human +
Agent</a:t>
                      </a:r>
                    </a:p>
                  </a:txBody>
                  <a:tcPr>
                    <a:solidFill>
                      <a:srgbClr val="F2F2F2"/>
                    </a:solidFill>
                  </a:tcPr>
                </a:tc>
                <a:tc>
                  <a:txBody>
                    <a:bodyPr wrap="square"/>
                    <a:lstStyle/>
                    <a:p>
                      <a:pPr algn="l"/>
                      <a:r>
                        <a:rPr sz="1300" b="0">
                          <a:solidFill>
                            <a:srgbClr val="333333"/>
                          </a:solidFill>
                          <a:latin typeface="Segoe UI"/>
                        </a:rPr>
                        <a:t>Human +
Agent</a:t>
                      </a:r>
                    </a:p>
                  </a:txBody>
                  <a:tcPr>
                    <a:solidFill>
                      <a:srgbClr val="F2F2F2"/>
                    </a:solidFill>
                  </a:tcPr>
                </a:tc>
                <a:tc>
                  <a:txBody>
                    <a:bodyPr wrap="square"/>
                    <a:lstStyle/>
                    <a:p>
                      <a:pPr algn="l"/>
                      <a:r>
                        <a:rPr sz="1300" b="0">
                          <a:solidFill>
                            <a:srgbClr val="333333"/>
                          </a:solidFill>
                          <a:latin typeface="Segoe UI"/>
                        </a:rPr>
                        <a:t>Human +
Agent</a:t>
                      </a:r>
                    </a:p>
                  </a:txBody>
                  <a:tcPr>
                    <a:solidFill>
                      <a:srgbClr val="F2F2F2"/>
                    </a:solidFill>
                  </a:tcPr>
                </a:tc>
                <a:tc>
                  <a:txBody>
                    <a:bodyPr wrap="square"/>
                    <a:lstStyle/>
                    <a:p>
                      <a:pPr algn="l"/>
                      <a:r>
                        <a:rPr sz="1300" b="0">
                          <a:solidFill>
                            <a:srgbClr val="333333"/>
                          </a:solidFill>
                          <a:latin typeface="Segoe UI"/>
                        </a:rPr>
                        <a:t>Human +
Agent</a:t>
                      </a:r>
                    </a:p>
                  </a:txBody>
                  <a:tcPr>
                    <a:solidFill>
                      <a:srgbClr val="F2F2F2"/>
                    </a:solidFill>
                  </a:tcPr>
                </a:tc>
                <a:tc>
                  <a:txBody>
                    <a:bodyPr wrap="square"/>
                    <a:lstStyle/>
                    <a:p>
                      <a:pPr algn="l"/>
                      <a:r>
                        <a:rPr sz="1300" b="0">
                          <a:solidFill>
                            <a:srgbClr val="333333"/>
                          </a:solidFill>
                          <a:latin typeface="Segoe UI"/>
                        </a:rPr>
                        <a:t>Human +
Agent</a:t>
                      </a:r>
                    </a:p>
                  </a:txBody>
                  <a:tcPr>
                    <a:solidFill>
                      <a:srgbClr val="F2F2F2"/>
                    </a:solidFill>
                  </a:tcPr>
                </a:tc>
                <a:tc>
                  <a:txBody>
                    <a:bodyPr wrap="square"/>
                    <a:lstStyle/>
                    <a:p>
                      <a:pPr algn="l"/>
                      <a:r>
                        <a:rPr sz="1300" b="0">
                          <a:solidFill>
                            <a:srgbClr val="333333"/>
                          </a:solidFill>
                          <a:latin typeface="Segoe UI"/>
                        </a:rPr>
                        <a:t>Human +
Agent</a:t>
                      </a:r>
                    </a:p>
                  </a:txBody>
                  <a:tcPr>
                    <a:solidFill>
                      <a:srgbClr val="F2F2F2"/>
                    </a:solidFill>
                  </a:tcPr>
                </a:tc>
                <a:tc>
                  <a:txBody>
                    <a:bodyPr wrap="square"/>
                    <a:lstStyle/>
                    <a:p>
                      <a:pPr algn="l"/>
                      <a:r>
                        <a:rPr sz="1300" b="0">
                          <a:solidFill>
                            <a:srgbClr val="333333"/>
                          </a:solidFill>
                          <a:latin typeface="Segoe UI"/>
                        </a:rPr>
                        <a:t>Human +
Agent</a:t>
                      </a:r>
                    </a:p>
                  </a:txBody>
                  <a:tcPr>
                    <a:solidFill>
                      <a:srgbClr val="F2F2F2"/>
                    </a:solidFill>
                  </a:tcPr>
                </a:tc>
                <a:tc>
                  <a:txBody>
                    <a:bodyPr wrap="square"/>
                    <a:lstStyle/>
                    <a:p>
                      <a:pPr algn="l"/>
                      <a:r>
                        <a:rPr sz="1300" b="0">
                          <a:solidFill>
                            <a:srgbClr val="333333"/>
                          </a:solidFill>
                          <a:latin typeface="Segoe UI"/>
                        </a:rPr>
                        <a:t>CI/CD
Automation</a:t>
                      </a:r>
                    </a:p>
                  </a:txBody>
                  <a:tcPr>
                    <a:solidFill>
                      <a:srgbClr val="F2F2F2"/>
                    </a:solidFill>
                  </a:tcPr>
                </a:tc>
              </a:tr>
              <a:tr h="640080">
                <a:tc>
                  <a:txBody>
                    <a:bodyPr wrap="square"/>
                    <a:lstStyle/>
                    <a:p>
                      <a:pPr algn="l"/>
                      <a:r>
                        <a:rPr sz="1300" b="1">
                          <a:solidFill>
                            <a:srgbClr val="333333"/>
                          </a:solidFill>
                          <a:latin typeface="Segoe UI"/>
                        </a:rPr>
                        <a:t>Google ADK Agent</a:t>
                      </a:r>
                    </a:p>
                  </a:txBody>
                  <a:tcPr/>
                </a:tc>
                <a:tc>
                  <a:txBody>
                    <a:bodyPr wrap="square"/>
                    <a:lstStyle/>
                    <a:p>
                      <a:pPr algn="l"/>
                      <a:r>
                        <a:rPr sz="1300" b="0">
                          <a:solidFill>
                            <a:srgbClr val="333333"/>
                          </a:solidFill>
                          <a:latin typeface="Segoe UI"/>
                        </a:rPr>
                        <a:t>Git/GitHub
MCP</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CI/CD
Automation</a:t>
                      </a:r>
                    </a:p>
                  </a:txBody>
                  <a:tcPr/>
                </a:tc>
              </a:tr>
              <a:tr h="640080">
                <a:tc>
                  <a:txBody>
                    <a:bodyPr wrap="square"/>
                    <a:lstStyle/>
                    <a:p>
                      <a:pPr algn="l"/>
                      <a:r>
                        <a:rPr sz="1300" b="1">
                          <a:solidFill>
                            <a:srgbClr val="333333"/>
                          </a:solidFill>
                          <a:latin typeface="Segoe UI"/>
                        </a:rPr>
                        <a:t>LangGraph Agent</a:t>
                      </a:r>
                    </a:p>
                  </a:txBody>
                  <a:tcPr>
                    <a:solidFill>
                      <a:srgbClr val="F2F2F2"/>
                    </a:solidFill>
                  </a:tcPr>
                </a:tc>
                <a:tc>
                  <a:txBody>
                    <a:bodyPr wrap="square"/>
                    <a:lstStyle/>
                    <a:p>
                      <a:pPr algn="l"/>
                      <a:r>
                        <a:rPr sz="1300" b="0">
                          <a:solidFill>
                            <a:srgbClr val="333333"/>
                          </a:solidFill>
                          <a:latin typeface="Segoe UI"/>
                        </a:rPr>
                        <a:t>Git/GitHub
MCP</a:t>
                      </a:r>
                    </a:p>
                  </a:txBody>
                  <a:tcPr>
                    <a:solidFill>
                      <a:srgbClr val="F2F2F2"/>
                    </a:solidFill>
                  </a:tcPr>
                </a:tc>
                <a:tc>
                  <a:txBody>
                    <a:bodyPr wrap="square"/>
                    <a:lstStyle/>
                    <a:p>
                      <a:pPr algn="l"/>
                      <a:r>
                        <a:rPr sz="1300" b="0">
                          <a:solidFill>
                            <a:srgbClr val="333333"/>
                          </a:solidFill>
                          <a:latin typeface="Segoe UI"/>
                        </a:rPr>
                        <a:t>Agent +
Validation</a:t>
                      </a:r>
                    </a:p>
                  </a:txBody>
                  <a:tcPr>
                    <a:solidFill>
                      <a:srgbClr val="F2F2F2"/>
                    </a:solidFill>
                  </a:tcPr>
                </a:tc>
                <a:tc>
                  <a:txBody>
                    <a:bodyPr wrap="square"/>
                    <a:lstStyle/>
                    <a:p>
                      <a:pPr algn="l"/>
                      <a:r>
                        <a:rPr sz="1300" b="0">
                          <a:solidFill>
                            <a:srgbClr val="333333"/>
                          </a:solidFill>
                          <a:latin typeface="Segoe UI"/>
                        </a:rPr>
                        <a:t>Agent +
Validation</a:t>
                      </a:r>
                    </a:p>
                  </a:txBody>
                  <a:tcPr>
                    <a:solidFill>
                      <a:srgbClr val="F2F2F2"/>
                    </a:solidFill>
                  </a:tcPr>
                </a:tc>
                <a:tc>
                  <a:txBody>
                    <a:bodyPr wrap="square"/>
                    <a:lstStyle/>
                    <a:p>
                      <a:pPr algn="l"/>
                      <a:r>
                        <a:rPr sz="1300" b="0">
                          <a:solidFill>
                            <a:srgbClr val="333333"/>
                          </a:solidFill>
                          <a:latin typeface="Segoe UI"/>
                        </a:rPr>
                        <a:t>Agent +
Validation</a:t>
                      </a:r>
                    </a:p>
                  </a:txBody>
                  <a:tcPr>
                    <a:solidFill>
                      <a:srgbClr val="F2F2F2"/>
                    </a:solidFill>
                  </a:tcPr>
                </a:tc>
                <a:tc>
                  <a:txBody>
                    <a:bodyPr wrap="square"/>
                    <a:lstStyle/>
                    <a:p>
                      <a:pPr algn="l"/>
                      <a:r>
                        <a:rPr sz="1300" b="0">
                          <a:solidFill>
                            <a:srgbClr val="333333"/>
                          </a:solidFill>
                          <a:latin typeface="Segoe UI"/>
                        </a:rPr>
                        <a:t>Agent +
Validation</a:t>
                      </a:r>
                    </a:p>
                  </a:txBody>
                  <a:tcPr>
                    <a:solidFill>
                      <a:srgbClr val="F2F2F2"/>
                    </a:solidFill>
                  </a:tcPr>
                </a:tc>
                <a:tc>
                  <a:txBody>
                    <a:bodyPr wrap="square"/>
                    <a:lstStyle/>
                    <a:p>
                      <a:pPr algn="l"/>
                      <a:r>
                        <a:rPr sz="1300" b="0">
                          <a:solidFill>
                            <a:srgbClr val="333333"/>
                          </a:solidFill>
                          <a:latin typeface="Segoe UI"/>
                        </a:rPr>
                        <a:t>Agent +
Validation</a:t>
                      </a:r>
                    </a:p>
                  </a:txBody>
                  <a:tcPr>
                    <a:solidFill>
                      <a:srgbClr val="F2F2F2"/>
                    </a:solidFill>
                  </a:tcPr>
                </a:tc>
                <a:tc>
                  <a:txBody>
                    <a:bodyPr wrap="square"/>
                    <a:lstStyle/>
                    <a:p>
                      <a:pPr algn="l"/>
                      <a:r>
                        <a:rPr sz="1300" b="0">
                          <a:solidFill>
                            <a:srgbClr val="333333"/>
                          </a:solidFill>
                          <a:latin typeface="Segoe UI"/>
                        </a:rPr>
                        <a:t>Agent +
Validation</a:t>
                      </a:r>
                    </a:p>
                  </a:txBody>
                  <a:tcPr>
                    <a:solidFill>
                      <a:srgbClr val="F2F2F2"/>
                    </a:solidFill>
                  </a:tcPr>
                </a:tc>
                <a:tc>
                  <a:txBody>
                    <a:bodyPr wrap="square"/>
                    <a:lstStyle/>
                    <a:p>
                      <a:pPr algn="l"/>
                      <a:r>
                        <a:rPr sz="1300" b="0">
                          <a:solidFill>
                            <a:srgbClr val="333333"/>
                          </a:solidFill>
                          <a:latin typeface="Segoe UI"/>
                        </a:rPr>
                        <a:t>Agent +
Validation</a:t>
                      </a:r>
                    </a:p>
                  </a:txBody>
                  <a:tcPr>
                    <a:solidFill>
                      <a:srgbClr val="F2F2F2"/>
                    </a:solidFill>
                  </a:tcPr>
                </a:tc>
                <a:tc>
                  <a:txBody>
                    <a:bodyPr wrap="square"/>
                    <a:lstStyle/>
                    <a:p>
                      <a:pPr algn="l"/>
                      <a:r>
                        <a:rPr sz="1300" b="0">
                          <a:solidFill>
                            <a:srgbClr val="333333"/>
                          </a:solidFill>
                          <a:latin typeface="Segoe UI"/>
                        </a:rPr>
                        <a:t>CI/CD
Automation</a:t>
                      </a:r>
                    </a:p>
                  </a:txBody>
                  <a:tcPr>
                    <a:solidFill>
                      <a:srgbClr val="F2F2F2"/>
                    </a:solidFill>
                  </a:tcPr>
                </a:tc>
              </a:tr>
              <a:tr h="640080">
                <a:tc>
                  <a:txBody>
                    <a:bodyPr wrap="square"/>
                    <a:lstStyle/>
                    <a:p>
                      <a:pPr algn="l"/>
                      <a:r>
                        <a:rPr sz="1300" b="1">
                          <a:solidFill>
                            <a:srgbClr val="333333"/>
                          </a:solidFill>
                          <a:latin typeface="Segoe UI"/>
                        </a:rPr>
                        <a:t>Custom Agent
(Batch)</a:t>
                      </a:r>
                    </a:p>
                  </a:txBody>
                  <a:tcPr/>
                </a:tc>
                <a:tc>
                  <a:txBody>
                    <a:bodyPr wrap="square"/>
                    <a:lstStyle/>
                    <a:p>
                      <a:pPr algn="l"/>
                      <a:r>
                        <a:rPr sz="1300" b="0">
                          <a:solidFill>
                            <a:srgbClr val="333333"/>
                          </a:solidFill>
                          <a:latin typeface="Segoe UI"/>
                        </a:rPr>
                        <a:t>Git/GitHub
MCP</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Batch Job
Spec</a:t>
                      </a:r>
                    </a:p>
                  </a:txBody>
                  <a:tcPr/>
                </a:tc>
                <a:tc>
                  <a:txBody>
                    <a:bodyPr wrap="square"/>
                    <a:lstStyle/>
                    <a:p>
                      <a:pPr algn="l"/>
                      <a:r>
                        <a:rPr sz="1300" b="0">
                          <a:solidFill>
                            <a:srgbClr val="333333"/>
                          </a:solidFill>
                          <a:latin typeface="Segoe UI"/>
                        </a:rPr>
                        <a:t>Agent +
Validation</a:t>
                      </a:r>
                    </a:p>
                  </a:txBody>
                  <a:tcPr/>
                </a:tc>
                <a:tc>
                  <a:txBody>
                    <a:bodyPr wrap="square"/>
                    <a:lstStyle/>
                    <a:p>
                      <a:pPr algn="l"/>
                      <a:r>
                        <a:rPr sz="1300" b="0">
                          <a:solidFill>
                            <a:srgbClr val="333333"/>
                          </a:solidFill>
                          <a:latin typeface="Segoe UI"/>
                        </a:rPr>
                        <a:t>CI/CD
Automation</a:t>
                      </a:r>
                    </a:p>
                  </a:txBody>
                  <a:tcPr/>
                </a:tc>
              </a:tr>
            </a:tbl>
          </a:graphicData>
        </a:graphic>
      </p:graphicFrame>
      <p:sp>
        <p:nvSpPr>
          <p:cNvPr id="5" name="TextBox 4"/>
          <p:cNvSpPr txBox="1"/>
          <p:nvPr/>
        </p:nvSpPr>
        <p:spPr>
          <a:xfrm>
            <a:off x="457200" y="4846320"/>
            <a:ext cx="11247120" cy="1371600"/>
          </a:xfrm>
          <a:prstGeom prst="rect">
            <a:avLst/>
          </a:prstGeom>
          <a:noFill/>
        </p:spPr>
        <p:txBody>
          <a:bodyPr wrap="square">
            <a:spAutoFit/>
          </a:bodyPr>
          <a:lstStyle/>
          <a:p>
            <a:r>
              <a:rPr sz="1600" b="1">
                <a:solidFill>
                  <a:srgbClr val="002B5C"/>
                </a:solidFill>
                <a:latin typeface="Segoe UI"/>
              </a:rPr>
              <a:t>Time Comparison (per module):</a:t>
            </a:r>
          </a:p>
          <a:p>
            <a:r>
              <a:rPr sz="1500" b="1">
                <a:solidFill>
                  <a:srgbClr val="E86C00"/>
                </a:solidFill>
                <a:latin typeface="Segoe UI"/>
              </a:rPr>
              <a:t>Manual Effort: ~200 hrs   |   </a:t>
            </a:r>
            <a:r>
              <a:rPr sz="1500" b="1">
                <a:solidFill>
                  <a:srgbClr val="006BA6"/>
                </a:solidFill>
                <a:latin typeface="Segoe UI"/>
              </a:rPr>
              <a:t>Human-in-Loop (Copilot): ~30 min   |   </a:t>
            </a:r>
            <a:r>
              <a:rPr sz="1500" b="1">
                <a:solidFill>
                  <a:srgbClr val="007A33"/>
                </a:solidFill>
                <a:latin typeface="Segoe UI"/>
              </a:rPr>
              <a:t>End-to-End Agentic: ~15 min</a:t>
            </a:r>
          </a:p>
          <a:p>
            <a:pPr>
              <a:spcBef>
                <a:spcPts val="600"/>
              </a:spcBef>
            </a:pPr>
            <a:r>
              <a:rPr sz="1400" b="0">
                <a:solidFill>
                  <a:srgbClr val="666666"/>
                </a:solidFill>
                <a:latin typeface="Segoe UI"/>
              </a:rPr>
              <a:t>All methods leverage Vertex AI Search for domain grounding and Spec-Driven Development for artifact traceability.</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Metrics &amp; Efficiency Gains (RPS POC)</a:t>
            </a:r>
          </a:p>
        </p:txBody>
      </p:sp>
      <p:graphicFrame>
        <p:nvGraphicFramePr>
          <p:cNvPr id="4" name="Table 3"/>
          <p:cNvGraphicFramePr>
            <a:graphicFrameLocks noGrp="1"/>
          </p:cNvGraphicFramePr>
          <p:nvPr/>
        </p:nvGraphicFramePr>
        <p:xfrm>
          <a:off x="457200" y="1051560"/>
          <a:ext cx="11247120" cy="452628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502920">
                <a:tc>
                  <a:txBody>
                    <a:bodyPr wrap="square"/>
                    <a:lstStyle/>
                    <a:p>
                      <a:pPr algn="ctr"/>
                      <a:r>
                        <a:rPr sz="1300" b="1">
                          <a:solidFill>
                            <a:srgbClr val="FFFFFF"/>
                          </a:solidFill>
                          <a:latin typeface="Segoe UI"/>
                        </a:rPr>
                        <a:t>Task</a:t>
                      </a:r>
                    </a:p>
                  </a:txBody>
                  <a:tcPr>
                    <a:solidFill>
                      <a:srgbClr val="002B5C"/>
                    </a:solidFill>
                  </a:tcPr>
                </a:tc>
                <a:tc>
                  <a:txBody>
                    <a:bodyPr wrap="square"/>
                    <a:lstStyle/>
                    <a:p>
                      <a:pPr algn="ctr"/>
                      <a:r>
                        <a:rPr sz="1300" b="1">
                          <a:solidFill>
                            <a:srgbClr val="FFFFFF"/>
                          </a:solidFill>
                          <a:latin typeface="Segoe UI"/>
                        </a:rPr>
                        <a:t>Manual Effort (hrs)</a:t>
                      </a:r>
                    </a:p>
                  </a:txBody>
                  <a:tcPr>
                    <a:solidFill>
                      <a:srgbClr val="002B5C"/>
                    </a:solidFill>
                  </a:tcPr>
                </a:tc>
                <a:tc>
                  <a:txBody>
                    <a:bodyPr wrap="square"/>
                    <a:lstStyle/>
                    <a:p>
                      <a:pPr algn="ctr"/>
                      <a:r>
                        <a:rPr sz="1300" b="1">
                          <a:solidFill>
                            <a:srgbClr val="FFFFFF"/>
                          </a:solidFill>
                          <a:latin typeface="Segoe UI"/>
                        </a:rPr>
                        <a:t>AI Effort (Prompts + Validation)</a:t>
                      </a:r>
                    </a:p>
                  </a:txBody>
                  <a:tcPr>
                    <a:solidFill>
                      <a:srgbClr val="002B5C"/>
                    </a:solidFill>
                  </a:tcPr>
                </a:tc>
                <a:tc>
                  <a:txBody>
                    <a:bodyPr wrap="square"/>
                    <a:lstStyle/>
                    <a:p>
                      <a:pPr algn="ctr"/>
                      <a:r>
                        <a:rPr sz="1300" b="1">
                          <a:solidFill>
                            <a:srgbClr val="FFFFFF"/>
                          </a:solidFill>
                          <a:latin typeface="Segoe UI"/>
                        </a:rPr>
                        <a:t>Efficiency Gain %</a:t>
                      </a:r>
                    </a:p>
                  </a:txBody>
                  <a:tcPr>
                    <a:solidFill>
                      <a:srgbClr val="002B5C"/>
                    </a:solidFill>
                  </a:tcPr>
                </a:tc>
                <a:tc>
                  <a:txBody>
                    <a:bodyPr wrap="square"/>
                    <a:lstStyle/>
                    <a:p>
                      <a:pPr algn="ctr"/>
                      <a:r>
                        <a:rPr sz="1300" b="1">
                          <a:solidFill>
                            <a:srgbClr val="FFFFFF"/>
                          </a:solidFill>
                          <a:latin typeface="Segoe UI"/>
                        </a:rPr>
                        <a:t>Accuracy</a:t>
                      </a:r>
                    </a:p>
                  </a:txBody>
                  <a:tcPr>
                    <a:solidFill>
                      <a:srgbClr val="002B5C"/>
                    </a:solidFill>
                  </a:tcPr>
                </a:tc>
              </a:tr>
              <a:tr h="502920">
                <a:tc>
                  <a:txBody>
                    <a:bodyPr wrap="square"/>
                    <a:lstStyle/>
                    <a:p>
                      <a:pPr algn="l"/>
                      <a:r>
                        <a:rPr sz="1300" b="1">
                          <a:solidFill>
                            <a:srgbClr val="333333"/>
                          </a:solidFill>
                          <a:latin typeface="Segoe UI"/>
                        </a:rPr>
                        <a:t>Relearn Code</a:t>
                      </a:r>
                    </a:p>
                  </a:txBody>
                  <a:tcPr>
                    <a:solidFill>
                      <a:srgbClr val="F2F2F2"/>
                    </a:solidFill>
                  </a:tcPr>
                </a:tc>
                <a:tc>
                  <a:txBody>
                    <a:bodyPr wrap="square"/>
                    <a:lstStyle/>
                    <a:p>
                      <a:pPr algn="l"/>
                      <a:r>
                        <a:rPr sz="1300" b="0">
                          <a:solidFill>
                            <a:srgbClr val="333333"/>
                          </a:solidFill>
                          <a:latin typeface="Segoe UI"/>
                        </a:rPr>
                        <a:t>50</a:t>
                      </a:r>
                    </a:p>
                  </a:txBody>
                  <a:tcPr>
                    <a:solidFill>
                      <a:srgbClr val="F2F2F2"/>
                    </a:solidFill>
                  </a:tcPr>
                </a:tc>
                <a:tc>
                  <a:txBody>
                    <a:bodyPr wrap="square"/>
                    <a:lstStyle/>
                    <a:p>
                      <a:pPr algn="l"/>
                      <a:r>
                        <a:rPr sz="1300" b="0">
                          <a:solidFill>
                            <a:srgbClr val="333333"/>
                          </a:solidFill>
                          <a:latin typeface="Segoe UI"/>
                        </a:rPr>
                        <a:t>10</a:t>
                      </a:r>
                    </a:p>
                  </a:txBody>
                  <a:tcPr>
                    <a:solidFill>
                      <a:srgbClr val="F2F2F2"/>
                    </a:solidFill>
                  </a:tcPr>
                </a:tc>
                <a:tc>
                  <a:txBody>
                    <a:bodyPr wrap="square"/>
                    <a:lstStyle/>
                    <a:p>
                      <a:pPr algn="l"/>
                      <a:r>
                        <a:rPr sz="1300" b="0">
                          <a:solidFill>
                            <a:srgbClr val="333333"/>
                          </a:solidFill>
                          <a:latin typeface="Segoe UI"/>
                        </a:rPr>
                        <a:t>80%</a:t>
                      </a:r>
                    </a:p>
                  </a:txBody>
                  <a:tcPr>
                    <a:solidFill>
                      <a:srgbClr val="F2F2F2"/>
                    </a:solidFill>
                  </a:tcPr>
                </a:tc>
                <a:tc>
                  <a:txBody>
                    <a:bodyPr wrap="square"/>
                    <a:lstStyle/>
                    <a:p>
                      <a:pPr algn="l"/>
                      <a:r>
                        <a:rPr sz="1300" b="0">
                          <a:solidFill>
                            <a:srgbClr val="333333"/>
                          </a:solidFill>
                          <a:latin typeface="Segoe UI"/>
                        </a:rPr>
                        <a:t>High</a:t>
                      </a:r>
                    </a:p>
                  </a:txBody>
                  <a:tcPr>
                    <a:solidFill>
                      <a:srgbClr val="F2F2F2"/>
                    </a:solidFill>
                  </a:tcPr>
                </a:tc>
              </a:tr>
              <a:tr h="502920">
                <a:tc>
                  <a:txBody>
                    <a:bodyPr wrap="square"/>
                    <a:lstStyle/>
                    <a:p>
                      <a:pPr algn="l"/>
                      <a:r>
                        <a:rPr sz="1300" b="1">
                          <a:solidFill>
                            <a:srgbClr val="333333"/>
                          </a:solidFill>
                          <a:latin typeface="Segoe UI"/>
                        </a:rPr>
                        <a:t>Generate BRD</a:t>
                      </a:r>
                    </a:p>
                  </a:txBody>
                  <a:tcPr/>
                </a:tc>
                <a:tc>
                  <a:txBody>
                    <a:bodyPr wrap="square"/>
                    <a:lstStyle/>
                    <a:p>
                      <a:pPr algn="l"/>
                      <a:r>
                        <a:rPr sz="1300" b="0">
                          <a:solidFill>
                            <a:srgbClr val="333333"/>
                          </a:solidFill>
                          <a:latin typeface="Segoe UI"/>
                        </a:rPr>
                        <a:t>32</a:t>
                      </a:r>
                    </a:p>
                  </a:txBody>
                  <a:tcPr/>
                </a:tc>
                <a:tc>
                  <a:txBody>
                    <a:bodyPr wrap="square"/>
                    <a:lstStyle/>
                    <a:p>
                      <a:pPr algn="l"/>
                      <a:r>
                        <a:rPr sz="1300" b="0">
                          <a:solidFill>
                            <a:srgbClr val="333333"/>
                          </a:solidFill>
                          <a:latin typeface="Segoe UI"/>
                        </a:rPr>
                        <a:t>6</a:t>
                      </a:r>
                    </a:p>
                  </a:txBody>
                  <a:tcPr/>
                </a:tc>
                <a:tc>
                  <a:txBody>
                    <a:bodyPr wrap="square"/>
                    <a:lstStyle/>
                    <a:p>
                      <a:pPr algn="l"/>
                      <a:r>
                        <a:rPr sz="1300" b="0">
                          <a:solidFill>
                            <a:srgbClr val="333333"/>
                          </a:solidFill>
                          <a:latin typeface="Segoe UI"/>
                        </a:rPr>
                        <a:t>81%</a:t>
                      </a:r>
                    </a:p>
                  </a:txBody>
                  <a:tcPr/>
                </a:tc>
                <a:tc>
                  <a:txBody>
                    <a:bodyPr wrap="square"/>
                    <a:lstStyle/>
                    <a:p>
                      <a:pPr algn="l"/>
                      <a:r>
                        <a:rPr sz="1300" b="0">
                          <a:solidFill>
                            <a:srgbClr val="333333"/>
                          </a:solidFill>
                          <a:latin typeface="Segoe UI"/>
                        </a:rPr>
                        <a:t>High</a:t>
                      </a:r>
                    </a:p>
                  </a:txBody>
                  <a:tcPr/>
                </a:tc>
              </a:tr>
              <a:tr h="502920">
                <a:tc>
                  <a:txBody>
                    <a:bodyPr wrap="square"/>
                    <a:lstStyle/>
                    <a:p>
                      <a:pPr algn="l"/>
                      <a:r>
                        <a:rPr sz="1300" b="1">
                          <a:solidFill>
                            <a:srgbClr val="333333"/>
                          </a:solidFill>
                          <a:latin typeface="Segoe UI"/>
                        </a:rPr>
                        <a:t>Detailed BRDs</a:t>
                      </a:r>
                    </a:p>
                  </a:txBody>
                  <a:tcPr>
                    <a:solidFill>
                      <a:srgbClr val="F2F2F2"/>
                    </a:solidFill>
                  </a:tcPr>
                </a:tc>
                <a:tc>
                  <a:txBody>
                    <a:bodyPr wrap="square"/>
                    <a:lstStyle/>
                    <a:p>
                      <a:pPr algn="l"/>
                      <a:r>
                        <a:rPr sz="1300" b="0">
                          <a:solidFill>
                            <a:srgbClr val="333333"/>
                          </a:solidFill>
                          <a:latin typeface="Segoe UI"/>
                        </a:rPr>
                        <a:t>80</a:t>
                      </a:r>
                    </a:p>
                  </a:txBody>
                  <a:tcPr>
                    <a:solidFill>
                      <a:srgbClr val="F2F2F2"/>
                    </a:solidFill>
                  </a:tcPr>
                </a:tc>
                <a:tc>
                  <a:txBody>
                    <a:bodyPr wrap="square"/>
                    <a:lstStyle/>
                    <a:p>
                      <a:pPr algn="l"/>
                      <a:r>
                        <a:rPr sz="1300" b="0">
                          <a:solidFill>
                            <a:srgbClr val="333333"/>
                          </a:solidFill>
                          <a:latin typeface="Segoe UI"/>
                        </a:rPr>
                        <a:t>16</a:t>
                      </a:r>
                    </a:p>
                  </a:txBody>
                  <a:tcPr>
                    <a:solidFill>
                      <a:srgbClr val="F2F2F2"/>
                    </a:solidFill>
                  </a:tcPr>
                </a:tc>
                <a:tc>
                  <a:txBody>
                    <a:bodyPr wrap="square"/>
                    <a:lstStyle/>
                    <a:p>
                      <a:pPr algn="l"/>
                      <a:r>
                        <a:rPr sz="1300" b="0">
                          <a:solidFill>
                            <a:srgbClr val="333333"/>
                          </a:solidFill>
                          <a:latin typeface="Segoe UI"/>
                        </a:rPr>
                        <a:t>80%</a:t>
                      </a:r>
                    </a:p>
                  </a:txBody>
                  <a:tcPr>
                    <a:solidFill>
                      <a:srgbClr val="F2F2F2"/>
                    </a:solidFill>
                  </a:tcPr>
                </a:tc>
                <a:tc>
                  <a:txBody>
                    <a:bodyPr wrap="square"/>
                    <a:lstStyle/>
                    <a:p>
                      <a:pPr algn="l"/>
                      <a:r>
                        <a:rPr sz="1300" b="0">
                          <a:solidFill>
                            <a:srgbClr val="333333"/>
                          </a:solidFill>
                          <a:latin typeface="Segoe UI"/>
                        </a:rPr>
                        <a:t>High</a:t>
                      </a:r>
                    </a:p>
                  </a:txBody>
                  <a:tcPr>
                    <a:solidFill>
                      <a:srgbClr val="F2F2F2"/>
                    </a:solidFill>
                  </a:tcPr>
                </a:tc>
              </a:tr>
              <a:tr h="502920">
                <a:tc>
                  <a:txBody>
                    <a:bodyPr wrap="square"/>
                    <a:lstStyle/>
                    <a:p>
                      <a:pPr algn="l"/>
                      <a:r>
                        <a:rPr sz="1300" b="1">
                          <a:solidFill>
                            <a:srgbClr val="333333"/>
                          </a:solidFill>
                          <a:latin typeface="Segoe UI"/>
                        </a:rPr>
                        <a:t>Gherkin Scenarios</a:t>
                      </a:r>
                    </a:p>
                  </a:txBody>
                  <a:tcPr/>
                </a:tc>
                <a:tc>
                  <a:txBody>
                    <a:bodyPr wrap="square"/>
                    <a:lstStyle/>
                    <a:p>
                      <a:pPr algn="l"/>
                      <a:r>
                        <a:rPr sz="1300" b="0">
                          <a:solidFill>
                            <a:srgbClr val="333333"/>
                          </a:solidFill>
                          <a:latin typeface="Segoe UI"/>
                        </a:rPr>
                        <a:t>60</a:t>
                      </a:r>
                    </a:p>
                  </a:txBody>
                  <a:tcPr/>
                </a:tc>
                <a:tc>
                  <a:txBody>
                    <a:bodyPr wrap="square"/>
                    <a:lstStyle/>
                    <a:p>
                      <a:pPr algn="l"/>
                      <a:r>
                        <a:rPr sz="1300" b="0">
                          <a:solidFill>
                            <a:srgbClr val="333333"/>
                          </a:solidFill>
                          <a:latin typeface="Segoe UI"/>
                        </a:rPr>
                        <a:t>8</a:t>
                      </a:r>
                    </a:p>
                  </a:txBody>
                  <a:tcPr/>
                </a:tc>
                <a:tc>
                  <a:txBody>
                    <a:bodyPr wrap="square"/>
                    <a:lstStyle/>
                    <a:p>
                      <a:pPr algn="l"/>
                      <a:r>
                        <a:rPr sz="1300" b="0">
                          <a:solidFill>
                            <a:srgbClr val="333333"/>
                          </a:solidFill>
                          <a:latin typeface="Segoe UI"/>
                        </a:rPr>
                        <a:t>87%</a:t>
                      </a:r>
                    </a:p>
                  </a:txBody>
                  <a:tcPr/>
                </a:tc>
                <a:tc>
                  <a:txBody>
                    <a:bodyPr wrap="square"/>
                    <a:lstStyle/>
                    <a:p>
                      <a:pPr algn="l"/>
                      <a:r>
                        <a:rPr sz="1300" b="0">
                          <a:solidFill>
                            <a:srgbClr val="333333"/>
                          </a:solidFill>
                          <a:latin typeface="Segoe UI"/>
                        </a:rPr>
                        <a:t>High</a:t>
                      </a:r>
                    </a:p>
                  </a:txBody>
                  <a:tcPr/>
                </a:tc>
              </a:tr>
              <a:tr h="502920">
                <a:tc>
                  <a:txBody>
                    <a:bodyPr wrap="square"/>
                    <a:lstStyle/>
                    <a:p>
                      <a:pPr algn="l"/>
                      <a:r>
                        <a:rPr sz="1300" b="1">
                          <a:solidFill>
                            <a:srgbClr val="333333"/>
                          </a:solidFill>
                          <a:latin typeface="Segoe UI"/>
                        </a:rPr>
                        <a:t>DDD Artifacts</a:t>
                      </a:r>
                    </a:p>
                  </a:txBody>
                  <a:tcPr>
                    <a:solidFill>
                      <a:srgbClr val="F2F2F2"/>
                    </a:solidFill>
                  </a:tcPr>
                </a:tc>
                <a:tc>
                  <a:txBody>
                    <a:bodyPr wrap="square"/>
                    <a:lstStyle/>
                    <a:p>
                      <a:pPr algn="l"/>
                      <a:r>
                        <a:rPr sz="1300" b="0">
                          <a:solidFill>
                            <a:srgbClr val="333333"/>
                          </a:solidFill>
                          <a:latin typeface="Segoe UI"/>
                        </a:rPr>
                        <a:t>40</a:t>
                      </a:r>
                    </a:p>
                  </a:txBody>
                  <a:tcPr>
                    <a:solidFill>
                      <a:srgbClr val="F2F2F2"/>
                    </a:solidFill>
                  </a:tcPr>
                </a:tc>
                <a:tc>
                  <a:txBody>
                    <a:bodyPr wrap="square"/>
                    <a:lstStyle/>
                    <a:p>
                      <a:pPr algn="l"/>
                      <a:r>
                        <a:rPr sz="1300" b="0">
                          <a:solidFill>
                            <a:srgbClr val="333333"/>
                          </a:solidFill>
                          <a:latin typeface="Segoe UI"/>
                        </a:rPr>
                        <a:t>7</a:t>
                      </a:r>
                    </a:p>
                  </a:txBody>
                  <a:tcPr>
                    <a:solidFill>
                      <a:srgbClr val="F2F2F2"/>
                    </a:solidFill>
                  </a:tcPr>
                </a:tc>
                <a:tc>
                  <a:txBody>
                    <a:bodyPr wrap="square"/>
                    <a:lstStyle/>
                    <a:p>
                      <a:pPr algn="l"/>
                      <a:r>
                        <a:rPr sz="1300" b="0">
                          <a:solidFill>
                            <a:srgbClr val="333333"/>
                          </a:solidFill>
                          <a:latin typeface="Segoe UI"/>
                        </a:rPr>
                        <a:t>83%</a:t>
                      </a:r>
                    </a:p>
                  </a:txBody>
                  <a:tcPr>
                    <a:solidFill>
                      <a:srgbClr val="F2F2F2"/>
                    </a:solidFill>
                  </a:tcPr>
                </a:tc>
                <a:tc>
                  <a:txBody>
                    <a:bodyPr wrap="square"/>
                    <a:lstStyle/>
                    <a:p>
                      <a:pPr algn="l"/>
                      <a:r>
                        <a:rPr sz="1300" b="0">
                          <a:solidFill>
                            <a:srgbClr val="333333"/>
                          </a:solidFill>
                          <a:latin typeface="Segoe UI"/>
                        </a:rPr>
                        <a:t>High</a:t>
                      </a:r>
                    </a:p>
                  </a:txBody>
                  <a:tcPr>
                    <a:solidFill>
                      <a:srgbClr val="F2F2F2"/>
                    </a:solidFill>
                  </a:tcPr>
                </a:tc>
              </a:tr>
              <a:tr h="502920">
                <a:tc>
                  <a:txBody>
                    <a:bodyPr wrap="square"/>
                    <a:lstStyle/>
                    <a:p>
                      <a:pPr algn="l"/>
                      <a:r>
                        <a:rPr sz="1300" b="1">
                          <a:solidFill>
                            <a:srgbClr val="333333"/>
                          </a:solidFill>
                          <a:latin typeface="Segoe UI"/>
                        </a:rPr>
                        <a:t>API Design / Clean Arch</a:t>
                      </a:r>
                    </a:p>
                  </a:txBody>
                  <a:tcPr/>
                </a:tc>
                <a:tc>
                  <a:txBody>
                    <a:bodyPr wrap="square"/>
                    <a:lstStyle/>
                    <a:p>
                      <a:pPr algn="l"/>
                      <a:r>
                        <a:rPr sz="1300" b="0">
                          <a:solidFill>
                            <a:srgbClr val="333333"/>
                          </a:solidFill>
                          <a:latin typeface="Segoe UI"/>
                        </a:rPr>
                        <a:t>60</a:t>
                      </a:r>
                    </a:p>
                  </a:txBody>
                  <a:tcPr/>
                </a:tc>
                <a:tc>
                  <a:txBody>
                    <a:bodyPr wrap="square"/>
                    <a:lstStyle/>
                    <a:p>
                      <a:pPr algn="l"/>
                      <a:r>
                        <a:rPr sz="1300" b="0">
                          <a:solidFill>
                            <a:srgbClr val="333333"/>
                          </a:solidFill>
                          <a:latin typeface="Segoe UI"/>
                        </a:rPr>
                        <a:t>12</a:t>
                      </a:r>
                    </a:p>
                  </a:txBody>
                  <a:tcPr/>
                </a:tc>
                <a:tc>
                  <a:txBody>
                    <a:bodyPr wrap="square"/>
                    <a:lstStyle/>
                    <a:p>
                      <a:pPr algn="l"/>
                      <a:r>
                        <a:rPr sz="1300" b="0">
                          <a:solidFill>
                            <a:srgbClr val="333333"/>
                          </a:solidFill>
                          <a:latin typeface="Segoe UI"/>
                        </a:rPr>
                        <a:t>80%</a:t>
                      </a:r>
                    </a:p>
                  </a:txBody>
                  <a:tcPr/>
                </a:tc>
                <a:tc>
                  <a:txBody>
                    <a:bodyPr wrap="square"/>
                    <a:lstStyle/>
                    <a:p>
                      <a:pPr algn="l"/>
                      <a:r>
                        <a:rPr sz="1300" b="0">
                          <a:solidFill>
                            <a:srgbClr val="333333"/>
                          </a:solidFill>
                          <a:latin typeface="Segoe UI"/>
                        </a:rPr>
                        <a:t>High</a:t>
                      </a:r>
                    </a:p>
                  </a:txBody>
                  <a:tcPr/>
                </a:tc>
              </a:tr>
              <a:tr h="502920">
                <a:tc>
                  <a:txBody>
                    <a:bodyPr wrap="square"/>
                    <a:lstStyle/>
                    <a:p>
                      <a:pPr algn="l"/>
                      <a:r>
                        <a:rPr sz="1300" b="1">
                          <a:solidFill>
                            <a:srgbClr val="333333"/>
                          </a:solidFill>
                          <a:latin typeface="Segoe UI"/>
                        </a:rPr>
                        <a:t>User Story Generation</a:t>
                      </a:r>
                    </a:p>
                  </a:txBody>
                  <a:tcPr>
                    <a:solidFill>
                      <a:srgbClr val="F2F2F2"/>
                    </a:solidFill>
                  </a:tcPr>
                </a:tc>
                <a:tc>
                  <a:txBody>
                    <a:bodyPr wrap="square"/>
                    <a:lstStyle/>
                    <a:p>
                      <a:pPr algn="l"/>
                      <a:r>
                        <a:rPr sz="1300" b="0">
                          <a:solidFill>
                            <a:srgbClr val="333333"/>
                          </a:solidFill>
                          <a:latin typeface="Segoe UI"/>
                        </a:rPr>
                        <a:t>70</a:t>
                      </a:r>
                    </a:p>
                  </a:txBody>
                  <a:tcPr>
                    <a:solidFill>
                      <a:srgbClr val="F2F2F2"/>
                    </a:solidFill>
                  </a:tcPr>
                </a:tc>
                <a:tc>
                  <a:txBody>
                    <a:bodyPr wrap="square"/>
                    <a:lstStyle/>
                    <a:p>
                      <a:pPr algn="l"/>
                      <a:r>
                        <a:rPr sz="1300" b="0">
                          <a:solidFill>
                            <a:srgbClr val="333333"/>
                          </a:solidFill>
                          <a:latin typeface="Segoe UI"/>
                        </a:rPr>
                        <a:t>12</a:t>
                      </a:r>
                    </a:p>
                  </a:txBody>
                  <a:tcPr>
                    <a:solidFill>
                      <a:srgbClr val="F2F2F2"/>
                    </a:solidFill>
                  </a:tcPr>
                </a:tc>
                <a:tc>
                  <a:txBody>
                    <a:bodyPr wrap="square"/>
                    <a:lstStyle/>
                    <a:p>
                      <a:pPr algn="l"/>
                      <a:r>
                        <a:rPr sz="1300" b="0">
                          <a:solidFill>
                            <a:srgbClr val="333333"/>
                          </a:solidFill>
                          <a:latin typeface="Segoe UI"/>
                        </a:rPr>
                        <a:t>83%</a:t>
                      </a:r>
                    </a:p>
                  </a:txBody>
                  <a:tcPr>
                    <a:solidFill>
                      <a:srgbClr val="F2F2F2"/>
                    </a:solidFill>
                  </a:tcPr>
                </a:tc>
                <a:tc>
                  <a:txBody>
                    <a:bodyPr wrap="square"/>
                    <a:lstStyle/>
                    <a:p>
                      <a:pPr algn="l"/>
                      <a:r>
                        <a:rPr sz="1300" b="0">
                          <a:solidFill>
                            <a:srgbClr val="333333"/>
                          </a:solidFill>
                          <a:latin typeface="Segoe UI"/>
                        </a:rPr>
                        <a:t>High</a:t>
                      </a:r>
                    </a:p>
                  </a:txBody>
                  <a:tcPr>
                    <a:solidFill>
                      <a:srgbClr val="F2F2F2"/>
                    </a:solidFill>
                  </a:tcPr>
                </a:tc>
              </a:tr>
              <a:tr h="502920">
                <a:tc>
                  <a:txBody>
                    <a:bodyPr wrap="square"/>
                    <a:lstStyle/>
                    <a:p>
                      <a:pPr algn="l"/>
                      <a:r>
                        <a:rPr sz="1300" b="1">
                          <a:solidFill>
                            <a:srgbClr val="333333"/>
                          </a:solidFill>
                          <a:latin typeface="Segoe UI"/>
                        </a:rPr>
                        <a:t>Target Code Generation</a:t>
                      </a:r>
                    </a:p>
                  </a:txBody>
                  <a:tcPr/>
                </a:tc>
                <a:tc>
                  <a:txBody>
                    <a:bodyPr wrap="square"/>
                    <a:lstStyle/>
                    <a:p>
                      <a:pPr algn="l"/>
                      <a:r>
                        <a:rPr sz="1300" b="0">
                          <a:solidFill>
                            <a:srgbClr val="333333"/>
                          </a:solidFill>
                          <a:latin typeface="Segoe UI"/>
                        </a:rPr>
                        <a:t>200</a:t>
                      </a:r>
                    </a:p>
                  </a:txBody>
                  <a:tcPr/>
                </a:tc>
                <a:tc>
                  <a:txBody>
                    <a:bodyPr wrap="square"/>
                    <a:lstStyle/>
                    <a:p>
                      <a:pPr algn="l"/>
                      <a:r>
                        <a:rPr sz="1300" b="0">
                          <a:solidFill>
                            <a:srgbClr val="333333"/>
                          </a:solidFill>
                          <a:latin typeface="Segoe UI"/>
                        </a:rPr>
                        <a:t>48</a:t>
                      </a:r>
                    </a:p>
                  </a:txBody>
                  <a:tcPr/>
                </a:tc>
                <a:tc>
                  <a:txBody>
                    <a:bodyPr wrap="square"/>
                    <a:lstStyle/>
                    <a:p>
                      <a:pPr algn="l"/>
                      <a:r>
                        <a:rPr sz="1300" b="0">
                          <a:solidFill>
                            <a:srgbClr val="333333"/>
                          </a:solidFill>
                          <a:latin typeface="Segoe UI"/>
                        </a:rPr>
                        <a:t>76%</a:t>
                      </a:r>
                    </a:p>
                  </a:txBody>
                  <a:tcPr/>
                </a:tc>
                <a:tc>
                  <a:txBody>
                    <a:bodyPr wrap="square"/>
                    <a:lstStyle/>
                    <a:p>
                      <a:pPr algn="l"/>
                      <a:r>
                        <a:rPr sz="1300" b="0">
                          <a:solidFill>
                            <a:srgbClr val="333333"/>
                          </a:solidFill>
                          <a:latin typeface="Segoe UI"/>
                        </a:rPr>
                        <a:t>Medium</a:t>
                      </a:r>
                    </a:p>
                  </a:txBody>
                  <a:tcPr/>
                </a:tc>
              </a:tr>
            </a:tbl>
          </a:graphicData>
        </a:graphic>
      </p:graphicFrame>
      <p:sp>
        <p:nvSpPr>
          <p:cNvPr id="5" name="TextBox 4"/>
          <p:cNvSpPr txBox="1"/>
          <p:nvPr/>
        </p:nvSpPr>
        <p:spPr>
          <a:xfrm>
            <a:off x="457200" y="5303520"/>
            <a:ext cx="10972800" cy="914400"/>
          </a:xfrm>
          <a:prstGeom prst="rect">
            <a:avLst/>
          </a:prstGeom>
          <a:noFill/>
        </p:spPr>
        <p:txBody>
          <a:bodyPr wrap="square">
            <a:spAutoFit/>
          </a:bodyPr>
          <a:lstStyle/>
          <a:p>
            <a:r>
              <a:rPr sz="1500" b="1">
                <a:solidFill>
                  <a:srgbClr val="002B5C"/>
                </a:solidFill>
                <a:latin typeface="Segoe UI"/>
              </a:rPr>
              <a:t>Key Takeaway: </a:t>
            </a:r>
            <a:r>
              <a:rPr sz="1500" b="0">
                <a:solidFill>
                  <a:srgbClr val="333333"/>
                </a:solidFill>
                <a:latin typeface="Segoe UI"/>
              </a:rPr>
              <a:t>76–87% efficiency gains across all SDLC phases. Vertex AI Search grounding and Spec-Driven Development contribute to High accuracy in analysis/design stages.</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Why Mphasis</a:t>
            </a:r>
          </a:p>
        </p:txBody>
      </p:sp>
      <p:sp>
        <p:nvSpPr>
          <p:cNvPr id="4" name="TextBox 3"/>
          <p:cNvSpPr txBox="1"/>
          <p:nvPr/>
        </p:nvSpPr>
        <p:spPr>
          <a:xfrm>
            <a:off x="457200" y="1097280"/>
            <a:ext cx="11247120" cy="914400"/>
          </a:xfrm>
          <a:prstGeom prst="rect">
            <a:avLst/>
          </a:prstGeom>
          <a:noFill/>
        </p:spPr>
        <p:txBody>
          <a:bodyPr wrap="square">
            <a:spAutoFit/>
          </a:bodyPr>
          <a:lstStyle/>
          <a:p>
            <a:r>
              <a:rPr sz="1700" b="0">
                <a:solidFill>
                  <a:srgbClr val="006BA6"/>
                </a:solidFill>
                <a:latin typeface="Segoe UI"/>
              </a:rPr>
              <a:t>Mphasis combines deep domain knowledge with a proven, governed AI modernization capability—allowing Schwab to modernize faster, safer, and at scale.</a:t>
            </a:r>
          </a:p>
        </p:txBody>
      </p:sp>
      <p:sp>
        <p:nvSpPr>
          <p:cNvPr id="5" name="TextBox 4"/>
          <p:cNvSpPr txBox="1"/>
          <p:nvPr/>
        </p:nvSpPr>
        <p:spPr>
          <a:xfrm>
            <a:off x="457200" y="1097280"/>
            <a:ext cx="914400" cy="914400"/>
          </a:xfrm>
          <a:prstGeom prst="rect">
            <a:avLst/>
          </a:prstGeom>
          <a:noFill/>
        </p:spPr>
        <p:txBody>
          <a:bodyPr wrap="none">
            <a:spAutoFit/>
          </a:bodyPr>
          <a:lstStyle/>
          <a:p/>
        </p:txBody>
      </p:sp>
      <p:sp>
        <p:nvSpPr>
          <p:cNvPr id="6" name="TextBox 5"/>
          <p:cNvSpPr txBox="1"/>
          <p:nvPr/>
        </p:nvSpPr>
        <p:spPr>
          <a:xfrm>
            <a:off x="457200" y="1097280"/>
            <a:ext cx="914400" cy="914400"/>
          </a:xfrm>
          <a:prstGeom prst="rect">
            <a:avLst/>
          </a:prstGeom>
          <a:noFill/>
        </p:spPr>
        <p:txBody>
          <a:bodyPr wrap="none">
            <a:spAutoFit/>
          </a:bodyPr>
          <a:lstStyle/>
          <a:p/>
        </p:txBody>
      </p:sp>
      <p:sp>
        <p:nvSpPr>
          <p:cNvPr id="7" name="TextBox 6"/>
          <p:cNvSpPr txBox="1"/>
          <p:nvPr/>
        </p:nvSpPr>
        <p:spPr>
          <a:xfrm>
            <a:off x="457200" y="1097280"/>
            <a:ext cx="914400" cy="914400"/>
          </a:xfrm>
          <a:prstGeom prst="rect">
            <a:avLst/>
          </a:prstGeom>
          <a:noFill/>
        </p:spPr>
        <p:txBody>
          <a:bodyPr wrap="none">
            <a:spAutoFit/>
          </a:bodyPr>
          <a:lstStyle/>
          <a:p/>
        </p:txBody>
      </p:sp>
      <p:sp>
        <p:nvSpPr>
          <p:cNvPr id="8" name="TextBox 7"/>
          <p:cNvSpPr txBox="1"/>
          <p:nvPr/>
        </p:nvSpPr>
        <p:spPr>
          <a:xfrm>
            <a:off x="457200" y="1097280"/>
            <a:ext cx="914400" cy="914400"/>
          </a:xfrm>
          <a:prstGeom prst="rect">
            <a:avLst/>
          </a:prstGeom>
          <a:noFill/>
        </p:spPr>
        <p:txBody>
          <a:bodyPr wrap="none">
            <a:spAutoFit/>
          </a:bodyPr>
          <a:lstStyle/>
          <a:p/>
        </p:txBody>
      </p:sp>
      <p:sp>
        <p:nvSpPr>
          <p:cNvPr id="9" name="TextBox 8"/>
          <p:cNvSpPr txBox="1"/>
          <p:nvPr/>
        </p:nvSpPr>
        <p:spPr>
          <a:xfrm>
            <a:off x="457200" y="1097280"/>
            <a:ext cx="914400" cy="914400"/>
          </a:xfrm>
          <a:prstGeom prst="rect">
            <a:avLst/>
          </a:prstGeom>
          <a:noFill/>
        </p:spPr>
        <p:txBody>
          <a:bodyPr wrap="none">
            <a:spAutoFit/>
          </a:bodyPr>
          <a:lstStyle/>
          <a:p/>
        </p:txBody>
      </p:sp>
      <p:sp>
        <p:nvSpPr>
          <p:cNvPr id="10" name="TextBox 9"/>
          <p:cNvSpPr txBox="1"/>
          <p:nvPr/>
        </p:nvSpPr>
        <p:spPr>
          <a:xfrm>
            <a:off x="457200" y="1828800"/>
            <a:ext cx="11247120" cy="4389120"/>
          </a:xfrm>
          <a:prstGeom prst="rect">
            <a:avLst/>
          </a:prstGeom>
          <a:noFill/>
        </p:spPr>
        <p:txBody>
          <a:bodyPr wrap="square">
            <a:spAutoFit/>
          </a:bodyPr>
          <a:lstStyle/>
          <a:p>
            <a:pPr>
              <a:spcBef>
                <a:spcPts val="1000"/>
              </a:spcBef>
            </a:pPr>
            <a:r>
              <a:rPr sz="1600" b="1">
                <a:solidFill>
                  <a:srgbClr val="002B5C"/>
                </a:solidFill>
                <a:latin typeface="Segoe UI"/>
              </a:rPr>
              <a:t>1. Longstanding Partnership with Schwab</a:t>
            </a:r>
          </a:p>
          <a:p>
            <a:r>
              <a:rPr sz="1400" b="0">
                <a:solidFill>
                  <a:srgbClr val="333333"/>
                </a:solidFill>
                <a:latin typeface="Segoe UI"/>
              </a:rPr>
              <a:t>Deep relationship across RPS, Bank Sweep, and O2 programs. Familiarity with Schwab's security, compliance, and governance standards. Faster ramp-up, lower delivery risk.</a:t>
            </a:r>
          </a:p>
          <a:p>
            <a:pPr>
              <a:spcBef>
                <a:spcPts val="1000"/>
              </a:spcBef>
            </a:pPr>
            <a:r>
              <a:rPr sz="1600" b="1">
                <a:solidFill>
                  <a:srgbClr val="002B5C"/>
                </a:solidFill>
                <a:latin typeface="Segoe UI"/>
              </a:rPr>
              <a:t>2. Deep SME Knowledge of Legacy Estates</a:t>
            </a:r>
          </a:p>
          <a:p>
            <a:r>
              <a:rPr sz="1400" b="0">
                <a:solidFill>
                  <a:srgbClr val="333333"/>
                </a:solidFill>
                <a:latin typeface="Segoe UI"/>
              </a:rPr>
              <a:t>Strong understanding of COBOL mainframes, .NET Framework monoliths, and batch systems. Ability to translate legacy behavior into BRDs, DDD artifacts, and modern APIs.</a:t>
            </a:r>
          </a:p>
          <a:p>
            <a:pPr>
              <a:spcBef>
                <a:spcPts val="1000"/>
              </a:spcBef>
            </a:pPr>
            <a:r>
              <a:rPr sz="1600" b="1">
                <a:solidFill>
                  <a:srgbClr val="002B5C"/>
                </a:solidFill>
                <a:latin typeface="Segoe UI"/>
              </a:rPr>
              <a:t>3. Proven AI-Driven Modernization Capability</a:t>
            </a:r>
          </a:p>
          <a:p>
            <a:r>
              <a:rPr sz="1400" b="0">
                <a:solidFill>
                  <a:srgbClr val="333333"/>
                </a:solidFill>
                <a:latin typeface="Segoe UI"/>
              </a:rPr>
              <a:t>Demonstrated use of VS Code + Copilot, Google ADK, LangGraph, and Custom Agents across the full SDLC. Vertex AI Search for grounded analysis. Spec-Driven Development for traceability.</a:t>
            </a:r>
          </a:p>
          <a:p>
            <a:pPr>
              <a:spcBef>
                <a:spcPts val="1000"/>
              </a:spcBef>
            </a:pPr>
            <a:r>
              <a:rPr sz="1600" b="1">
                <a:solidFill>
                  <a:srgbClr val="002B5C"/>
                </a:solidFill>
                <a:latin typeface="Segoe UI"/>
              </a:rPr>
              <a:t>4. Factory-Style, Repeatable Approach</a:t>
            </a:r>
          </a:p>
          <a:p>
            <a:r>
              <a:rPr sz="1400" b="0">
                <a:solidFill>
                  <a:srgbClr val="333333"/>
                </a:solidFill>
                <a:latin typeface="Segoe UI"/>
              </a:rPr>
              <a:t>Agentic SDLC designed for repeatability, auditability, and scale. MCP integrations with GitHub, Jira/Confluence, CI/CD, PCF, and observability tools. Not a one-off POC—a model that scales across the entire portfolio.</a:t>
            </a:r>
          </a:p>
          <a:p>
            <a:pPr>
              <a:spcBef>
                <a:spcPts val="1000"/>
              </a:spcBef>
            </a:pPr>
            <a:r>
              <a:rPr sz="1600" b="1">
                <a:solidFill>
                  <a:srgbClr val="002B5C"/>
                </a:solidFill>
                <a:latin typeface="Segoe UI"/>
              </a:rPr>
              <a:t>5. Vertex AI Search &amp; Spec-Driven Development Expertise</a:t>
            </a:r>
          </a:p>
          <a:p>
            <a:r>
              <a:rPr sz="1400" b="0">
                <a:solidFill>
                  <a:srgbClr val="333333"/>
                </a:solidFill>
                <a:latin typeface="Segoe UI"/>
              </a:rPr>
              <a:t>Pioneered the integration of Vertex AI Search for domain knowledge grounding and Spec-Driven Development as the backbone of agent orchestration at Schwab.</a:t>
            </a:r>
          </a:p>
        </p:txBody>
      </p:sp>
      <p:sp>
        <p:nvSpPr>
          <p:cNvPr id="11" name="TextBox 10"/>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68580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286000"/>
            <a:ext cx="8229600" cy="2743200"/>
          </a:xfrm>
          <a:prstGeom prst="rect">
            <a:avLst/>
          </a:prstGeom>
          <a:noFill/>
        </p:spPr>
        <p:txBody>
          <a:bodyPr wrap="square">
            <a:spAutoFit/>
          </a:bodyPr>
          <a:lstStyle/>
          <a:p>
            <a:pPr algn="ctr"/>
            <a:r>
              <a:rPr sz="4400" b="1">
                <a:solidFill>
                  <a:srgbClr val="FFFFFF"/>
                </a:solidFill>
                <a:latin typeface="Segoe UI"/>
              </a:rPr>
              <a:t>Thank You</a:t>
            </a:r>
          </a:p>
          <a:p>
            <a:pPr algn="ctr">
              <a:spcBef>
                <a:spcPts val="2000"/>
              </a:spcBef>
            </a:pPr>
            <a:r>
              <a:rPr sz="2800" b="0">
                <a:solidFill>
                  <a:srgbClr val="0096D6"/>
                </a:solidFill>
                <a:latin typeface="Segoe UI"/>
              </a:rPr>
              <a:t>Agentic SDLC at Schwab</a:t>
            </a:r>
          </a:p>
          <a:p>
            <a:pPr algn="ctr">
              <a:spcBef>
                <a:spcPts val="3000"/>
              </a:spcBef>
            </a:pPr>
            <a:r>
              <a:rPr sz="2200" b="0">
                <a:solidFill>
                  <a:srgbClr val="FFFFFF"/>
                </a:solidFill>
                <a:latin typeface="Segoe UI"/>
              </a:rPr>
              <a:t>Questions &amp; Discussion</a:t>
            </a:r>
          </a:p>
        </p:txBody>
      </p:sp>
    </p:spTree>
  </p:cSld>
  <p:clrMapOvr>
    <a:masterClrMapping/>
  </p:clrMapOvr>
</p:sld>
</file>

<file path=ppt/theme/theme1.xml><?xml version="1.0" encoding="utf-8"?>
<a:theme xmlns:a="http://schemas.openxmlformats.org/drawingml/2006/main" name="ANA Presentation for NEOIP Launch V2.0 2">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9FBFD944-B0C4-430E-B6CC-30BA09726B71}" vid="{170946AF-528D-434C-A4CB-4C6ECE5FB58C}"/>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6D424F5-CF62-4D64-B0B6-FBD9294FD165}" vid="{9F89A79F-03BE-4273-9FE7-1DE4206C9F2F}"/>
    </a:ext>
  </a:extLst>
</a:theme>
</file>

<file path=ppt/theme/theme4.xml><?xml version="1.0" encoding="utf-8"?>
<a:theme xmlns:a="http://schemas.openxmlformats.org/drawingml/2006/main" name="3_Office Theme">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9FBFD944-B0C4-430E-B6CC-30BA09726B71}" vid="{6DBE1B62-8546-486E-A248-D6A894923181}"/>
    </a:ext>
  </a:extLst>
</a:theme>
</file>

<file path=ppt/theme/theme5.xml><?xml version="1.0" encoding="utf-8"?>
<a:theme xmlns:a="http://schemas.openxmlformats.org/drawingml/2006/main" name="1_Begining Slides / Separators">
  <a:themeElements>
    <a:clrScheme name="Mphasis">
      <a:dk1>
        <a:srgbClr val="5A5A5A"/>
      </a:dk1>
      <a:lt1>
        <a:srgbClr val="FFFFFF"/>
      </a:lt1>
      <a:dk2>
        <a:srgbClr val="505050"/>
      </a:dk2>
      <a:lt2>
        <a:srgbClr val="D61360"/>
      </a:lt2>
      <a:accent1>
        <a:srgbClr val="A2DBEC"/>
      </a:accent1>
      <a:accent2>
        <a:srgbClr val="939393"/>
      </a:accent2>
      <a:accent3>
        <a:srgbClr val="218BAA"/>
      </a:accent3>
      <a:accent4>
        <a:srgbClr val="A0CD49"/>
      </a:accent4>
      <a:accent5>
        <a:srgbClr val="939393"/>
      </a:accent5>
      <a:accent6>
        <a:srgbClr val="B586BF"/>
      </a:accent6>
      <a:hlink>
        <a:srgbClr val="0070C0"/>
      </a:hlink>
      <a:folHlink>
        <a:srgbClr val="0070C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944902C1-36A7-6048-A9B8-BFA45ED785FE}" vid="{11DF6BBD-BBEA-7E4E-969B-5A79722F0862}"/>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ANA Presentation for NEOIP Launch V2.0 2</Template>
  <TotalTime>0</TotalTime>
  <Words>1483</Words>
  <Application>Microsoft Office PowerPoint</Application>
  <PresentationFormat>Widescreen</PresentationFormat>
  <Paragraphs>353</Paragraphs>
  <Slides>14</Slides>
  <Notes>1</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14</vt:i4>
      </vt:variant>
    </vt:vector>
  </HeadingPairs>
  <TitlesOfParts>
    <vt:vector size="28" baseType="lpstr">
      <vt:lpstr>Aptos</vt:lpstr>
      <vt:lpstr>Arial</vt:lpstr>
      <vt:lpstr>Calibri</vt:lpstr>
      <vt:lpstr>Calibri Light</vt:lpstr>
      <vt:lpstr>Open Sans</vt:lpstr>
      <vt:lpstr>Segoe UI</vt:lpstr>
      <vt:lpstr>Symbol</vt:lpstr>
      <vt:lpstr>Times New Roman</vt:lpstr>
      <vt:lpstr>Wingdings</vt:lpstr>
      <vt:lpstr>ANA Presentation for NEOIP Launch V2.0 2</vt:lpstr>
      <vt:lpstr>1_Office Theme</vt:lpstr>
      <vt:lpstr>2_Office Theme</vt:lpstr>
      <vt:lpstr>3_Office Theme</vt:lpstr>
      <vt:lpstr>1_Begining Slides / Separators</vt:lpstr>
      <vt:lpstr>RPS Modernization POC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Anand, Yash</dc:creator>
  <cp:lastModifiedBy>Parasuraman, Banu</cp:lastModifiedBy>
  <cp:revision>4</cp:revision>
  <dcterms:created xsi:type="dcterms:W3CDTF">2026-01-07T21:04:05Z</dcterms:created>
  <dcterms:modified xsi:type="dcterms:W3CDTF">2026-01-16T20:31:33Z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c19be-2d3a-4063-bcc2-f075097a5f8a_Enabled">
    <vt:lpwstr>true</vt:lpwstr>
  </property>
  <property fmtid="{D5CDD505-2E9C-101B-9397-08002B2CF9AE}" pid="3" name="MSIP_Label_6b5c19be-2d3a-4063-bcc2-f075097a5f8a_SetDate">
    <vt:lpwstr>2026-01-07T21:26:22Z</vt:lpwstr>
  </property>
  <property fmtid="{D5CDD505-2E9C-101B-9397-08002B2CF9AE}" pid="4" name="MSIP_Label_6b5c19be-2d3a-4063-bcc2-f075097a5f8a_Method">
    <vt:lpwstr>Standard</vt:lpwstr>
  </property>
  <property fmtid="{D5CDD505-2E9C-101B-9397-08002B2CF9AE}" pid="5" name="MSIP_Label_6b5c19be-2d3a-4063-bcc2-f075097a5f8a_Name">
    <vt:lpwstr>Internal</vt:lpwstr>
  </property>
  <property fmtid="{D5CDD505-2E9C-101B-9397-08002B2CF9AE}" pid="6" name="MSIP_Label_6b5c19be-2d3a-4063-bcc2-f075097a5f8a_SiteId">
    <vt:lpwstr>61de5c81-d3b4-4669-a7ae-bd2e3884f7fa</vt:lpwstr>
  </property>
  <property fmtid="{D5CDD505-2E9C-101B-9397-08002B2CF9AE}" pid="7" name="MSIP_Label_6b5c19be-2d3a-4063-bcc2-f075097a5f8a_ActionId">
    <vt:lpwstr>a24d67a9-6156-4f4b-9235-a8b5d500ac92</vt:lpwstr>
  </property>
  <property fmtid="{D5CDD505-2E9C-101B-9397-08002B2CF9AE}" pid="8" name="MSIP_Label_6b5c19be-2d3a-4063-bcc2-f075097a5f8a_ContentBits">
    <vt:lpwstr>2</vt:lpwstr>
  </property>
  <property fmtid="{D5CDD505-2E9C-101B-9397-08002B2CF9AE}" pid="9" name="MSIP_Label_6b5c19be-2d3a-4063-bcc2-f075097a5f8a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   Classification: Schwab Internal</vt:lpwstr>
  </property>
</Properties>
</file>