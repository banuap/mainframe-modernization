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79" r:id="rId2"/>
    <p:sldMasterId id="2147483685" r:id="rId3"/>
    <p:sldMasterId id="2147483715" r:id="rId4"/>
    <p:sldMasterId id="2147483747" r:id="rId5"/>
  </p:sldMasterIdLst>
  <p:notesMasterIdLst>
    <p:notesMasterId r:id="rId20"/>
  </p:notesMasterIdLst>
  <p:sldIdLst>
    <p:sldId id="256" r:id="rId11"/>
    <p:sldId id="257" r:id="rId12"/>
    <p:sldId id="258" r:id="rId13"/>
    <p:sldId id="259" r:id="rId14"/>
    <p:sldId id="260" r:id="rId15"/>
    <p:sldId id="261" r:id="rId16"/>
    <p:sldId id="262" r:id="rId17"/>
    <p:sldId id="263" r:id="rId18"/>
    <p:sldId id="264" r:id="rId19"/>
    <p:sldId id="265" r:id="rId10"/>
    <p:sldId id="266" r:id="rId9"/>
    <p:sldId id="267" r:id="rId8"/>
    <p:sldId id="268" r:id="rId7"/>
    <p:sldId id="269" r:id="rId6"/>
    <p:sldId id="27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672" y="7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E8FD43-69B4-4464-B170-9016A7E7A178}"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0CAF2-B107-4C93-B898-06E504B3D714}" type="slidenum">
              <a:rPr lang="en-US" smtClean="0"/>
              <a:t>‹#›</a:t>
            </a:fld>
            <a:endParaRPr lang="en-US"/>
          </a:p>
        </p:txBody>
      </p:sp>
    </p:spTree>
    <p:extLst>
      <p:ext uri="{BB962C8B-B14F-4D97-AF65-F5344CB8AC3E}">
        <p14:creationId xmlns:p14="http://schemas.microsoft.com/office/powerpoint/2010/main" val="118000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www.mphasis.com/" TargetMode="External"/><Relationship Id="rId3" Type="http://schemas.openxmlformats.org/officeDocument/2006/relationships/hyperlink" Target="https://www.mphasis.com/home/our-approach.html"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only Mphasi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DA8125-D6E7-2681-AE32-29EC38289CF4}"/>
              </a:ext>
            </a:extLst>
          </p:cNvPr>
          <p:cNvPicPr>
            <a:picLocks noGrp="1" noRot="1" noChangeAspect="1" noMove="1" noResize="1" noEditPoints="1" noAdjustHandles="1" noChangeArrowheads="1" noChangeShapeType="1" noCrop="1"/>
          </p:cNvPicPr>
          <p:nvPr isPhoto="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p:nvPr>
        </p:nvSpPr>
        <p:spPr>
          <a:xfrm>
            <a:off x="498745" y="3542783"/>
            <a:ext cx="6511651" cy="1653453"/>
          </a:xfrm>
        </p:spPr>
        <p:txBody>
          <a:bodyPr anchor="b">
            <a:normAutofit/>
          </a:bodyPr>
          <a:lstStyle>
            <a:lvl1pPr algn="l">
              <a:defRPr sz="5400">
                <a:solidFill>
                  <a:schemeClr val="bg1"/>
                </a:solidFill>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5" y="5340617"/>
            <a:ext cx="6511651" cy="378835"/>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8" name="Picture 7">
            <a:extLst>
              <a:ext uri="{FF2B5EF4-FFF2-40B4-BE49-F238E27FC236}">
                <a16:creationId xmlns:a16="http://schemas.microsoft.com/office/drawing/2014/main" id="{306F0D5E-10E9-3A15-9F6F-A81B7CCFB8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44" y="707806"/>
            <a:ext cx="2334780" cy="776357"/>
          </a:xfrm>
          <a:prstGeom prst="rect">
            <a:avLst/>
          </a:prstGeom>
        </p:spPr>
      </p:pic>
    </p:spTree>
    <p:extLst>
      <p:ext uri="{BB962C8B-B14F-4D97-AF65-F5344CB8AC3E}">
        <p14:creationId xmlns:p14="http://schemas.microsoft.com/office/powerpoint/2010/main" val="883344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ver Mphasis + Relationship Logo">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2CEA97B-550F-6232-847F-A8185CFC2E5B}"/>
              </a:ext>
            </a:extLst>
          </p:cNvPr>
          <p:cNvPicPr>
            <a:picLocks noChangeAspect="1"/>
          </p:cNvPicPr>
          <p:nvPr isPhoto="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pic>
        <p:nvPicPr>
          <p:cNvPr id="6" name="Picture 5">
            <a:extLst>
              <a:ext uri="{FF2B5EF4-FFF2-40B4-BE49-F238E27FC236}">
                <a16:creationId xmlns:a16="http://schemas.microsoft.com/office/drawing/2014/main" id="{25A12056-1CA3-12BC-1D19-8ACDA4C1B6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44" y="707806"/>
            <a:ext cx="2334780" cy="776357"/>
          </a:xfrm>
          <a:prstGeom prst="rect">
            <a:avLst/>
          </a:prstGeom>
        </p:spPr>
      </p:pic>
      <p:sp>
        <p:nvSpPr>
          <p:cNvPr id="5" name="Picture Placeholder 4">
            <a:extLst>
              <a:ext uri="{FF2B5EF4-FFF2-40B4-BE49-F238E27FC236}">
                <a16:creationId xmlns:a16="http://schemas.microsoft.com/office/drawing/2014/main" id="{419A3681-2041-AD74-6047-05788C27E577}"/>
              </a:ext>
            </a:extLst>
          </p:cNvPr>
          <p:cNvSpPr>
            <a:spLocks noGrp="1"/>
          </p:cNvSpPr>
          <p:nvPr>
            <p:ph type="pic" sz="quarter" idx="12" hasCustomPrompt="1"/>
          </p:nvPr>
        </p:nvSpPr>
        <p:spPr>
          <a:xfrm>
            <a:off x="3511550" y="670534"/>
            <a:ext cx="2697163" cy="850900"/>
          </a:xfrm>
        </p:spPr>
        <p:txBody>
          <a:bodyPr>
            <a:normAutofit/>
          </a:bodyPr>
          <a:lstStyle>
            <a:lvl1pPr marL="0" indent="0">
              <a:buNone/>
              <a:defRPr sz="1100">
                <a:solidFill>
                  <a:schemeClr val="bg1"/>
                </a:solidFill>
              </a:defRPr>
            </a:lvl1pPr>
          </a:lstStyle>
          <a:p>
            <a:r>
              <a:rPr lang="en-IN"/>
              <a:t>Client Logo</a:t>
            </a:r>
          </a:p>
        </p:txBody>
      </p:sp>
      <p:cxnSp>
        <p:nvCxnSpPr>
          <p:cNvPr id="10" name="Straight Connector 9">
            <a:extLst>
              <a:ext uri="{FF2B5EF4-FFF2-40B4-BE49-F238E27FC236}">
                <a16:creationId xmlns:a16="http://schemas.microsoft.com/office/drawing/2014/main" id="{11421023-7B5F-D006-F6F1-FD93E3FCAC08}"/>
              </a:ext>
            </a:extLst>
          </p:cNvPr>
          <p:cNvCxnSpPr>
            <a:cxnSpLocks/>
          </p:cNvCxnSpPr>
          <p:nvPr/>
        </p:nvCxnSpPr>
        <p:spPr>
          <a:xfrm>
            <a:off x="3172537" y="771984"/>
            <a:ext cx="0" cy="64800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28E55CD-9924-C948-B801-7BD187C130A4}"/>
              </a:ext>
            </a:extLst>
          </p:cNvPr>
          <p:cNvSpPr>
            <a:spLocks noGrp="1"/>
          </p:cNvSpPr>
          <p:nvPr>
            <p:ph type="ctrTitle"/>
          </p:nvPr>
        </p:nvSpPr>
        <p:spPr>
          <a:xfrm>
            <a:off x="498745" y="3542783"/>
            <a:ext cx="6511651" cy="1653453"/>
          </a:xfrm>
        </p:spPr>
        <p:txBody>
          <a:bodyPr anchor="b">
            <a:normAutofit/>
          </a:bodyPr>
          <a:lstStyle>
            <a:lvl1pPr algn="l">
              <a:defRPr sz="5400">
                <a:solidFill>
                  <a:schemeClr val="bg1"/>
                </a:solidFill>
              </a:defRPr>
            </a:lvl1pPr>
          </a:lstStyle>
          <a:p>
            <a:r>
              <a:rPr lang="en-US"/>
              <a:t>Click to edit Master title style</a:t>
            </a:r>
            <a:endParaRPr lang="en-IN"/>
          </a:p>
        </p:txBody>
      </p:sp>
      <p:sp>
        <p:nvSpPr>
          <p:cNvPr id="8" name="Subtitle 2">
            <a:extLst>
              <a:ext uri="{FF2B5EF4-FFF2-40B4-BE49-F238E27FC236}">
                <a16:creationId xmlns:a16="http://schemas.microsoft.com/office/drawing/2014/main" id="{90461B0C-E57A-4AED-12CF-EDFFB5D40F4D}"/>
              </a:ext>
            </a:extLst>
          </p:cNvPr>
          <p:cNvSpPr>
            <a:spLocks noGrp="1"/>
          </p:cNvSpPr>
          <p:nvPr>
            <p:ph type="subTitle" idx="1"/>
          </p:nvPr>
        </p:nvSpPr>
        <p:spPr>
          <a:xfrm>
            <a:off x="498745" y="5340617"/>
            <a:ext cx="6511651" cy="378835"/>
          </a:xfrm>
        </p:spPr>
        <p:txBody>
          <a:bodyPr>
            <a:noAutofit/>
          </a:bodyPr>
          <a:lstStyle>
            <a:lvl1pPr marL="0" indent="0" algn="l">
              <a:buNone/>
              <a:defRPr sz="3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9" name="TextBox 8">
            <a:extLst>
              <a:ext uri="{FF2B5EF4-FFF2-40B4-BE49-F238E27FC236}">
                <a16:creationId xmlns:a16="http://schemas.microsoft.com/office/drawing/2014/main" id="{31E174B6-540A-16A0-F5BA-9AA5525EA848}"/>
              </a:ext>
            </a:extLst>
          </p:cNvPr>
          <p:cNvSpPr txBox="1"/>
          <p:nvPr/>
        </p:nvSpPr>
        <p:spPr>
          <a:xfrm>
            <a:off x="2640905" y="3034999"/>
            <a:ext cx="1423788" cy="37959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30000" noProof="0">
                <a:ln>
                  <a:noFill/>
                </a:ln>
                <a:solidFill>
                  <a:srgbClr val="FFFFFF"/>
                </a:solidFill>
                <a:effectLst/>
                <a:uLnTx/>
                <a:uFillTx/>
                <a:latin typeface="+mj-lt"/>
                <a:ea typeface="+mn-ea"/>
                <a:cs typeface="+mn-cs"/>
              </a:rPr>
              <a:t>Oct 24, 2025</a:t>
            </a:r>
          </a:p>
        </p:txBody>
      </p:sp>
      <p:pic>
        <p:nvPicPr>
          <p:cNvPr id="11" name="Graphic 10">
            <a:extLst>
              <a:ext uri="{FF2B5EF4-FFF2-40B4-BE49-F238E27FC236}">
                <a16:creationId xmlns:a16="http://schemas.microsoft.com/office/drawing/2014/main" id="{5619B985-ECFA-07B5-B052-39C30A919A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070" y="2038702"/>
            <a:ext cx="5504173" cy="808920"/>
          </a:xfrm>
          <a:prstGeom prst="rect">
            <a:avLst/>
          </a:prstGeom>
        </p:spPr>
      </p:pic>
    </p:spTree>
    <p:extLst>
      <p:ext uri="{BB962C8B-B14F-4D97-AF65-F5344CB8AC3E}">
        <p14:creationId xmlns:p14="http://schemas.microsoft.com/office/powerpoint/2010/main" val="10845142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Custom Layout">
    <p:bg>
      <p:bgRef idx="1001">
        <a:schemeClr val="bg1"/>
      </p:bgRef>
    </p:bg>
    <p:spTree>
      <p:nvGrpSpPr>
        <p:cNvPr id="1" name=""/>
        <p:cNvGrpSpPr/>
        <p:nvPr/>
      </p:nvGrpSpPr>
      <p:grpSpPr>
        <a:xfrm>
          <a:off x="0" y="0"/>
          <a:ext cx="0" cy="0"/>
          <a:chOff x="0" y="0"/>
          <a:chExt cx="0" cy="0"/>
        </a:xfrm>
      </p:grpSpPr>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a:t>Title - 24pt</a:t>
            </a:r>
          </a:p>
        </p:txBody>
      </p:sp>
      <p:sp>
        <p:nvSpPr>
          <p:cNvPr id="15" name="TextBox 14">
            <a:extLst>
              <a:ext uri="{FF2B5EF4-FFF2-40B4-BE49-F238E27FC236}">
                <a16:creationId xmlns:a16="http://schemas.microsoft.com/office/drawing/2014/main" id="{3A26F0D1-D919-48B0-9670-F0A7CA7EA829}"/>
              </a:ext>
            </a:extLst>
          </p:cNvPr>
          <p:cNvSpPr txBox="1"/>
          <p:nvPr userDrawn="1"/>
        </p:nvSpPr>
        <p:spPr>
          <a:xfrm>
            <a:off x="530225" y="6523496"/>
            <a:ext cx="3957363"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solidFill>
                  <a:schemeClr val="tx1"/>
                </a:solidFill>
              </a:rPr>
              <a:t>© Mphasis 2022  Proprietary and confidential information    I  </a:t>
            </a:r>
            <a:endParaRPr lang="en-US" sz="1200">
              <a:solidFill>
                <a:schemeClr val="tx1"/>
              </a:solidFill>
            </a:endParaRPr>
          </a:p>
        </p:txBody>
      </p:sp>
      <p:sp>
        <p:nvSpPr>
          <p:cNvPr id="16" name="Date Placeholder 14">
            <a:extLst>
              <a:ext uri="{FF2B5EF4-FFF2-40B4-BE49-F238E27FC236}">
                <a16:creationId xmlns:a16="http://schemas.microsoft.com/office/drawing/2014/main" id="{795D0959-05AD-4EA2-B67D-FE52348674AD}"/>
              </a:ext>
            </a:extLst>
          </p:cNvPr>
          <p:cNvSpPr txBox="1">
            <a:spLocks/>
          </p:cNvSpPr>
          <p:nvPr userDrawn="1"/>
        </p:nvSpPr>
        <p:spPr>
          <a:xfrm>
            <a:off x="4441409"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1/16/2026</a:t>
            </a:fld>
            <a:endParaRPr lang="en-US">
              <a:solidFill>
                <a:schemeClr val="tx1"/>
              </a:solidFill>
            </a:endParaRPr>
          </a:p>
        </p:txBody>
      </p:sp>
      <p:sp>
        <p:nvSpPr>
          <p:cNvPr id="17" name="Slide Number Placeholder 6">
            <a:extLst>
              <a:ext uri="{FF2B5EF4-FFF2-40B4-BE49-F238E27FC236}">
                <a16:creationId xmlns:a16="http://schemas.microsoft.com/office/drawing/2014/main" id="{2B5EA731-F13C-4061-8B9B-C90C7300D862}"/>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a:solidFill>
                <a:schemeClr val="tx1"/>
              </a:solidFill>
            </a:endParaRPr>
          </a:p>
        </p:txBody>
      </p:sp>
      <p:sp>
        <p:nvSpPr>
          <p:cNvPr id="18" name="Date Placeholder 14">
            <a:extLst>
              <a:ext uri="{FF2B5EF4-FFF2-40B4-BE49-F238E27FC236}">
                <a16:creationId xmlns:a16="http://schemas.microsoft.com/office/drawing/2014/main" id="{6E0E427B-45A6-4871-B333-92011D751BAA}"/>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
        <p:nvSpPr>
          <p:cNvPr id="19" name="Date Placeholder 14">
            <a:extLst>
              <a:ext uri="{FF2B5EF4-FFF2-40B4-BE49-F238E27FC236}">
                <a16:creationId xmlns:a16="http://schemas.microsoft.com/office/drawing/2014/main" id="{7652254C-1B19-46A7-B600-41EF7D15D774}"/>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Tree>
    <p:extLst>
      <p:ext uri="{BB962C8B-B14F-4D97-AF65-F5344CB8AC3E}">
        <p14:creationId xmlns:p14="http://schemas.microsoft.com/office/powerpoint/2010/main" val="396198872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132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 Whi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56CEE0A-F60F-051E-CFBB-2B3C17F2BDC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859008" y="181196"/>
            <a:ext cx="987552" cy="306482"/>
          </a:xfrm>
          <a:prstGeom prst="rect">
            <a:avLst/>
          </a:prstGeom>
        </p:spPr>
      </p:pic>
      <p:sp>
        <p:nvSpPr>
          <p:cNvPr id="2" name="Content Placeholder 2">
            <a:extLst>
              <a:ext uri="{FF2B5EF4-FFF2-40B4-BE49-F238E27FC236}">
                <a16:creationId xmlns:a16="http://schemas.microsoft.com/office/drawing/2014/main" id="{F894D5F6-6498-79CB-9760-B8BD425D2B6A}"/>
              </a:ext>
            </a:extLst>
          </p:cNvPr>
          <p:cNvSpPr>
            <a:spLocks noGrp="1"/>
          </p:cNvSpPr>
          <p:nvPr>
            <p:ph idx="1"/>
          </p:nvPr>
        </p:nvSpPr>
        <p:spPr>
          <a:xfrm>
            <a:off x="443510" y="384968"/>
            <a:ext cx="9377680" cy="586052"/>
          </a:xfrm>
        </p:spPr>
        <p:txBody>
          <a:bodyPr>
            <a:noAutofit/>
          </a:bodyPr>
          <a:lstStyle>
            <a:lvl1pPr marL="0" indent="0">
              <a:lnSpc>
                <a:spcPct val="80000"/>
              </a:lnSpc>
              <a:buNone/>
              <a:defRPr sz="3200" b="1"/>
            </a:lvl1pPr>
          </a:lstStyle>
          <a:p>
            <a:pPr lvl="0"/>
            <a:r>
              <a:rPr lang="en-US"/>
              <a:t>Click to edit Master text styles</a:t>
            </a:r>
          </a:p>
        </p:txBody>
      </p:sp>
      <p:sp>
        <p:nvSpPr>
          <p:cNvPr id="4" name="Date Placeholder 3">
            <a:extLst>
              <a:ext uri="{FF2B5EF4-FFF2-40B4-BE49-F238E27FC236}">
                <a16:creationId xmlns:a16="http://schemas.microsoft.com/office/drawing/2014/main" id="{E35D1051-7361-404D-745A-E37997F4EF94}"/>
              </a:ext>
            </a:extLst>
          </p:cNvPr>
          <p:cNvSpPr>
            <a:spLocks noGrp="1"/>
          </p:cNvSpPr>
          <p:nvPr>
            <p:ph type="dt" sz="half" idx="10"/>
          </p:nvPr>
        </p:nvSpPr>
        <p:spPr/>
        <p:txBody>
          <a:bodyPr/>
          <a:lstStyle/>
          <a:p>
            <a:r>
              <a:rPr lang="en-US"/>
              <a:t>10/3/23</a:t>
            </a:r>
          </a:p>
        </p:txBody>
      </p:sp>
      <p:sp>
        <p:nvSpPr>
          <p:cNvPr id="5" name="Footer Placeholder 4">
            <a:extLst>
              <a:ext uri="{FF2B5EF4-FFF2-40B4-BE49-F238E27FC236}">
                <a16:creationId xmlns:a16="http://schemas.microsoft.com/office/drawing/2014/main" id="{52125982-A6FD-1599-BFBA-1C29D72823F3}"/>
              </a:ext>
            </a:extLst>
          </p:cNvPr>
          <p:cNvSpPr>
            <a:spLocks noGrp="1"/>
          </p:cNvSpPr>
          <p:nvPr>
            <p:ph type="ftr" sz="quarter" idx="11"/>
          </p:nvPr>
        </p:nvSpPr>
        <p:spPr/>
        <p:txBody>
          <a:bodyPr/>
          <a:lstStyle/>
          <a:p>
            <a:r>
              <a:rPr lang="en-US"/>
              <a:t>© Mphasis 2023 Proprietary and confidential information</a:t>
            </a:r>
          </a:p>
        </p:txBody>
      </p:sp>
      <p:sp>
        <p:nvSpPr>
          <p:cNvPr id="6" name="Slide Number Placeholder 5">
            <a:extLst>
              <a:ext uri="{FF2B5EF4-FFF2-40B4-BE49-F238E27FC236}">
                <a16:creationId xmlns:a16="http://schemas.microsoft.com/office/drawing/2014/main" id="{F16525AA-7529-B228-4770-5706A80249D9}"/>
              </a:ext>
            </a:extLst>
          </p:cNvPr>
          <p:cNvSpPr>
            <a:spLocks noGrp="1"/>
          </p:cNvSpPr>
          <p:nvPr>
            <p:ph type="sldNum" sz="quarter" idx="12"/>
          </p:nvPr>
        </p:nvSpPr>
        <p:spPr/>
        <p:txBody>
          <a:bodyPr/>
          <a:lstStyle/>
          <a:p>
            <a:fld id="{7F16BAF1-5D36-0E4C-B44A-F52AC031BC13}" type="slidenum">
              <a:rPr lang="en-US" smtClean="0"/>
              <a:pPr/>
              <a:t>‹#›</a:t>
            </a:fld>
            <a:endParaRPr lang="en-US"/>
          </a:p>
        </p:txBody>
      </p:sp>
    </p:spTree>
    <p:extLst>
      <p:ext uri="{BB962C8B-B14F-4D97-AF65-F5344CB8AC3E}">
        <p14:creationId xmlns:p14="http://schemas.microsoft.com/office/powerpoint/2010/main" val="1630485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741607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1"/>
            <a:ext cx="11618976" cy="640697"/>
          </a:xfrm>
        </p:spPr>
        <p:txBody>
          <a:bodyPr>
            <a:normAutofit/>
          </a:bodyPr>
          <a:lstStyle>
            <a:lvl1pPr marL="0" indent="0">
              <a:buNone/>
              <a:defRPr sz="4000" b="1">
                <a:solidFill>
                  <a:srgbClr val="00325B"/>
                </a:solidFill>
              </a:defRPr>
            </a:lvl1pPr>
            <a:lvl2pPr marL="457223" indent="0">
              <a:buNone/>
              <a:defRPr>
                <a:solidFill>
                  <a:srgbClr val="00325B"/>
                </a:solidFill>
              </a:defRPr>
            </a:lvl2pPr>
            <a:lvl3pPr marL="914446" indent="0">
              <a:buNone/>
              <a:defRPr>
                <a:solidFill>
                  <a:srgbClr val="00325B"/>
                </a:solidFill>
              </a:defRPr>
            </a:lvl3pPr>
            <a:lvl4pPr marL="1371669" indent="0">
              <a:buNone/>
              <a:defRPr>
                <a:solidFill>
                  <a:srgbClr val="00325B"/>
                </a:solidFill>
              </a:defRPr>
            </a:lvl4pPr>
            <a:lvl5pPr marL="1828891"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3948868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62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395290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88" name="Content Placeholder 2">
            <a:extLst>
              <a:ext uri="{FF2B5EF4-FFF2-40B4-BE49-F238E27FC236}">
                <a16:creationId xmlns:a16="http://schemas.microsoft.com/office/drawing/2014/main" id="{A1EDEA69-18CC-F5D0-C6C8-0372943DBD3D}"/>
              </a:ext>
            </a:extLst>
          </p:cNvPr>
          <p:cNvSpPr>
            <a:spLocks noGrp="1"/>
          </p:cNvSpPr>
          <p:nvPr>
            <p:ph idx="1"/>
          </p:nvPr>
        </p:nvSpPr>
        <p:spPr>
          <a:xfrm>
            <a:off x="292608" y="692727"/>
            <a:ext cx="11618976" cy="5244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7380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4" name="Rectangle 3">
            <a:extLst>
              <a:ext uri="{FF2B5EF4-FFF2-40B4-BE49-F238E27FC236}">
                <a16:creationId xmlns:a16="http://schemas.microsoft.com/office/drawing/2014/main" id="{569105BB-D7A7-8BB9-E4C5-6A530FE7C275}"/>
              </a:ext>
            </a:extLst>
          </p:cNvPr>
          <p:cNvSpPr/>
          <p:nvPr userDrawn="1"/>
        </p:nvSpPr>
        <p:spPr>
          <a:xfrm>
            <a:off x="4070282" y="2252519"/>
            <a:ext cx="991247" cy="92248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0">
            <a:extLst>
              <a:ext uri="{FF2B5EF4-FFF2-40B4-BE49-F238E27FC236}">
                <a16:creationId xmlns:a16="http://schemas.microsoft.com/office/drawing/2014/main" id="{E2AB7DCB-CD4B-FEBE-EC8F-1779516CAB7F}"/>
              </a:ext>
            </a:extLst>
          </p:cNvPr>
          <p:cNvSpPr>
            <a:spLocks noGrp="1"/>
          </p:cNvSpPr>
          <p:nvPr>
            <p:ph type="body" sz="quarter" idx="18" hasCustomPrompt="1"/>
          </p:nvPr>
        </p:nvSpPr>
        <p:spPr>
          <a:xfrm>
            <a:off x="4155900" y="2325255"/>
            <a:ext cx="820011" cy="777011"/>
          </a:xfrm>
        </p:spPr>
        <p:txBody>
          <a:bodyPr anchor="ctr">
            <a:normAutofit/>
          </a:bodyPr>
          <a:lstStyle>
            <a:lvl1pPr marL="0" indent="0" algn="ctr">
              <a:buNone/>
              <a:defRPr sz="1200" b="1">
                <a:solidFill>
                  <a:schemeClr val="bg1"/>
                </a:solidFill>
              </a:defRPr>
            </a:lvl1pPr>
          </a:lstStyle>
          <a:p>
            <a:pPr lvl="0"/>
            <a:r>
              <a:rPr lang="en-US"/>
              <a:t>#000000</a:t>
            </a:r>
            <a:endParaRPr lang="en-IN"/>
          </a:p>
        </p:txBody>
      </p:sp>
      <p:sp>
        <p:nvSpPr>
          <p:cNvPr id="8" name="Rectangle 7">
            <a:extLst>
              <a:ext uri="{FF2B5EF4-FFF2-40B4-BE49-F238E27FC236}">
                <a16:creationId xmlns:a16="http://schemas.microsoft.com/office/drawing/2014/main" id="{C0939D25-32F0-6765-C435-28394B055AA8}"/>
              </a:ext>
            </a:extLst>
          </p:cNvPr>
          <p:cNvSpPr/>
          <p:nvPr userDrawn="1"/>
        </p:nvSpPr>
        <p:spPr>
          <a:xfrm>
            <a:off x="5358755" y="2252519"/>
            <a:ext cx="991247" cy="92248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10">
            <a:extLst>
              <a:ext uri="{FF2B5EF4-FFF2-40B4-BE49-F238E27FC236}">
                <a16:creationId xmlns:a16="http://schemas.microsoft.com/office/drawing/2014/main" id="{65996DDE-287F-5668-A210-81B520F5E04C}"/>
              </a:ext>
            </a:extLst>
          </p:cNvPr>
          <p:cNvSpPr>
            <a:spLocks noGrp="1"/>
          </p:cNvSpPr>
          <p:nvPr>
            <p:ph type="body" sz="quarter" idx="19" hasCustomPrompt="1"/>
          </p:nvPr>
        </p:nvSpPr>
        <p:spPr>
          <a:xfrm>
            <a:off x="5444373" y="2325255"/>
            <a:ext cx="820011" cy="777011"/>
          </a:xfrm>
        </p:spPr>
        <p:txBody>
          <a:bodyPr anchor="ctr">
            <a:normAutofit/>
          </a:bodyPr>
          <a:lstStyle>
            <a:lvl1pPr marL="0" indent="0" algn="ctr">
              <a:buNone/>
              <a:defRPr sz="1200" b="1">
                <a:solidFill>
                  <a:schemeClr val="bg1"/>
                </a:solidFill>
              </a:defRPr>
            </a:lvl1pPr>
          </a:lstStyle>
          <a:p>
            <a:pPr lvl="0"/>
            <a:r>
              <a:rPr lang="en-US"/>
              <a:t>#22988A</a:t>
            </a:r>
            <a:endParaRPr lang="en-IN"/>
          </a:p>
        </p:txBody>
      </p:sp>
      <p:sp>
        <p:nvSpPr>
          <p:cNvPr id="10" name="Rectangle 9">
            <a:extLst>
              <a:ext uri="{FF2B5EF4-FFF2-40B4-BE49-F238E27FC236}">
                <a16:creationId xmlns:a16="http://schemas.microsoft.com/office/drawing/2014/main" id="{869F10B5-86EA-D0D3-C56A-D17ACE3F8B2A}"/>
              </a:ext>
            </a:extLst>
          </p:cNvPr>
          <p:cNvSpPr/>
          <p:nvPr userDrawn="1"/>
        </p:nvSpPr>
        <p:spPr>
          <a:xfrm>
            <a:off x="6647228" y="2251366"/>
            <a:ext cx="991247" cy="92248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10">
            <a:extLst>
              <a:ext uri="{FF2B5EF4-FFF2-40B4-BE49-F238E27FC236}">
                <a16:creationId xmlns:a16="http://schemas.microsoft.com/office/drawing/2014/main" id="{A9A62C3C-D1B2-2989-F340-F2E799416EC1}"/>
              </a:ext>
            </a:extLst>
          </p:cNvPr>
          <p:cNvSpPr>
            <a:spLocks noGrp="1"/>
          </p:cNvSpPr>
          <p:nvPr>
            <p:ph type="body" sz="quarter" idx="20" hasCustomPrompt="1"/>
          </p:nvPr>
        </p:nvSpPr>
        <p:spPr>
          <a:xfrm>
            <a:off x="6732846" y="2324102"/>
            <a:ext cx="820011" cy="777011"/>
          </a:xfrm>
        </p:spPr>
        <p:txBody>
          <a:bodyPr anchor="ctr">
            <a:normAutofit/>
          </a:bodyPr>
          <a:lstStyle>
            <a:lvl1pPr marL="0" indent="0" algn="ctr">
              <a:buNone/>
              <a:defRPr sz="1200" b="1">
                <a:solidFill>
                  <a:schemeClr val="bg1"/>
                </a:solidFill>
              </a:defRPr>
            </a:lvl1pPr>
          </a:lstStyle>
          <a:p>
            <a:pPr lvl="0"/>
            <a:r>
              <a:rPr lang="en-US"/>
              <a:t>#00325B</a:t>
            </a:r>
            <a:endParaRPr lang="en-IN"/>
          </a:p>
        </p:txBody>
      </p:sp>
      <p:sp>
        <p:nvSpPr>
          <p:cNvPr id="24" name="Rectangle 23">
            <a:extLst>
              <a:ext uri="{FF2B5EF4-FFF2-40B4-BE49-F238E27FC236}">
                <a16:creationId xmlns:a16="http://schemas.microsoft.com/office/drawing/2014/main" id="{7DD7F594-EDB6-6B83-A59D-7859416DD2BA}"/>
              </a:ext>
            </a:extLst>
          </p:cNvPr>
          <p:cNvSpPr/>
          <p:nvPr userDrawn="1"/>
        </p:nvSpPr>
        <p:spPr>
          <a:xfrm>
            <a:off x="4070282" y="3812311"/>
            <a:ext cx="991247" cy="922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10">
            <a:extLst>
              <a:ext uri="{FF2B5EF4-FFF2-40B4-BE49-F238E27FC236}">
                <a16:creationId xmlns:a16="http://schemas.microsoft.com/office/drawing/2014/main" id="{C1ECAF94-1ED1-03D9-4331-83C263CA3769}"/>
              </a:ext>
            </a:extLst>
          </p:cNvPr>
          <p:cNvSpPr>
            <a:spLocks noGrp="1"/>
          </p:cNvSpPr>
          <p:nvPr>
            <p:ph type="body" sz="quarter" idx="21" hasCustomPrompt="1"/>
          </p:nvPr>
        </p:nvSpPr>
        <p:spPr>
          <a:xfrm>
            <a:off x="4155900" y="3885047"/>
            <a:ext cx="820011" cy="777011"/>
          </a:xfrm>
        </p:spPr>
        <p:txBody>
          <a:bodyPr anchor="ctr">
            <a:normAutofit/>
          </a:bodyPr>
          <a:lstStyle>
            <a:lvl1pPr marL="0" indent="0" algn="ctr">
              <a:buNone/>
              <a:defRPr sz="1200" b="1">
                <a:solidFill>
                  <a:schemeClr val="bg1"/>
                </a:solidFill>
              </a:defRPr>
            </a:lvl1pPr>
          </a:lstStyle>
          <a:p>
            <a:pPr lvl="0"/>
            <a:r>
              <a:rPr lang="en-US"/>
              <a:t>#199DD1</a:t>
            </a:r>
            <a:endParaRPr lang="en-IN"/>
          </a:p>
        </p:txBody>
      </p:sp>
      <p:sp>
        <p:nvSpPr>
          <p:cNvPr id="26" name="Rectangle 25">
            <a:extLst>
              <a:ext uri="{FF2B5EF4-FFF2-40B4-BE49-F238E27FC236}">
                <a16:creationId xmlns:a16="http://schemas.microsoft.com/office/drawing/2014/main" id="{3BDD7770-3D6E-4B7E-F762-41A7BCA5BB04}"/>
              </a:ext>
            </a:extLst>
          </p:cNvPr>
          <p:cNvSpPr/>
          <p:nvPr userDrawn="1"/>
        </p:nvSpPr>
        <p:spPr>
          <a:xfrm>
            <a:off x="5358755" y="3812311"/>
            <a:ext cx="991247" cy="92248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 Placeholder 10">
            <a:extLst>
              <a:ext uri="{FF2B5EF4-FFF2-40B4-BE49-F238E27FC236}">
                <a16:creationId xmlns:a16="http://schemas.microsoft.com/office/drawing/2014/main" id="{BC940AA0-0472-3AB3-245B-CA915C45D1A2}"/>
              </a:ext>
            </a:extLst>
          </p:cNvPr>
          <p:cNvSpPr>
            <a:spLocks noGrp="1"/>
          </p:cNvSpPr>
          <p:nvPr>
            <p:ph type="body" sz="quarter" idx="22" hasCustomPrompt="1"/>
          </p:nvPr>
        </p:nvSpPr>
        <p:spPr>
          <a:xfrm>
            <a:off x="5444373" y="3885047"/>
            <a:ext cx="820011" cy="777011"/>
          </a:xfrm>
        </p:spPr>
        <p:txBody>
          <a:bodyPr anchor="ctr">
            <a:normAutofit/>
          </a:bodyPr>
          <a:lstStyle>
            <a:lvl1pPr marL="0" indent="0" algn="ctr">
              <a:buNone/>
              <a:defRPr sz="1200" b="1">
                <a:solidFill>
                  <a:schemeClr val="bg1"/>
                </a:solidFill>
              </a:defRPr>
            </a:lvl1pPr>
          </a:lstStyle>
          <a:p>
            <a:pPr lvl="0"/>
            <a:r>
              <a:rPr lang="en-US"/>
              <a:t>#B586BF</a:t>
            </a:r>
            <a:endParaRPr lang="en-IN"/>
          </a:p>
        </p:txBody>
      </p:sp>
      <p:sp>
        <p:nvSpPr>
          <p:cNvPr id="28" name="Rectangle 27">
            <a:extLst>
              <a:ext uri="{FF2B5EF4-FFF2-40B4-BE49-F238E27FC236}">
                <a16:creationId xmlns:a16="http://schemas.microsoft.com/office/drawing/2014/main" id="{0BF6F0D1-5E5C-CDFC-7432-FC4E3963D2AC}"/>
              </a:ext>
            </a:extLst>
          </p:cNvPr>
          <p:cNvSpPr/>
          <p:nvPr userDrawn="1"/>
        </p:nvSpPr>
        <p:spPr>
          <a:xfrm>
            <a:off x="6647228" y="3812311"/>
            <a:ext cx="991247" cy="92248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Placeholder 10">
            <a:extLst>
              <a:ext uri="{FF2B5EF4-FFF2-40B4-BE49-F238E27FC236}">
                <a16:creationId xmlns:a16="http://schemas.microsoft.com/office/drawing/2014/main" id="{24A9DA97-4C75-E635-617A-482DF9BB5CA8}"/>
              </a:ext>
            </a:extLst>
          </p:cNvPr>
          <p:cNvSpPr>
            <a:spLocks noGrp="1"/>
          </p:cNvSpPr>
          <p:nvPr>
            <p:ph type="body" sz="quarter" idx="23" hasCustomPrompt="1"/>
          </p:nvPr>
        </p:nvSpPr>
        <p:spPr>
          <a:xfrm>
            <a:off x="6732846" y="3885047"/>
            <a:ext cx="820011" cy="777011"/>
          </a:xfrm>
        </p:spPr>
        <p:txBody>
          <a:bodyPr anchor="ctr">
            <a:normAutofit/>
          </a:bodyPr>
          <a:lstStyle>
            <a:lvl1pPr marL="0" indent="0" algn="ctr">
              <a:buNone/>
              <a:defRPr sz="1200" b="1">
                <a:solidFill>
                  <a:schemeClr val="bg1"/>
                </a:solidFill>
              </a:defRPr>
            </a:lvl1pPr>
          </a:lstStyle>
          <a:p>
            <a:pPr lvl="0"/>
            <a:r>
              <a:rPr lang="en-US"/>
              <a:t>#A0CD49</a:t>
            </a:r>
            <a:endParaRPr lang="en-IN"/>
          </a:p>
        </p:txBody>
      </p:sp>
      <p:sp>
        <p:nvSpPr>
          <p:cNvPr id="30" name="Rectangle 29">
            <a:extLst>
              <a:ext uri="{FF2B5EF4-FFF2-40B4-BE49-F238E27FC236}">
                <a16:creationId xmlns:a16="http://schemas.microsoft.com/office/drawing/2014/main" id="{23B994CE-054A-D88C-2D50-94E9D2E1D8EC}"/>
              </a:ext>
            </a:extLst>
          </p:cNvPr>
          <p:cNvSpPr/>
          <p:nvPr userDrawn="1"/>
        </p:nvSpPr>
        <p:spPr>
          <a:xfrm>
            <a:off x="7935701" y="3812311"/>
            <a:ext cx="991247" cy="922482"/>
          </a:xfrm>
          <a:prstGeom prst="rect">
            <a:avLst/>
          </a:prstGeom>
          <a:solidFill>
            <a:schemeClr val="accent6">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 Placeholder 10">
            <a:extLst>
              <a:ext uri="{FF2B5EF4-FFF2-40B4-BE49-F238E27FC236}">
                <a16:creationId xmlns:a16="http://schemas.microsoft.com/office/drawing/2014/main" id="{67999B7F-B277-8474-1F16-3DE5621A05E9}"/>
              </a:ext>
            </a:extLst>
          </p:cNvPr>
          <p:cNvSpPr>
            <a:spLocks noGrp="1"/>
          </p:cNvSpPr>
          <p:nvPr>
            <p:ph type="body" sz="quarter" idx="24" hasCustomPrompt="1"/>
          </p:nvPr>
        </p:nvSpPr>
        <p:spPr>
          <a:xfrm>
            <a:off x="8021319" y="3885047"/>
            <a:ext cx="820011" cy="777011"/>
          </a:xfrm>
        </p:spPr>
        <p:txBody>
          <a:bodyPr anchor="ctr">
            <a:normAutofit/>
          </a:bodyPr>
          <a:lstStyle>
            <a:lvl1pPr marL="0" indent="0" algn="ctr">
              <a:buNone/>
              <a:defRPr sz="1200" b="1">
                <a:solidFill>
                  <a:schemeClr val="bg1"/>
                </a:solidFill>
              </a:defRPr>
            </a:lvl1pPr>
          </a:lstStyle>
          <a:p>
            <a:pPr lvl="0"/>
            <a:r>
              <a:rPr lang="en-US"/>
              <a:t>Grey</a:t>
            </a:r>
            <a:endParaRPr lang="en-IN"/>
          </a:p>
        </p:txBody>
      </p:sp>
      <p:sp>
        <p:nvSpPr>
          <p:cNvPr id="32" name="Text Placeholder 10">
            <a:extLst>
              <a:ext uri="{FF2B5EF4-FFF2-40B4-BE49-F238E27FC236}">
                <a16:creationId xmlns:a16="http://schemas.microsoft.com/office/drawing/2014/main" id="{5E5119BD-BCD6-B62B-40F2-5375D1FF4BED}"/>
              </a:ext>
            </a:extLst>
          </p:cNvPr>
          <p:cNvSpPr>
            <a:spLocks noGrp="1"/>
          </p:cNvSpPr>
          <p:nvPr>
            <p:ph type="body" sz="quarter" idx="25" hasCustomPrompt="1"/>
          </p:nvPr>
        </p:nvSpPr>
        <p:spPr>
          <a:xfrm>
            <a:off x="2781809" y="2324101"/>
            <a:ext cx="991247" cy="777011"/>
          </a:xfrm>
        </p:spPr>
        <p:txBody>
          <a:bodyPr anchor="ctr">
            <a:normAutofit/>
          </a:bodyPr>
          <a:lstStyle>
            <a:lvl1pPr marL="0" indent="0" algn="l">
              <a:buNone/>
              <a:defRPr sz="1400" b="1">
                <a:solidFill>
                  <a:schemeClr val="tx1"/>
                </a:solidFill>
              </a:defRPr>
            </a:lvl1pPr>
          </a:lstStyle>
          <a:p>
            <a:pPr lvl="0"/>
            <a:r>
              <a:rPr lang="en-US"/>
              <a:t>Primary Colors</a:t>
            </a:r>
            <a:endParaRPr lang="en-IN"/>
          </a:p>
        </p:txBody>
      </p:sp>
      <p:sp>
        <p:nvSpPr>
          <p:cNvPr id="33" name="Text Placeholder 10">
            <a:extLst>
              <a:ext uri="{FF2B5EF4-FFF2-40B4-BE49-F238E27FC236}">
                <a16:creationId xmlns:a16="http://schemas.microsoft.com/office/drawing/2014/main" id="{C42B1670-3F8A-F604-5BBF-65E87FD51FC9}"/>
              </a:ext>
            </a:extLst>
          </p:cNvPr>
          <p:cNvSpPr>
            <a:spLocks noGrp="1"/>
          </p:cNvSpPr>
          <p:nvPr>
            <p:ph type="body" sz="quarter" idx="26" hasCustomPrompt="1"/>
          </p:nvPr>
        </p:nvSpPr>
        <p:spPr>
          <a:xfrm>
            <a:off x="2781810" y="3885046"/>
            <a:ext cx="991246" cy="777011"/>
          </a:xfrm>
        </p:spPr>
        <p:txBody>
          <a:bodyPr anchor="ctr">
            <a:normAutofit/>
          </a:bodyPr>
          <a:lstStyle>
            <a:lvl1pPr marL="0" indent="0" algn="l">
              <a:buNone/>
              <a:defRPr sz="1400" b="1">
                <a:solidFill>
                  <a:schemeClr val="tx1"/>
                </a:solidFill>
              </a:defRPr>
            </a:lvl1pPr>
          </a:lstStyle>
          <a:p>
            <a:pPr lvl="0"/>
            <a:r>
              <a:rPr lang="en-US"/>
              <a:t>Secondary Colors</a:t>
            </a:r>
            <a:endParaRPr lang="en-IN"/>
          </a:p>
        </p:txBody>
      </p:sp>
    </p:spTree>
    <p:extLst>
      <p:ext uri="{BB962C8B-B14F-4D97-AF65-F5344CB8AC3E}">
        <p14:creationId xmlns:p14="http://schemas.microsoft.com/office/powerpoint/2010/main" val="2035317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B2B79267-83B8-46DE-401F-B614D976F6F1}"/>
              </a:ext>
            </a:extLst>
          </p:cNvPr>
          <p:cNvSpPr>
            <a:spLocks noGrp="1"/>
          </p:cNvSpPr>
          <p:nvPr>
            <p:ph type="pic" sz="quarter" idx="39"/>
          </p:nvPr>
        </p:nvSpPr>
        <p:spPr>
          <a:xfrm>
            <a:off x="323376" y="1512092"/>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15" name="Rectangle 14">
            <a:extLst>
              <a:ext uri="{FF2B5EF4-FFF2-40B4-BE49-F238E27FC236}">
                <a16:creationId xmlns:a16="http://schemas.microsoft.com/office/drawing/2014/main" id="{71F78D9A-AE4A-1017-36A1-961D69C6AE91}"/>
              </a:ext>
            </a:extLst>
          </p:cNvPr>
          <p:cNvSpPr>
            <a:spLocks noChangeArrowheads="1"/>
          </p:cNvSpPr>
          <p:nvPr userDrawn="1"/>
        </p:nvSpPr>
        <p:spPr bwMode="auto">
          <a:xfrm rot="2700000">
            <a:off x="567806" y="1737365"/>
            <a:ext cx="1317182" cy="1323969"/>
          </a:xfrm>
          <a:prstGeom prst="rect">
            <a:avLst/>
          </a:prstGeom>
          <a:noFill/>
          <a:ln w="57150">
            <a:solidFill>
              <a:schemeClr val="accent1"/>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20" name="Content Placeholder 6">
            <a:extLst>
              <a:ext uri="{FF2B5EF4-FFF2-40B4-BE49-F238E27FC236}">
                <a16:creationId xmlns:a16="http://schemas.microsoft.com/office/drawing/2014/main" id="{78D9E635-80A5-EA30-8A60-D3C43270EC95}"/>
              </a:ext>
            </a:extLst>
          </p:cNvPr>
          <p:cNvSpPr>
            <a:spLocks noGrp="1"/>
          </p:cNvSpPr>
          <p:nvPr>
            <p:ph sz="quarter" idx="26" hasCustomPrompt="1"/>
          </p:nvPr>
        </p:nvSpPr>
        <p:spPr>
          <a:xfrm>
            <a:off x="2314799" y="1892478"/>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1"/>
                </a:solidFill>
              </a:defRPr>
            </a:lvl1pPr>
          </a:lstStyle>
          <a:p>
            <a:r>
              <a:rPr lang="en-US">
                <a:latin typeface="Calibri" panose="020F0502020204030204" pitchFamily="34" charset="0"/>
                <a:cs typeface="Calibri" panose="020F0502020204030204" pitchFamily="34" charset="0"/>
              </a:rPr>
              <a:t>Service Head – 16pt</a:t>
            </a:r>
          </a:p>
        </p:txBody>
      </p:sp>
      <p:sp>
        <p:nvSpPr>
          <p:cNvPr id="23" name="Text Placeholder 22">
            <a:extLst>
              <a:ext uri="{FF2B5EF4-FFF2-40B4-BE49-F238E27FC236}">
                <a16:creationId xmlns:a16="http://schemas.microsoft.com/office/drawing/2014/main" id="{405ECAA0-1B52-A543-AD64-F9B464146D52}"/>
              </a:ext>
            </a:extLst>
          </p:cNvPr>
          <p:cNvSpPr>
            <a:spLocks noGrp="1"/>
          </p:cNvSpPr>
          <p:nvPr>
            <p:ph type="body" sz="quarter" idx="40"/>
          </p:nvPr>
        </p:nvSpPr>
        <p:spPr>
          <a:xfrm>
            <a:off x="2314575" y="2299135"/>
            <a:ext cx="9585325" cy="591848"/>
          </a:xfrm>
        </p:spPr>
        <p:txBody>
          <a:bodyPr/>
          <a:lstStyle/>
          <a:p>
            <a:pPr lvl="0"/>
            <a:r>
              <a:rPr lang="en-US"/>
              <a:t>Click to edit Master text styles</a:t>
            </a:r>
          </a:p>
          <a:p>
            <a:pPr lvl="1"/>
            <a:r>
              <a:rPr lang="en-US"/>
              <a:t>Second level</a:t>
            </a:r>
          </a:p>
        </p:txBody>
      </p:sp>
      <p:sp>
        <p:nvSpPr>
          <p:cNvPr id="42" name="Picture Placeholder 4">
            <a:extLst>
              <a:ext uri="{FF2B5EF4-FFF2-40B4-BE49-F238E27FC236}">
                <a16:creationId xmlns:a16="http://schemas.microsoft.com/office/drawing/2014/main" id="{99F1E151-5A6B-8B4E-D1A6-F06B3C75F9E7}"/>
              </a:ext>
            </a:extLst>
          </p:cNvPr>
          <p:cNvSpPr>
            <a:spLocks noGrp="1"/>
          </p:cNvSpPr>
          <p:nvPr>
            <p:ph type="pic" sz="quarter" idx="41"/>
          </p:nvPr>
        </p:nvSpPr>
        <p:spPr>
          <a:xfrm>
            <a:off x="321677" y="3703264"/>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43" name="Rectangle 42">
            <a:extLst>
              <a:ext uri="{FF2B5EF4-FFF2-40B4-BE49-F238E27FC236}">
                <a16:creationId xmlns:a16="http://schemas.microsoft.com/office/drawing/2014/main" id="{D3786E5D-A992-A199-9A49-C4A33E451BCC}"/>
              </a:ext>
            </a:extLst>
          </p:cNvPr>
          <p:cNvSpPr>
            <a:spLocks noChangeArrowheads="1"/>
          </p:cNvSpPr>
          <p:nvPr userDrawn="1"/>
        </p:nvSpPr>
        <p:spPr bwMode="auto">
          <a:xfrm rot="2700000">
            <a:off x="566107" y="3928537"/>
            <a:ext cx="1317182" cy="1323969"/>
          </a:xfrm>
          <a:prstGeom prst="rect">
            <a:avLst/>
          </a:prstGeom>
          <a:noFill/>
          <a:ln w="57150">
            <a:solidFill>
              <a:schemeClr val="accent3"/>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44" name="Content Placeholder 6">
            <a:extLst>
              <a:ext uri="{FF2B5EF4-FFF2-40B4-BE49-F238E27FC236}">
                <a16:creationId xmlns:a16="http://schemas.microsoft.com/office/drawing/2014/main" id="{8B3E0096-A126-41F0-1F23-FC868BA1A602}"/>
              </a:ext>
            </a:extLst>
          </p:cNvPr>
          <p:cNvSpPr>
            <a:spLocks noGrp="1"/>
          </p:cNvSpPr>
          <p:nvPr>
            <p:ph sz="quarter" idx="42" hasCustomPrompt="1"/>
          </p:nvPr>
        </p:nvSpPr>
        <p:spPr>
          <a:xfrm>
            <a:off x="2313100" y="4083650"/>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3"/>
                </a:solidFill>
              </a:defRPr>
            </a:lvl1pPr>
          </a:lstStyle>
          <a:p>
            <a:r>
              <a:rPr lang="en-US">
                <a:latin typeface="Calibri" panose="020F0502020204030204" pitchFamily="34" charset="0"/>
                <a:cs typeface="Calibri" panose="020F0502020204030204" pitchFamily="34" charset="0"/>
              </a:rPr>
              <a:t>Service Head – 16pt</a:t>
            </a:r>
          </a:p>
        </p:txBody>
      </p:sp>
      <p:sp>
        <p:nvSpPr>
          <p:cNvPr id="45" name="Text Placeholder 22">
            <a:extLst>
              <a:ext uri="{FF2B5EF4-FFF2-40B4-BE49-F238E27FC236}">
                <a16:creationId xmlns:a16="http://schemas.microsoft.com/office/drawing/2014/main" id="{7F1D9B6F-E3D9-FD0A-4B80-CAA22FC2DF16}"/>
              </a:ext>
            </a:extLst>
          </p:cNvPr>
          <p:cNvSpPr>
            <a:spLocks noGrp="1"/>
          </p:cNvSpPr>
          <p:nvPr>
            <p:ph type="body" sz="quarter" idx="43"/>
          </p:nvPr>
        </p:nvSpPr>
        <p:spPr>
          <a:xfrm>
            <a:off x="2312876" y="4490307"/>
            <a:ext cx="9585325" cy="59184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3758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15"/>
                                        </p:tgtEl>
                                        <p:attrNameLst>
                                          <p:attrName>style.visibility</p:attrName>
                                        </p:attrNameLst>
                                      </p:cBhvr>
                                      <p:to>
                                        <p:strVal val="visible"/>
                                      </p:to>
                                    </p:set>
                                    <p:anim calcmode="lin" valueType="num">
                                      <p:cBhvr>
                                        <p:cTn id="7" dur="800" fill="hold"/>
                                        <p:tgtEl>
                                          <p:spTgt spid="15"/>
                                        </p:tgtEl>
                                        <p:attrNameLst>
                                          <p:attrName>ppt_w</p:attrName>
                                        </p:attrNameLst>
                                      </p:cBhvr>
                                      <p:tavLst>
                                        <p:tav tm="0">
                                          <p:val>
                                            <p:fltVal val="0"/>
                                          </p:val>
                                        </p:tav>
                                        <p:tav tm="100000">
                                          <p:val>
                                            <p:strVal val="#ppt_w"/>
                                          </p:val>
                                        </p:tav>
                                      </p:tavLst>
                                    </p:anim>
                                    <p:anim calcmode="lin" valueType="num">
                                      <p:cBhvr>
                                        <p:cTn id="8" dur="800" fill="hold"/>
                                        <p:tgtEl>
                                          <p:spTgt spid="15"/>
                                        </p:tgtEl>
                                        <p:attrNameLst>
                                          <p:attrName>ppt_h</p:attrName>
                                        </p:attrNameLst>
                                      </p:cBhvr>
                                      <p:tavLst>
                                        <p:tav tm="0">
                                          <p:val>
                                            <p:fltVal val="0"/>
                                          </p:val>
                                        </p:tav>
                                        <p:tav tm="100000">
                                          <p:val>
                                            <p:strVal val="#ppt_h"/>
                                          </p:val>
                                        </p:tav>
                                      </p:tavLst>
                                    </p:anim>
                                    <p:animEffect transition="in" filter="fade">
                                      <p:cBhvr>
                                        <p:cTn id="9" dur="800"/>
                                        <p:tgtEl>
                                          <p:spTgt spid="15"/>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43"/>
                                        </p:tgtEl>
                                        <p:attrNameLst>
                                          <p:attrName>style.visibility</p:attrName>
                                        </p:attrNameLst>
                                      </p:cBhvr>
                                      <p:to>
                                        <p:strVal val="visible"/>
                                      </p:to>
                                    </p:set>
                                    <p:anim calcmode="lin" valueType="num">
                                      <p:cBhvr>
                                        <p:cTn id="12" dur="800" fill="hold"/>
                                        <p:tgtEl>
                                          <p:spTgt spid="43"/>
                                        </p:tgtEl>
                                        <p:attrNameLst>
                                          <p:attrName>ppt_w</p:attrName>
                                        </p:attrNameLst>
                                      </p:cBhvr>
                                      <p:tavLst>
                                        <p:tav tm="0">
                                          <p:val>
                                            <p:fltVal val="0"/>
                                          </p:val>
                                        </p:tav>
                                        <p:tav tm="100000">
                                          <p:val>
                                            <p:strVal val="#ppt_w"/>
                                          </p:val>
                                        </p:tav>
                                      </p:tavLst>
                                    </p:anim>
                                    <p:anim calcmode="lin" valueType="num">
                                      <p:cBhvr>
                                        <p:cTn id="13" dur="800" fill="hold"/>
                                        <p:tgtEl>
                                          <p:spTgt spid="43"/>
                                        </p:tgtEl>
                                        <p:attrNameLst>
                                          <p:attrName>ppt_h</p:attrName>
                                        </p:attrNameLst>
                                      </p:cBhvr>
                                      <p:tavLst>
                                        <p:tav tm="0">
                                          <p:val>
                                            <p:fltVal val="0"/>
                                          </p:val>
                                        </p:tav>
                                        <p:tav tm="100000">
                                          <p:val>
                                            <p:strVal val="#ppt_h"/>
                                          </p:val>
                                        </p:tav>
                                      </p:tavLst>
                                    </p:anim>
                                    <p:animEffect transition="in" filter="fade">
                                      <p:cBhvr>
                                        <p:cTn id="14"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3"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3" name="Text Placeholder 10">
            <a:extLst>
              <a:ext uri="{FF2B5EF4-FFF2-40B4-BE49-F238E27FC236}">
                <a16:creationId xmlns:a16="http://schemas.microsoft.com/office/drawing/2014/main" id="{C5AEE9BA-E5A5-BF57-5EEC-88AD56D005EB}"/>
              </a:ext>
            </a:extLst>
          </p:cNvPr>
          <p:cNvSpPr>
            <a:spLocks noGrp="1"/>
          </p:cNvSpPr>
          <p:nvPr>
            <p:ph type="body" sz="quarter" idx="14" hasCustomPrompt="1"/>
          </p:nvPr>
        </p:nvSpPr>
        <p:spPr>
          <a:xfrm>
            <a:off x="54721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cxnSp>
        <p:nvCxnSpPr>
          <p:cNvPr id="6" name="Straight Connector 5">
            <a:extLst>
              <a:ext uri="{FF2B5EF4-FFF2-40B4-BE49-F238E27FC236}">
                <a16:creationId xmlns:a16="http://schemas.microsoft.com/office/drawing/2014/main" id="{DC6C0FBC-5866-C800-915A-A20C591657E5}"/>
              </a:ext>
            </a:extLst>
          </p:cNvPr>
          <p:cNvCxnSpPr>
            <a:cxnSpLocks/>
          </p:cNvCxnSpPr>
          <p:nvPr userDrawn="1"/>
        </p:nvCxnSpPr>
        <p:spPr>
          <a:xfrm>
            <a:off x="285600" y="3429000"/>
            <a:ext cx="1162080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4D1A5159-0972-16B1-C16F-302681580D86}"/>
              </a:ext>
            </a:extLst>
          </p:cNvPr>
          <p:cNvSpPr/>
          <p:nvPr userDrawn="1"/>
        </p:nvSpPr>
        <p:spPr>
          <a:xfrm flipV="1">
            <a:off x="70638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9BE390EC-ABD4-1D12-73FE-98F29BCEE192}"/>
              </a:ext>
            </a:extLst>
          </p:cNvPr>
          <p:cNvCxnSpPr>
            <a:cxnSpLocks/>
          </p:cNvCxnSpPr>
          <p:nvPr userDrawn="1"/>
        </p:nvCxnSpPr>
        <p:spPr>
          <a:xfrm>
            <a:off x="81721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0">
            <a:extLst>
              <a:ext uri="{FF2B5EF4-FFF2-40B4-BE49-F238E27FC236}">
                <a16:creationId xmlns:a16="http://schemas.microsoft.com/office/drawing/2014/main" id="{8BB4425A-A01C-B160-3215-A1DD7E347878}"/>
              </a:ext>
            </a:extLst>
          </p:cNvPr>
          <p:cNvSpPr>
            <a:spLocks noGrp="1"/>
          </p:cNvSpPr>
          <p:nvPr>
            <p:ph type="body" sz="quarter" idx="18"/>
          </p:nvPr>
        </p:nvSpPr>
        <p:spPr>
          <a:xfrm>
            <a:off x="28560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7" name="Text Placeholder 10">
            <a:extLst>
              <a:ext uri="{FF2B5EF4-FFF2-40B4-BE49-F238E27FC236}">
                <a16:creationId xmlns:a16="http://schemas.microsoft.com/office/drawing/2014/main" id="{B7B225F7-41D4-6CCA-18EB-3B91D3496CC6}"/>
              </a:ext>
            </a:extLst>
          </p:cNvPr>
          <p:cNvSpPr>
            <a:spLocks noGrp="1"/>
          </p:cNvSpPr>
          <p:nvPr>
            <p:ph type="body" sz="quarter" idx="19" hasCustomPrompt="1"/>
          </p:nvPr>
        </p:nvSpPr>
        <p:spPr>
          <a:xfrm>
            <a:off x="1909579"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8" name="Isosceles Triangle 17">
            <a:extLst>
              <a:ext uri="{FF2B5EF4-FFF2-40B4-BE49-F238E27FC236}">
                <a16:creationId xmlns:a16="http://schemas.microsoft.com/office/drawing/2014/main" id="{B6507C9E-0611-D00A-EDD1-B80CF6CCD6F0}"/>
              </a:ext>
            </a:extLst>
          </p:cNvPr>
          <p:cNvSpPr/>
          <p:nvPr userDrawn="1"/>
        </p:nvSpPr>
        <p:spPr>
          <a:xfrm flipV="1">
            <a:off x="2068743"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F68A8EFF-4D9C-142F-BCB3-CC8EF4E87589}"/>
              </a:ext>
            </a:extLst>
          </p:cNvPr>
          <p:cNvCxnSpPr>
            <a:cxnSpLocks/>
          </p:cNvCxnSpPr>
          <p:nvPr userDrawn="1"/>
        </p:nvCxnSpPr>
        <p:spPr>
          <a:xfrm>
            <a:off x="2179579"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0">
            <a:extLst>
              <a:ext uri="{FF2B5EF4-FFF2-40B4-BE49-F238E27FC236}">
                <a16:creationId xmlns:a16="http://schemas.microsoft.com/office/drawing/2014/main" id="{7C7C8137-FC7F-B794-0D67-9463F2682484}"/>
              </a:ext>
            </a:extLst>
          </p:cNvPr>
          <p:cNvSpPr>
            <a:spLocks noGrp="1"/>
          </p:cNvSpPr>
          <p:nvPr>
            <p:ph type="body" sz="quarter" idx="20"/>
          </p:nvPr>
        </p:nvSpPr>
        <p:spPr>
          <a:xfrm>
            <a:off x="1647962"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2" name="Text Placeholder 10">
            <a:extLst>
              <a:ext uri="{FF2B5EF4-FFF2-40B4-BE49-F238E27FC236}">
                <a16:creationId xmlns:a16="http://schemas.microsoft.com/office/drawing/2014/main" id="{A74AD73A-1438-F92C-EEC6-4523F19C8565}"/>
              </a:ext>
            </a:extLst>
          </p:cNvPr>
          <p:cNvSpPr>
            <a:spLocks noGrp="1"/>
          </p:cNvSpPr>
          <p:nvPr>
            <p:ph type="body" sz="quarter" idx="21" hasCustomPrompt="1"/>
          </p:nvPr>
        </p:nvSpPr>
        <p:spPr>
          <a:xfrm>
            <a:off x="326355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3" name="Isosceles Triangle 22">
            <a:extLst>
              <a:ext uri="{FF2B5EF4-FFF2-40B4-BE49-F238E27FC236}">
                <a16:creationId xmlns:a16="http://schemas.microsoft.com/office/drawing/2014/main" id="{5CE6823F-E2C1-785A-8C1A-ED038569ACBC}"/>
              </a:ext>
            </a:extLst>
          </p:cNvPr>
          <p:cNvSpPr/>
          <p:nvPr userDrawn="1"/>
        </p:nvSpPr>
        <p:spPr>
          <a:xfrm flipV="1">
            <a:off x="342272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Connector 23">
            <a:extLst>
              <a:ext uri="{FF2B5EF4-FFF2-40B4-BE49-F238E27FC236}">
                <a16:creationId xmlns:a16="http://schemas.microsoft.com/office/drawing/2014/main" id="{F0625E44-2C12-A475-2285-1B69CE062A6F}"/>
              </a:ext>
            </a:extLst>
          </p:cNvPr>
          <p:cNvCxnSpPr>
            <a:cxnSpLocks/>
          </p:cNvCxnSpPr>
          <p:nvPr userDrawn="1"/>
        </p:nvCxnSpPr>
        <p:spPr>
          <a:xfrm>
            <a:off x="353355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5" name="Text Placeholder 10">
            <a:extLst>
              <a:ext uri="{FF2B5EF4-FFF2-40B4-BE49-F238E27FC236}">
                <a16:creationId xmlns:a16="http://schemas.microsoft.com/office/drawing/2014/main" id="{2CD2622E-F526-8AC6-4E8D-E3C217F3415A}"/>
              </a:ext>
            </a:extLst>
          </p:cNvPr>
          <p:cNvSpPr>
            <a:spLocks noGrp="1"/>
          </p:cNvSpPr>
          <p:nvPr>
            <p:ph type="body" sz="quarter" idx="22"/>
          </p:nvPr>
        </p:nvSpPr>
        <p:spPr>
          <a:xfrm>
            <a:off x="300194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6" name="Text Placeholder 10">
            <a:extLst>
              <a:ext uri="{FF2B5EF4-FFF2-40B4-BE49-F238E27FC236}">
                <a16:creationId xmlns:a16="http://schemas.microsoft.com/office/drawing/2014/main" id="{D1E1A5C9-5CF3-354C-7CBE-3984B1E7942C}"/>
              </a:ext>
            </a:extLst>
          </p:cNvPr>
          <p:cNvSpPr>
            <a:spLocks noGrp="1"/>
          </p:cNvSpPr>
          <p:nvPr>
            <p:ph type="body" sz="quarter" idx="23" hasCustomPrompt="1"/>
          </p:nvPr>
        </p:nvSpPr>
        <p:spPr>
          <a:xfrm>
            <a:off x="46175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7" name="Isosceles Triangle 26">
            <a:extLst>
              <a:ext uri="{FF2B5EF4-FFF2-40B4-BE49-F238E27FC236}">
                <a16:creationId xmlns:a16="http://schemas.microsoft.com/office/drawing/2014/main" id="{2760E2C5-7D5E-3552-2AEE-8B6F0886D81E}"/>
              </a:ext>
            </a:extLst>
          </p:cNvPr>
          <p:cNvSpPr/>
          <p:nvPr userDrawn="1"/>
        </p:nvSpPr>
        <p:spPr>
          <a:xfrm flipV="1">
            <a:off x="47766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4546E649-D5F5-FEB8-0A06-9AF2D5EF3220}"/>
              </a:ext>
            </a:extLst>
          </p:cNvPr>
          <p:cNvCxnSpPr>
            <a:cxnSpLocks/>
          </p:cNvCxnSpPr>
          <p:nvPr userDrawn="1"/>
        </p:nvCxnSpPr>
        <p:spPr>
          <a:xfrm>
            <a:off x="48875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813E34DF-5486-AFC7-4079-5EAB52EF52DD}"/>
              </a:ext>
            </a:extLst>
          </p:cNvPr>
          <p:cNvSpPr>
            <a:spLocks noGrp="1"/>
          </p:cNvSpPr>
          <p:nvPr>
            <p:ph type="body" sz="quarter" idx="24"/>
          </p:nvPr>
        </p:nvSpPr>
        <p:spPr>
          <a:xfrm>
            <a:off x="43559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0" name="Text Placeholder 10">
            <a:extLst>
              <a:ext uri="{FF2B5EF4-FFF2-40B4-BE49-F238E27FC236}">
                <a16:creationId xmlns:a16="http://schemas.microsoft.com/office/drawing/2014/main" id="{D49CACDD-ECEB-0194-58AC-A932AF763ACE}"/>
              </a:ext>
            </a:extLst>
          </p:cNvPr>
          <p:cNvSpPr>
            <a:spLocks noGrp="1"/>
          </p:cNvSpPr>
          <p:nvPr>
            <p:ph type="body" sz="quarter" idx="25" hasCustomPrompt="1"/>
          </p:nvPr>
        </p:nvSpPr>
        <p:spPr>
          <a:xfrm>
            <a:off x="59763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1" name="Isosceles Triangle 30">
            <a:extLst>
              <a:ext uri="{FF2B5EF4-FFF2-40B4-BE49-F238E27FC236}">
                <a16:creationId xmlns:a16="http://schemas.microsoft.com/office/drawing/2014/main" id="{C087F2D7-E365-5EF7-2261-0845E2FABF54}"/>
              </a:ext>
            </a:extLst>
          </p:cNvPr>
          <p:cNvSpPr/>
          <p:nvPr userDrawn="1"/>
        </p:nvSpPr>
        <p:spPr>
          <a:xfrm flipV="1">
            <a:off x="61354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18673A54-6734-E232-C6CD-F644FC5D2BBA}"/>
              </a:ext>
            </a:extLst>
          </p:cNvPr>
          <p:cNvCxnSpPr>
            <a:cxnSpLocks/>
          </p:cNvCxnSpPr>
          <p:nvPr userDrawn="1"/>
        </p:nvCxnSpPr>
        <p:spPr>
          <a:xfrm>
            <a:off x="62463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3" name="Text Placeholder 10">
            <a:extLst>
              <a:ext uri="{FF2B5EF4-FFF2-40B4-BE49-F238E27FC236}">
                <a16:creationId xmlns:a16="http://schemas.microsoft.com/office/drawing/2014/main" id="{6BF4B3CC-175B-4779-9B74-7D3C7CA5D40B}"/>
              </a:ext>
            </a:extLst>
          </p:cNvPr>
          <p:cNvSpPr>
            <a:spLocks noGrp="1"/>
          </p:cNvSpPr>
          <p:nvPr>
            <p:ph type="body" sz="quarter" idx="26"/>
          </p:nvPr>
        </p:nvSpPr>
        <p:spPr>
          <a:xfrm>
            <a:off x="57147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4" name="Text Placeholder 10">
            <a:extLst>
              <a:ext uri="{FF2B5EF4-FFF2-40B4-BE49-F238E27FC236}">
                <a16:creationId xmlns:a16="http://schemas.microsoft.com/office/drawing/2014/main" id="{EE7B4D4F-3B7C-0278-DF14-925EE3CD8E1A}"/>
              </a:ext>
            </a:extLst>
          </p:cNvPr>
          <p:cNvSpPr>
            <a:spLocks noGrp="1"/>
          </p:cNvSpPr>
          <p:nvPr>
            <p:ph type="body" sz="quarter" idx="27" hasCustomPrompt="1"/>
          </p:nvPr>
        </p:nvSpPr>
        <p:spPr>
          <a:xfrm>
            <a:off x="7328819" y="457992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5" name="Isosceles Triangle 34">
            <a:extLst>
              <a:ext uri="{FF2B5EF4-FFF2-40B4-BE49-F238E27FC236}">
                <a16:creationId xmlns:a16="http://schemas.microsoft.com/office/drawing/2014/main" id="{8AB2A12A-7345-0063-4373-4C06FCB606A7}"/>
              </a:ext>
            </a:extLst>
          </p:cNvPr>
          <p:cNvSpPr/>
          <p:nvPr userDrawn="1"/>
        </p:nvSpPr>
        <p:spPr>
          <a:xfrm flipV="1">
            <a:off x="7487983" y="343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7DC612DA-77FC-631C-AF6A-F024453D9257}"/>
              </a:ext>
            </a:extLst>
          </p:cNvPr>
          <p:cNvCxnSpPr>
            <a:cxnSpLocks/>
          </p:cNvCxnSpPr>
          <p:nvPr userDrawn="1"/>
        </p:nvCxnSpPr>
        <p:spPr>
          <a:xfrm>
            <a:off x="7598819" y="361604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7" name="Text Placeholder 10">
            <a:extLst>
              <a:ext uri="{FF2B5EF4-FFF2-40B4-BE49-F238E27FC236}">
                <a16:creationId xmlns:a16="http://schemas.microsoft.com/office/drawing/2014/main" id="{897076A0-08FB-518C-4315-735ECE1A7AA4}"/>
              </a:ext>
            </a:extLst>
          </p:cNvPr>
          <p:cNvSpPr>
            <a:spLocks noGrp="1"/>
          </p:cNvSpPr>
          <p:nvPr>
            <p:ph type="body" sz="quarter" idx="28"/>
          </p:nvPr>
        </p:nvSpPr>
        <p:spPr>
          <a:xfrm>
            <a:off x="7067202" y="4873898"/>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8" name="Text Placeholder 10">
            <a:extLst>
              <a:ext uri="{FF2B5EF4-FFF2-40B4-BE49-F238E27FC236}">
                <a16:creationId xmlns:a16="http://schemas.microsoft.com/office/drawing/2014/main" id="{EE7A927F-73DE-3BC3-1C97-6341E9FDD9DF}"/>
              </a:ext>
            </a:extLst>
          </p:cNvPr>
          <p:cNvSpPr>
            <a:spLocks noGrp="1"/>
          </p:cNvSpPr>
          <p:nvPr>
            <p:ph type="body" sz="quarter" idx="29" hasCustomPrompt="1"/>
          </p:nvPr>
        </p:nvSpPr>
        <p:spPr>
          <a:xfrm>
            <a:off x="8681302"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9" name="Isosceles Triangle 38">
            <a:extLst>
              <a:ext uri="{FF2B5EF4-FFF2-40B4-BE49-F238E27FC236}">
                <a16:creationId xmlns:a16="http://schemas.microsoft.com/office/drawing/2014/main" id="{16F49B28-9867-BA85-5751-308F795F4B96}"/>
              </a:ext>
            </a:extLst>
          </p:cNvPr>
          <p:cNvSpPr/>
          <p:nvPr userDrawn="1"/>
        </p:nvSpPr>
        <p:spPr>
          <a:xfrm flipV="1">
            <a:off x="8840466"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E751E838-0384-C52F-11E2-E3211D502B97}"/>
              </a:ext>
            </a:extLst>
          </p:cNvPr>
          <p:cNvCxnSpPr>
            <a:cxnSpLocks/>
          </p:cNvCxnSpPr>
          <p:nvPr userDrawn="1"/>
        </p:nvCxnSpPr>
        <p:spPr>
          <a:xfrm>
            <a:off x="8951302"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1" name="Text Placeholder 10">
            <a:extLst>
              <a:ext uri="{FF2B5EF4-FFF2-40B4-BE49-F238E27FC236}">
                <a16:creationId xmlns:a16="http://schemas.microsoft.com/office/drawing/2014/main" id="{C25285DA-6B5B-347F-AA97-0122CDE025FE}"/>
              </a:ext>
            </a:extLst>
          </p:cNvPr>
          <p:cNvSpPr>
            <a:spLocks noGrp="1"/>
          </p:cNvSpPr>
          <p:nvPr>
            <p:ph type="body" sz="quarter" idx="30"/>
          </p:nvPr>
        </p:nvSpPr>
        <p:spPr>
          <a:xfrm>
            <a:off x="8419685"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2" name="Text Placeholder 10">
            <a:extLst>
              <a:ext uri="{FF2B5EF4-FFF2-40B4-BE49-F238E27FC236}">
                <a16:creationId xmlns:a16="http://schemas.microsoft.com/office/drawing/2014/main" id="{D0C3CD17-538A-0072-C419-D39FD6A660E2}"/>
              </a:ext>
            </a:extLst>
          </p:cNvPr>
          <p:cNvSpPr>
            <a:spLocks noGrp="1"/>
          </p:cNvSpPr>
          <p:nvPr>
            <p:ph type="body" sz="quarter" idx="31" hasCustomPrompt="1"/>
          </p:nvPr>
        </p:nvSpPr>
        <p:spPr>
          <a:xfrm>
            <a:off x="1003378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3" name="Isosceles Triangle 42">
            <a:extLst>
              <a:ext uri="{FF2B5EF4-FFF2-40B4-BE49-F238E27FC236}">
                <a16:creationId xmlns:a16="http://schemas.microsoft.com/office/drawing/2014/main" id="{200A73C6-D768-FE79-E4D8-8CEEB54EAEA6}"/>
              </a:ext>
            </a:extLst>
          </p:cNvPr>
          <p:cNvSpPr/>
          <p:nvPr userDrawn="1"/>
        </p:nvSpPr>
        <p:spPr>
          <a:xfrm flipV="1">
            <a:off x="1019294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C18D01FF-B288-A30F-5166-8614DC37238C}"/>
              </a:ext>
            </a:extLst>
          </p:cNvPr>
          <p:cNvCxnSpPr>
            <a:cxnSpLocks/>
          </p:cNvCxnSpPr>
          <p:nvPr userDrawn="1"/>
        </p:nvCxnSpPr>
        <p:spPr>
          <a:xfrm>
            <a:off x="1030378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5" name="Text Placeholder 10">
            <a:extLst>
              <a:ext uri="{FF2B5EF4-FFF2-40B4-BE49-F238E27FC236}">
                <a16:creationId xmlns:a16="http://schemas.microsoft.com/office/drawing/2014/main" id="{894429A9-45A3-B455-09B2-95A3B7DC15E7}"/>
              </a:ext>
            </a:extLst>
          </p:cNvPr>
          <p:cNvSpPr>
            <a:spLocks noGrp="1"/>
          </p:cNvSpPr>
          <p:nvPr>
            <p:ph type="body" sz="quarter" idx="32"/>
          </p:nvPr>
        </p:nvSpPr>
        <p:spPr>
          <a:xfrm>
            <a:off x="977216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6" name="Text Placeholder 10">
            <a:extLst>
              <a:ext uri="{FF2B5EF4-FFF2-40B4-BE49-F238E27FC236}">
                <a16:creationId xmlns:a16="http://schemas.microsoft.com/office/drawing/2014/main" id="{9FB28FDC-5BE5-6E03-1D4A-B4DC099DEAE1}"/>
              </a:ext>
            </a:extLst>
          </p:cNvPr>
          <p:cNvSpPr>
            <a:spLocks noGrp="1"/>
          </p:cNvSpPr>
          <p:nvPr>
            <p:ph type="body" sz="quarter" idx="33" hasCustomPrompt="1"/>
          </p:nvPr>
        </p:nvSpPr>
        <p:spPr>
          <a:xfrm>
            <a:off x="1228163" y="208564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7" name="Isosceles Triangle 46">
            <a:extLst>
              <a:ext uri="{FF2B5EF4-FFF2-40B4-BE49-F238E27FC236}">
                <a16:creationId xmlns:a16="http://schemas.microsoft.com/office/drawing/2014/main" id="{C76067D5-3D50-25D6-5FEF-DBDCD54E410C}"/>
              </a:ext>
            </a:extLst>
          </p:cNvPr>
          <p:cNvSpPr/>
          <p:nvPr userDrawn="1"/>
        </p:nvSpPr>
        <p:spPr>
          <a:xfrm>
            <a:off x="1387562" y="324810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Connector 47">
            <a:extLst>
              <a:ext uri="{FF2B5EF4-FFF2-40B4-BE49-F238E27FC236}">
                <a16:creationId xmlns:a16="http://schemas.microsoft.com/office/drawing/2014/main" id="{1BE05D12-4EDA-B7E3-2E6F-B541BD4F52A4}"/>
              </a:ext>
            </a:extLst>
          </p:cNvPr>
          <p:cNvCxnSpPr>
            <a:cxnSpLocks/>
          </p:cNvCxnSpPr>
          <p:nvPr userDrawn="1"/>
        </p:nvCxnSpPr>
        <p:spPr>
          <a:xfrm>
            <a:off x="1498163" y="239044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9" name="Text Placeholder 10">
            <a:extLst>
              <a:ext uri="{FF2B5EF4-FFF2-40B4-BE49-F238E27FC236}">
                <a16:creationId xmlns:a16="http://schemas.microsoft.com/office/drawing/2014/main" id="{1B1AACE0-A334-238B-EB7F-644BFC0B96B6}"/>
              </a:ext>
            </a:extLst>
          </p:cNvPr>
          <p:cNvSpPr>
            <a:spLocks noGrp="1"/>
          </p:cNvSpPr>
          <p:nvPr>
            <p:ph type="body" sz="quarter" idx="34"/>
          </p:nvPr>
        </p:nvSpPr>
        <p:spPr>
          <a:xfrm>
            <a:off x="966546" y="151526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0" name="Text Placeholder 10">
            <a:extLst>
              <a:ext uri="{FF2B5EF4-FFF2-40B4-BE49-F238E27FC236}">
                <a16:creationId xmlns:a16="http://schemas.microsoft.com/office/drawing/2014/main" id="{8899BF72-5867-3A9E-F025-2F967E308E76}"/>
              </a:ext>
            </a:extLst>
          </p:cNvPr>
          <p:cNvSpPr>
            <a:spLocks noGrp="1"/>
          </p:cNvSpPr>
          <p:nvPr>
            <p:ph type="body" sz="quarter" idx="35" hasCustomPrompt="1"/>
          </p:nvPr>
        </p:nvSpPr>
        <p:spPr>
          <a:xfrm>
            <a:off x="2551797" y="2088456"/>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1" name="Isosceles Triangle 50">
            <a:extLst>
              <a:ext uri="{FF2B5EF4-FFF2-40B4-BE49-F238E27FC236}">
                <a16:creationId xmlns:a16="http://schemas.microsoft.com/office/drawing/2014/main" id="{DA75C5D6-49F7-9E0D-48FC-B8A5665BD7D1}"/>
              </a:ext>
            </a:extLst>
          </p:cNvPr>
          <p:cNvSpPr/>
          <p:nvPr userDrawn="1"/>
        </p:nvSpPr>
        <p:spPr>
          <a:xfrm>
            <a:off x="2711196" y="3250919"/>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07E8F245-65B5-429F-0CB8-DDC797AAE13C}"/>
              </a:ext>
            </a:extLst>
          </p:cNvPr>
          <p:cNvCxnSpPr>
            <a:cxnSpLocks/>
          </p:cNvCxnSpPr>
          <p:nvPr userDrawn="1"/>
        </p:nvCxnSpPr>
        <p:spPr>
          <a:xfrm>
            <a:off x="2821797" y="2393259"/>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7F2B87E2-A42C-EC5A-D616-A5EEC1736F16}"/>
              </a:ext>
            </a:extLst>
          </p:cNvPr>
          <p:cNvSpPr>
            <a:spLocks noGrp="1"/>
          </p:cNvSpPr>
          <p:nvPr>
            <p:ph type="body" sz="quarter" idx="36"/>
          </p:nvPr>
        </p:nvSpPr>
        <p:spPr>
          <a:xfrm>
            <a:off x="2290180" y="151808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4" name="Text Placeholder 10">
            <a:extLst>
              <a:ext uri="{FF2B5EF4-FFF2-40B4-BE49-F238E27FC236}">
                <a16:creationId xmlns:a16="http://schemas.microsoft.com/office/drawing/2014/main" id="{5AE3EE24-A45B-B660-3E5B-6D5B1C76F071}"/>
              </a:ext>
            </a:extLst>
          </p:cNvPr>
          <p:cNvSpPr>
            <a:spLocks noGrp="1"/>
          </p:cNvSpPr>
          <p:nvPr>
            <p:ph type="body" sz="quarter" idx="37" hasCustomPrompt="1"/>
          </p:nvPr>
        </p:nvSpPr>
        <p:spPr>
          <a:xfrm>
            <a:off x="3905775" y="208465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5" name="Isosceles Triangle 54">
            <a:extLst>
              <a:ext uri="{FF2B5EF4-FFF2-40B4-BE49-F238E27FC236}">
                <a16:creationId xmlns:a16="http://schemas.microsoft.com/office/drawing/2014/main" id="{7304DF55-D37D-DC7C-DB75-27BC50136E5A}"/>
              </a:ext>
            </a:extLst>
          </p:cNvPr>
          <p:cNvSpPr/>
          <p:nvPr userDrawn="1"/>
        </p:nvSpPr>
        <p:spPr>
          <a:xfrm>
            <a:off x="4065174" y="324711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Connector 55">
            <a:extLst>
              <a:ext uri="{FF2B5EF4-FFF2-40B4-BE49-F238E27FC236}">
                <a16:creationId xmlns:a16="http://schemas.microsoft.com/office/drawing/2014/main" id="{6A6D2C3D-CE99-4494-C4D6-DDAD009A314B}"/>
              </a:ext>
            </a:extLst>
          </p:cNvPr>
          <p:cNvCxnSpPr>
            <a:cxnSpLocks/>
          </p:cNvCxnSpPr>
          <p:nvPr userDrawn="1"/>
        </p:nvCxnSpPr>
        <p:spPr>
          <a:xfrm>
            <a:off x="4175775" y="238945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7" name="Text Placeholder 10">
            <a:extLst>
              <a:ext uri="{FF2B5EF4-FFF2-40B4-BE49-F238E27FC236}">
                <a16:creationId xmlns:a16="http://schemas.microsoft.com/office/drawing/2014/main" id="{0091FE0F-95C7-721C-A254-DE5362AB2572}"/>
              </a:ext>
            </a:extLst>
          </p:cNvPr>
          <p:cNvSpPr>
            <a:spLocks noGrp="1"/>
          </p:cNvSpPr>
          <p:nvPr>
            <p:ph type="body" sz="quarter" idx="38"/>
          </p:nvPr>
        </p:nvSpPr>
        <p:spPr>
          <a:xfrm>
            <a:off x="3644158" y="151427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8" name="Text Placeholder 10">
            <a:extLst>
              <a:ext uri="{FF2B5EF4-FFF2-40B4-BE49-F238E27FC236}">
                <a16:creationId xmlns:a16="http://schemas.microsoft.com/office/drawing/2014/main" id="{7F69A29D-8C39-468B-D6A3-4286CA002360}"/>
              </a:ext>
            </a:extLst>
          </p:cNvPr>
          <p:cNvSpPr>
            <a:spLocks noGrp="1"/>
          </p:cNvSpPr>
          <p:nvPr>
            <p:ph type="body" sz="quarter" idx="39" hasCustomPrompt="1"/>
          </p:nvPr>
        </p:nvSpPr>
        <p:spPr>
          <a:xfrm>
            <a:off x="525928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9" name="Isosceles Triangle 58">
            <a:extLst>
              <a:ext uri="{FF2B5EF4-FFF2-40B4-BE49-F238E27FC236}">
                <a16:creationId xmlns:a16="http://schemas.microsoft.com/office/drawing/2014/main" id="{E9C392E1-48AC-001A-531F-67BB09279588}"/>
              </a:ext>
            </a:extLst>
          </p:cNvPr>
          <p:cNvSpPr/>
          <p:nvPr userDrawn="1"/>
        </p:nvSpPr>
        <p:spPr>
          <a:xfrm>
            <a:off x="541868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a:extLst>
              <a:ext uri="{FF2B5EF4-FFF2-40B4-BE49-F238E27FC236}">
                <a16:creationId xmlns:a16="http://schemas.microsoft.com/office/drawing/2014/main" id="{4AB8B6BE-D005-C588-E354-B742E610104B}"/>
              </a:ext>
            </a:extLst>
          </p:cNvPr>
          <p:cNvCxnSpPr>
            <a:cxnSpLocks/>
          </p:cNvCxnSpPr>
          <p:nvPr userDrawn="1"/>
        </p:nvCxnSpPr>
        <p:spPr>
          <a:xfrm>
            <a:off x="552928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61" name="Text Placeholder 10">
            <a:extLst>
              <a:ext uri="{FF2B5EF4-FFF2-40B4-BE49-F238E27FC236}">
                <a16:creationId xmlns:a16="http://schemas.microsoft.com/office/drawing/2014/main" id="{7A7B56D4-261E-7510-30A3-5C4D3C70FE2C}"/>
              </a:ext>
            </a:extLst>
          </p:cNvPr>
          <p:cNvSpPr>
            <a:spLocks noGrp="1"/>
          </p:cNvSpPr>
          <p:nvPr>
            <p:ph type="body" sz="quarter" idx="40"/>
          </p:nvPr>
        </p:nvSpPr>
        <p:spPr>
          <a:xfrm>
            <a:off x="499766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62" name="Text Placeholder 10">
            <a:extLst>
              <a:ext uri="{FF2B5EF4-FFF2-40B4-BE49-F238E27FC236}">
                <a16:creationId xmlns:a16="http://schemas.microsoft.com/office/drawing/2014/main" id="{7B543852-C9C8-AC51-51B7-5E7E3E8CAA87}"/>
              </a:ext>
            </a:extLst>
          </p:cNvPr>
          <p:cNvSpPr>
            <a:spLocks noGrp="1"/>
          </p:cNvSpPr>
          <p:nvPr>
            <p:ph type="body" sz="quarter" idx="41" hasCustomPrompt="1"/>
          </p:nvPr>
        </p:nvSpPr>
        <p:spPr>
          <a:xfrm>
            <a:off x="6618553" y="2093580"/>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63" name="Isosceles Triangle 62">
            <a:extLst>
              <a:ext uri="{FF2B5EF4-FFF2-40B4-BE49-F238E27FC236}">
                <a16:creationId xmlns:a16="http://schemas.microsoft.com/office/drawing/2014/main" id="{2126D435-743F-A00D-3649-E12FC46684F2}"/>
              </a:ext>
            </a:extLst>
          </p:cNvPr>
          <p:cNvSpPr/>
          <p:nvPr userDrawn="1"/>
        </p:nvSpPr>
        <p:spPr>
          <a:xfrm>
            <a:off x="6777952" y="325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7840C7F6-5CC1-12BE-8FF2-92344FF985A2}"/>
              </a:ext>
            </a:extLst>
          </p:cNvPr>
          <p:cNvCxnSpPr>
            <a:cxnSpLocks/>
          </p:cNvCxnSpPr>
          <p:nvPr userDrawn="1"/>
        </p:nvCxnSpPr>
        <p:spPr>
          <a:xfrm>
            <a:off x="6888553" y="239838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4" name="Text Placeholder 10">
            <a:extLst>
              <a:ext uri="{FF2B5EF4-FFF2-40B4-BE49-F238E27FC236}">
                <a16:creationId xmlns:a16="http://schemas.microsoft.com/office/drawing/2014/main" id="{E8BFC980-9C2D-DFC6-D99F-B14BB31D1071}"/>
              </a:ext>
            </a:extLst>
          </p:cNvPr>
          <p:cNvSpPr>
            <a:spLocks noGrp="1"/>
          </p:cNvSpPr>
          <p:nvPr>
            <p:ph type="body" sz="quarter" idx="42"/>
          </p:nvPr>
        </p:nvSpPr>
        <p:spPr>
          <a:xfrm>
            <a:off x="6356936" y="1523204"/>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5" name="Text Placeholder 10">
            <a:extLst>
              <a:ext uri="{FF2B5EF4-FFF2-40B4-BE49-F238E27FC236}">
                <a16:creationId xmlns:a16="http://schemas.microsoft.com/office/drawing/2014/main" id="{CF379578-C6E4-A9CF-5DF6-5136989D9CDA}"/>
              </a:ext>
            </a:extLst>
          </p:cNvPr>
          <p:cNvSpPr>
            <a:spLocks noGrp="1"/>
          </p:cNvSpPr>
          <p:nvPr>
            <p:ph type="body" sz="quarter" idx="43" hasCustomPrompt="1"/>
          </p:nvPr>
        </p:nvSpPr>
        <p:spPr>
          <a:xfrm>
            <a:off x="796653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26" name="Isosceles Triangle 125">
            <a:extLst>
              <a:ext uri="{FF2B5EF4-FFF2-40B4-BE49-F238E27FC236}">
                <a16:creationId xmlns:a16="http://schemas.microsoft.com/office/drawing/2014/main" id="{07792800-DAEE-1CCF-A8D1-E3C92F8F7C4C}"/>
              </a:ext>
            </a:extLst>
          </p:cNvPr>
          <p:cNvSpPr/>
          <p:nvPr userDrawn="1"/>
        </p:nvSpPr>
        <p:spPr>
          <a:xfrm>
            <a:off x="812593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7" name="Straight Connector 126">
            <a:extLst>
              <a:ext uri="{FF2B5EF4-FFF2-40B4-BE49-F238E27FC236}">
                <a16:creationId xmlns:a16="http://schemas.microsoft.com/office/drawing/2014/main" id="{64C0C441-75BB-474C-D701-5AD3A588B1AC}"/>
              </a:ext>
            </a:extLst>
          </p:cNvPr>
          <p:cNvCxnSpPr>
            <a:cxnSpLocks/>
          </p:cNvCxnSpPr>
          <p:nvPr userDrawn="1"/>
        </p:nvCxnSpPr>
        <p:spPr>
          <a:xfrm>
            <a:off x="823653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8" name="Text Placeholder 10">
            <a:extLst>
              <a:ext uri="{FF2B5EF4-FFF2-40B4-BE49-F238E27FC236}">
                <a16:creationId xmlns:a16="http://schemas.microsoft.com/office/drawing/2014/main" id="{63340F3E-B1A1-C217-5CF7-141D4EE5B37F}"/>
              </a:ext>
            </a:extLst>
          </p:cNvPr>
          <p:cNvSpPr>
            <a:spLocks noGrp="1"/>
          </p:cNvSpPr>
          <p:nvPr>
            <p:ph type="body" sz="quarter" idx="44"/>
          </p:nvPr>
        </p:nvSpPr>
        <p:spPr>
          <a:xfrm>
            <a:off x="770491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9" name="Text Placeholder 10">
            <a:extLst>
              <a:ext uri="{FF2B5EF4-FFF2-40B4-BE49-F238E27FC236}">
                <a16:creationId xmlns:a16="http://schemas.microsoft.com/office/drawing/2014/main" id="{EAD9E4E1-3D3C-8041-055A-E58BEAE2A1A4}"/>
              </a:ext>
            </a:extLst>
          </p:cNvPr>
          <p:cNvSpPr>
            <a:spLocks noGrp="1"/>
          </p:cNvSpPr>
          <p:nvPr>
            <p:ph type="body" sz="quarter" idx="45" hasCustomPrompt="1"/>
          </p:nvPr>
        </p:nvSpPr>
        <p:spPr>
          <a:xfrm>
            <a:off x="9321405"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0" name="Isosceles Triangle 129">
            <a:extLst>
              <a:ext uri="{FF2B5EF4-FFF2-40B4-BE49-F238E27FC236}">
                <a16:creationId xmlns:a16="http://schemas.microsoft.com/office/drawing/2014/main" id="{42AAE0F7-8602-588E-DC41-A5403942C120}"/>
              </a:ext>
            </a:extLst>
          </p:cNvPr>
          <p:cNvSpPr/>
          <p:nvPr userDrawn="1"/>
        </p:nvSpPr>
        <p:spPr>
          <a:xfrm>
            <a:off x="9480804"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Connector 130">
            <a:extLst>
              <a:ext uri="{FF2B5EF4-FFF2-40B4-BE49-F238E27FC236}">
                <a16:creationId xmlns:a16="http://schemas.microsoft.com/office/drawing/2014/main" id="{16958E3B-5BC7-AF6C-98CF-0DC37EEBB9CD}"/>
              </a:ext>
            </a:extLst>
          </p:cNvPr>
          <p:cNvCxnSpPr>
            <a:cxnSpLocks/>
          </p:cNvCxnSpPr>
          <p:nvPr userDrawn="1"/>
        </p:nvCxnSpPr>
        <p:spPr>
          <a:xfrm>
            <a:off x="9591405"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2" name="Text Placeholder 10">
            <a:extLst>
              <a:ext uri="{FF2B5EF4-FFF2-40B4-BE49-F238E27FC236}">
                <a16:creationId xmlns:a16="http://schemas.microsoft.com/office/drawing/2014/main" id="{661DF085-52D8-E54E-A1E4-6E3DDE54D808}"/>
              </a:ext>
            </a:extLst>
          </p:cNvPr>
          <p:cNvSpPr>
            <a:spLocks noGrp="1"/>
          </p:cNvSpPr>
          <p:nvPr>
            <p:ph type="body" sz="quarter" idx="46"/>
          </p:nvPr>
        </p:nvSpPr>
        <p:spPr>
          <a:xfrm>
            <a:off x="9059788"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33" name="Text Placeholder 10">
            <a:extLst>
              <a:ext uri="{FF2B5EF4-FFF2-40B4-BE49-F238E27FC236}">
                <a16:creationId xmlns:a16="http://schemas.microsoft.com/office/drawing/2014/main" id="{7ABA0387-F779-568A-36D6-62CB270B9B64}"/>
              </a:ext>
            </a:extLst>
          </p:cNvPr>
          <p:cNvSpPr>
            <a:spLocks noGrp="1"/>
          </p:cNvSpPr>
          <p:nvPr>
            <p:ph type="body" sz="quarter" idx="47" hasCustomPrompt="1"/>
          </p:nvPr>
        </p:nvSpPr>
        <p:spPr>
          <a:xfrm>
            <a:off x="10673782" y="2086537"/>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4" name="Isosceles Triangle 133">
            <a:extLst>
              <a:ext uri="{FF2B5EF4-FFF2-40B4-BE49-F238E27FC236}">
                <a16:creationId xmlns:a16="http://schemas.microsoft.com/office/drawing/2014/main" id="{ADDE97CD-A65B-EF1F-C645-80F1730E8CE7}"/>
              </a:ext>
            </a:extLst>
          </p:cNvPr>
          <p:cNvSpPr/>
          <p:nvPr userDrawn="1"/>
        </p:nvSpPr>
        <p:spPr>
          <a:xfrm>
            <a:off x="10833181" y="3249000"/>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 name="Straight Connector 134">
            <a:extLst>
              <a:ext uri="{FF2B5EF4-FFF2-40B4-BE49-F238E27FC236}">
                <a16:creationId xmlns:a16="http://schemas.microsoft.com/office/drawing/2014/main" id="{BD9324A6-AD5D-1B36-56F9-4A59950CA3AC}"/>
              </a:ext>
            </a:extLst>
          </p:cNvPr>
          <p:cNvCxnSpPr>
            <a:cxnSpLocks/>
          </p:cNvCxnSpPr>
          <p:nvPr userDrawn="1"/>
        </p:nvCxnSpPr>
        <p:spPr>
          <a:xfrm>
            <a:off x="10943782" y="2391340"/>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6" name="Text Placeholder 10">
            <a:extLst>
              <a:ext uri="{FF2B5EF4-FFF2-40B4-BE49-F238E27FC236}">
                <a16:creationId xmlns:a16="http://schemas.microsoft.com/office/drawing/2014/main" id="{2C4794C1-6991-9E0C-8B6F-A44D481BA497}"/>
              </a:ext>
            </a:extLst>
          </p:cNvPr>
          <p:cNvSpPr>
            <a:spLocks noGrp="1"/>
          </p:cNvSpPr>
          <p:nvPr>
            <p:ph type="body" sz="quarter" idx="48"/>
          </p:nvPr>
        </p:nvSpPr>
        <p:spPr>
          <a:xfrm>
            <a:off x="10412165" y="1516161"/>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104752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631900"/>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065993"/>
            <a:ext cx="0" cy="4106707"/>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856A952D-F700-6C2C-A022-C59747CF20EA}"/>
              </a:ext>
            </a:extLst>
          </p:cNvPr>
          <p:cNvSpPr>
            <a:spLocks noGrp="1"/>
          </p:cNvSpPr>
          <p:nvPr>
            <p:ph idx="15"/>
          </p:nvPr>
        </p:nvSpPr>
        <p:spPr>
          <a:xfrm>
            <a:off x="6421014"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8">
            <a:extLst>
              <a:ext uri="{FF2B5EF4-FFF2-40B4-BE49-F238E27FC236}">
                <a16:creationId xmlns:a16="http://schemas.microsoft.com/office/drawing/2014/main" id="{A8EDB192-6A8E-F0AC-5320-AA0A1B36FD55}"/>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490130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hasCustomPrompt="1"/>
          </p:nvPr>
        </p:nvSpPr>
        <p:spPr>
          <a:xfrm>
            <a:off x="6291414" y="876300"/>
            <a:ext cx="5619600" cy="270000"/>
          </a:xfrm>
        </p:spPr>
        <p:txBody>
          <a:bodyPr>
            <a:noAutofit/>
          </a:bodyPr>
          <a:lstStyle>
            <a:lvl1pPr marL="0" indent="0">
              <a:buNone/>
              <a:defRPr sz="1800" b="1">
                <a:solidFill>
                  <a:srgbClr val="00325B"/>
                </a:solidFill>
              </a:defRPr>
            </a:lvl1pPr>
          </a:lstStyle>
          <a:p>
            <a:pPr lvl="0"/>
            <a:r>
              <a:rPr lang="en-US"/>
              <a:t>Click to edit Master text styles – 18pt</a:t>
            </a:r>
            <a:endParaRPr lang="en-IN"/>
          </a:p>
        </p:txBody>
      </p:sp>
      <p:sp>
        <p:nvSpPr>
          <p:cNvPr id="8" name="Picture Placeholder 4">
            <a:extLst>
              <a:ext uri="{FF2B5EF4-FFF2-40B4-BE49-F238E27FC236}">
                <a16:creationId xmlns:a16="http://schemas.microsoft.com/office/drawing/2014/main" id="{46FBDF36-2E5E-A2F0-97AF-71533D6C9EE1}"/>
              </a:ext>
            </a:extLst>
          </p:cNvPr>
          <p:cNvSpPr>
            <a:spLocks noGrp="1"/>
          </p:cNvSpPr>
          <p:nvPr>
            <p:ph type="pic" sz="quarter" idx="16" hasCustomPrompt="1"/>
          </p:nvPr>
        </p:nvSpPr>
        <p:spPr>
          <a:xfrm>
            <a:off x="292606" y="876299"/>
            <a:ext cx="5688000" cy="5339773"/>
          </a:xfrm>
        </p:spPr>
        <p:txBody>
          <a:bodyPr/>
          <a:lstStyle>
            <a:lvl1pPr marL="0" indent="0">
              <a:buNone/>
              <a:defRPr/>
            </a:lvl1pPr>
          </a:lstStyle>
          <a:p>
            <a:r>
              <a:rPr lang="en-IN"/>
              <a:t>Click on icon to add picture</a:t>
            </a:r>
          </a:p>
        </p:txBody>
      </p:sp>
      <p:sp>
        <p:nvSpPr>
          <p:cNvPr id="13" name="Text Placeholder 12">
            <a:extLst>
              <a:ext uri="{FF2B5EF4-FFF2-40B4-BE49-F238E27FC236}">
                <a16:creationId xmlns:a16="http://schemas.microsoft.com/office/drawing/2014/main" id="{8420CC75-008C-2431-282F-E74D62272FE7}"/>
              </a:ext>
            </a:extLst>
          </p:cNvPr>
          <p:cNvSpPr>
            <a:spLocks noGrp="1"/>
          </p:cNvSpPr>
          <p:nvPr>
            <p:ph type="body" sz="quarter" idx="17" hasCustomPrompt="1"/>
          </p:nvPr>
        </p:nvSpPr>
        <p:spPr>
          <a:xfrm>
            <a:off x="6291414" y="1254992"/>
            <a:ext cx="5619600" cy="4917122"/>
          </a:xfrm>
        </p:spPr>
        <p:txBody>
          <a:bodyPr/>
          <a:lstStyle>
            <a:lvl1pPr>
              <a:defRPr/>
            </a:lvl1pPr>
            <a:lvl2pPr>
              <a:defRPr/>
            </a:lvl2pPr>
            <a:lvl3pPr>
              <a:defRPr/>
            </a:lvl3pPr>
            <a:lvl4pPr>
              <a:defRPr/>
            </a:lvl4pPr>
            <a:lvl5pPr marL="1828800" indent="0">
              <a:buNone/>
              <a:defRPr/>
            </a:lvl5pPr>
          </a:lstStyle>
          <a:p>
            <a:pPr lvl="0"/>
            <a:r>
              <a:rPr lang="en-US"/>
              <a:t>Click to edit Master text styles – 16pt</a:t>
            </a:r>
          </a:p>
          <a:p>
            <a:pPr lvl="1"/>
            <a:r>
              <a:rPr lang="en-US"/>
              <a:t>Second level – 14pt</a:t>
            </a:r>
          </a:p>
          <a:p>
            <a:pPr lvl="2"/>
            <a:r>
              <a:rPr lang="en-US"/>
              <a:t>Third level – 12pt</a:t>
            </a:r>
          </a:p>
          <a:p>
            <a:pPr lvl="3"/>
            <a:r>
              <a:rPr lang="en-US"/>
              <a:t>Fourth level – 11pt</a:t>
            </a:r>
          </a:p>
        </p:txBody>
      </p:sp>
    </p:spTree>
    <p:extLst>
      <p:ext uri="{BB962C8B-B14F-4D97-AF65-F5344CB8AC3E}">
        <p14:creationId xmlns:p14="http://schemas.microsoft.com/office/powerpoint/2010/main" val="3494722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426206"/>
            <a:ext cx="0" cy="3456000"/>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6" name="Content Placeholder 2">
            <a:extLst>
              <a:ext uri="{FF2B5EF4-FFF2-40B4-BE49-F238E27FC236}">
                <a16:creationId xmlns:a16="http://schemas.microsoft.com/office/drawing/2014/main" id="{DA0CAD5A-4EB1-6ABB-4160-7BF63E0AABF6}"/>
              </a:ext>
            </a:extLst>
          </p:cNvPr>
          <p:cNvSpPr>
            <a:spLocks noGrp="1"/>
          </p:cNvSpPr>
          <p:nvPr>
            <p:ph idx="18"/>
          </p:nvPr>
        </p:nvSpPr>
        <p:spPr>
          <a:xfrm>
            <a:off x="6409392"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2" name="Content Placeholder 2">
            <a:extLst>
              <a:ext uri="{FF2B5EF4-FFF2-40B4-BE49-F238E27FC236}">
                <a16:creationId xmlns:a16="http://schemas.microsoft.com/office/drawing/2014/main" id="{CBA355D5-955D-1E31-2E6E-CAC70AD9EBCB}"/>
              </a:ext>
            </a:extLst>
          </p:cNvPr>
          <p:cNvSpPr>
            <a:spLocks noGrp="1"/>
          </p:cNvSpPr>
          <p:nvPr>
            <p:ph idx="24"/>
          </p:nvPr>
        </p:nvSpPr>
        <p:spPr>
          <a:xfrm>
            <a:off x="6409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3" name="Content Placeholder 2">
            <a:extLst>
              <a:ext uri="{FF2B5EF4-FFF2-40B4-BE49-F238E27FC236}">
                <a16:creationId xmlns:a16="http://schemas.microsoft.com/office/drawing/2014/main" id="{7A5DBD61-D886-CE94-09B6-A7363A8C3483}"/>
              </a:ext>
            </a:extLst>
          </p:cNvPr>
          <p:cNvSpPr>
            <a:spLocks noGrp="1"/>
          </p:cNvSpPr>
          <p:nvPr>
            <p:ph idx="25"/>
          </p:nvPr>
        </p:nvSpPr>
        <p:spPr>
          <a:xfrm>
            <a:off x="6409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4" name="Content Placeholder 2">
            <a:extLst>
              <a:ext uri="{FF2B5EF4-FFF2-40B4-BE49-F238E27FC236}">
                <a16:creationId xmlns:a16="http://schemas.microsoft.com/office/drawing/2014/main" id="{5672C7E3-0E7C-8EE7-888E-F46798953B00}"/>
              </a:ext>
            </a:extLst>
          </p:cNvPr>
          <p:cNvSpPr>
            <a:spLocks noGrp="1"/>
          </p:cNvSpPr>
          <p:nvPr>
            <p:ph idx="26"/>
          </p:nvPr>
        </p:nvSpPr>
        <p:spPr>
          <a:xfrm>
            <a:off x="9307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5" name="Content Placeholder 2">
            <a:extLst>
              <a:ext uri="{FF2B5EF4-FFF2-40B4-BE49-F238E27FC236}">
                <a16:creationId xmlns:a16="http://schemas.microsoft.com/office/drawing/2014/main" id="{7C5A5028-107A-6013-C0C5-4AB67F4AF051}"/>
              </a:ext>
            </a:extLst>
          </p:cNvPr>
          <p:cNvSpPr>
            <a:spLocks noGrp="1"/>
          </p:cNvSpPr>
          <p:nvPr>
            <p:ph idx="27"/>
          </p:nvPr>
        </p:nvSpPr>
        <p:spPr>
          <a:xfrm>
            <a:off x="9307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Text Placeholder 8">
            <a:extLst>
              <a:ext uri="{FF2B5EF4-FFF2-40B4-BE49-F238E27FC236}">
                <a16:creationId xmlns:a16="http://schemas.microsoft.com/office/drawing/2014/main" id="{A707BCC1-0B63-5B39-947F-961A733EFA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670504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hasCustomPrompt="1"/>
          </p:nvPr>
        </p:nvSpPr>
        <p:spPr>
          <a:xfrm>
            <a:off x="292608"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3288326"/>
            <a:ext cx="3312000" cy="526303"/>
          </a:xfrm>
        </p:spPr>
        <p:txBody>
          <a:bodyPr/>
          <a:lstStyle>
            <a:lvl1pPr marL="0" indent="0">
              <a:buNone/>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5855BF5D-824A-F8E9-92BB-4E3CAAB2D331}"/>
              </a:ext>
            </a:extLst>
          </p:cNvPr>
          <p:cNvSpPr>
            <a:spLocks noGrp="1"/>
          </p:cNvSpPr>
          <p:nvPr>
            <p:ph idx="28" hasCustomPrompt="1"/>
          </p:nvPr>
        </p:nvSpPr>
        <p:spPr>
          <a:xfrm>
            <a:off x="292608"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3" name="Content Placeholder 2">
            <a:extLst>
              <a:ext uri="{FF2B5EF4-FFF2-40B4-BE49-F238E27FC236}">
                <a16:creationId xmlns:a16="http://schemas.microsoft.com/office/drawing/2014/main" id="{7A332B39-50C4-EF49-E964-288240B85BDE}"/>
              </a:ext>
            </a:extLst>
          </p:cNvPr>
          <p:cNvSpPr>
            <a:spLocks noGrp="1"/>
          </p:cNvSpPr>
          <p:nvPr>
            <p:ph idx="29"/>
          </p:nvPr>
        </p:nvSpPr>
        <p:spPr>
          <a:xfrm>
            <a:off x="292608" y="5145039"/>
            <a:ext cx="3312000" cy="526303"/>
          </a:xfrm>
        </p:spPr>
        <p:txBody>
          <a:bodyPr/>
          <a:lstStyle>
            <a:lvl1pPr marL="0" indent="0">
              <a:buNone/>
              <a:defRPr/>
            </a:lvl1pPr>
          </a:lstStyle>
          <a:p>
            <a:pPr lvl="0"/>
            <a:r>
              <a:rPr lang="en-US"/>
              <a:t>Click to edit Master text styles</a:t>
            </a:r>
          </a:p>
        </p:txBody>
      </p:sp>
      <p:sp>
        <p:nvSpPr>
          <p:cNvPr id="27" name="Content Placeholder 2">
            <a:extLst>
              <a:ext uri="{FF2B5EF4-FFF2-40B4-BE49-F238E27FC236}">
                <a16:creationId xmlns:a16="http://schemas.microsoft.com/office/drawing/2014/main" id="{7369CEA6-7F0A-3DF1-F52E-7ABF4D3AA8D2}"/>
              </a:ext>
            </a:extLst>
          </p:cNvPr>
          <p:cNvSpPr>
            <a:spLocks noGrp="1"/>
          </p:cNvSpPr>
          <p:nvPr>
            <p:ph idx="30" hasCustomPrompt="1"/>
          </p:nvPr>
        </p:nvSpPr>
        <p:spPr>
          <a:xfrm>
            <a:off x="4440000"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28" name="Content Placeholder 2">
            <a:extLst>
              <a:ext uri="{FF2B5EF4-FFF2-40B4-BE49-F238E27FC236}">
                <a16:creationId xmlns:a16="http://schemas.microsoft.com/office/drawing/2014/main" id="{81C27F4B-D3B7-090B-4E82-3F2F3AEC89F2}"/>
              </a:ext>
            </a:extLst>
          </p:cNvPr>
          <p:cNvSpPr>
            <a:spLocks noGrp="1"/>
          </p:cNvSpPr>
          <p:nvPr>
            <p:ph idx="31"/>
          </p:nvPr>
        </p:nvSpPr>
        <p:spPr>
          <a:xfrm>
            <a:off x="4440000" y="3288326"/>
            <a:ext cx="3312000" cy="526303"/>
          </a:xfrm>
        </p:spPr>
        <p:txBody>
          <a:bodyPr/>
          <a:lstStyle>
            <a:lvl1pPr marL="0" indent="0">
              <a:buNone/>
              <a:defRPr/>
            </a:lvl1pPr>
          </a:lstStyle>
          <a:p>
            <a:pPr lvl="0"/>
            <a:r>
              <a:rPr lang="en-US"/>
              <a:t>Click to edit Master text styles</a:t>
            </a:r>
          </a:p>
        </p:txBody>
      </p:sp>
      <p:sp>
        <p:nvSpPr>
          <p:cNvPr id="29" name="Content Placeholder 2">
            <a:extLst>
              <a:ext uri="{FF2B5EF4-FFF2-40B4-BE49-F238E27FC236}">
                <a16:creationId xmlns:a16="http://schemas.microsoft.com/office/drawing/2014/main" id="{6417D0BD-396F-B8B4-1801-22228C8B70AA}"/>
              </a:ext>
            </a:extLst>
          </p:cNvPr>
          <p:cNvSpPr>
            <a:spLocks noGrp="1"/>
          </p:cNvSpPr>
          <p:nvPr>
            <p:ph idx="32" hasCustomPrompt="1"/>
          </p:nvPr>
        </p:nvSpPr>
        <p:spPr>
          <a:xfrm>
            <a:off x="4440000"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0" name="Content Placeholder 2">
            <a:extLst>
              <a:ext uri="{FF2B5EF4-FFF2-40B4-BE49-F238E27FC236}">
                <a16:creationId xmlns:a16="http://schemas.microsoft.com/office/drawing/2014/main" id="{2E835598-C33A-62B9-AFA3-704C045DE148}"/>
              </a:ext>
            </a:extLst>
          </p:cNvPr>
          <p:cNvSpPr>
            <a:spLocks noGrp="1"/>
          </p:cNvSpPr>
          <p:nvPr>
            <p:ph idx="33"/>
          </p:nvPr>
        </p:nvSpPr>
        <p:spPr>
          <a:xfrm>
            <a:off x="4440000" y="5145039"/>
            <a:ext cx="3312000" cy="526303"/>
          </a:xfrm>
        </p:spPr>
        <p:txBody>
          <a:bodyPr/>
          <a:lstStyle>
            <a:lvl1pPr marL="0" indent="0">
              <a:buNone/>
              <a:defRPr/>
            </a:lvl1pPr>
          </a:lstStyle>
          <a:p>
            <a:pPr lvl="0"/>
            <a:r>
              <a:rPr lang="en-US"/>
              <a:t>Click to edit Master text styles</a:t>
            </a:r>
          </a:p>
        </p:txBody>
      </p:sp>
      <p:sp>
        <p:nvSpPr>
          <p:cNvPr id="31" name="Content Placeholder 2">
            <a:extLst>
              <a:ext uri="{FF2B5EF4-FFF2-40B4-BE49-F238E27FC236}">
                <a16:creationId xmlns:a16="http://schemas.microsoft.com/office/drawing/2014/main" id="{7A7D75B6-54BA-9FC1-C781-D6C1FBF52313}"/>
              </a:ext>
            </a:extLst>
          </p:cNvPr>
          <p:cNvSpPr>
            <a:spLocks noGrp="1"/>
          </p:cNvSpPr>
          <p:nvPr>
            <p:ph idx="34" hasCustomPrompt="1"/>
          </p:nvPr>
        </p:nvSpPr>
        <p:spPr>
          <a:xfrm>
            <a:off x="8587387" y="22078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2" name="Content Placeholder 2">
            <a:extLst>
              <a:ext uri="{FF2B5EF4-FFF2-40B4-BE49-F238E27FC236}">
                <a16:creationId xmlns:a16="http://schemas.microsoft.com/office/drawing/2014/main" id="{156547DD-9677-48BE-6DAA-2A75CA1BF06B}"/>
              </a:ext>
            </a:extLst>
          </p:cNvPr>
          <p:cNvSpPr>
            <a:spLocks noGrp="1"/>
          </p:cNvSpPr>
          <p:nvPr>
            <p:ph idx="35"/>
          </p:nvPr>
        </p:nvSpPr>
        <p:spPr>
          <a:xfrm>
            <a:off x="8587387" y="3282426"/>
            <a:ext cx="3312000" cy="526303"/>
          </a:xfrm>
        </p:spPr>
        <p:txBody>
          <a:bodyPr/>
          <a:lstStyle>
            <a:lvl1pPr marL="0" indent="0">
              <a:buNone/>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CD7E0260-5407-E364-3C9F-CDC9535A926C}"/>
              </a:ext>
            </a:extLst>
          </p:cNvPr>
          <p:cNvSpPr>
            <a:spLocks noGrp="1"/>
          </p:cNvSpPr>
          <p:nvPr>
            <p:ph idx="36" hasCustomPrompt="1"/>
          </p:nvPr>
        </p:nvSpPr>
        <p:spPr>
          <a:xfrm>
            <a:off x="8587387" y="40645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4" name="Content Placeholder 2">
            <a:extLst>
              <a:ext uri="{FF2B5EF4-FFF2-40B4-BE49-F238E27FC236}">
                <a16:creationId xmlns:a16="http://schemas.microsoft.com/office/drawing/2014/main" id="{F01492E6-66AD-4216-E0DF-1CD67AA8C5A2}"/>
              </a:ext>
            </a:extLst>
          </p:cNvPr>
          <p:cNvSpPr>
            <a:spLocks noGrp="1"/>
          </p:cNvSpPr>
          <p:nvPr>
            <p:ph idx="37"/>
          </p:nvPr>
        </p:nvSpPr>
        <p:spPr>
          <a:xfrm>
            <a:off x="8587387" y="5139139"/>
            <a:ext cx="3312000" cy="526303"/>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EBEC49B7-B2E1-EEB7-2B3F-DF47272B7867}"/>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153682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6096000" y="0"/>
            <a:ext cx="6096000" cy="6858000"/>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5489424"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1005223"/>
            <a:ext cx="5489995"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5489994" cy="269482"/>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Slide Number Placeholder 5">
            <a:extLst>
              <a:ext uri="{FF2B5EF4-FFF2-40B4-BE49-F238E27FC236}">
                <a16:creationId xmlns:a16="http://schemas.microsoft.com/office/drawing/2014/main" id="{5946E9CF-A3B8-C310-CBED-0EB39886397A}"/>
              </a:ext>
            </a:extLst>
          </p:cNvPr>
          <p:cNvSpPr>
            <a:spLocks noGrp="1"/>
          </p:cNvSpPr>
          <p:nvPr>
            <p:ph type="sldNum" sz="quarter" idx="12"/>
          </p:nvPr>
        </p:nvSpPr>
        <p:spPr>
          <a:xfrm>
            <a:off x="9927336" y="6423984"/>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04107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0" y="2286000"/>
            <a:ext cx="12192000" cy="4077855"/>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9556242"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5" y="1005223"/>
            <a:ext cx="11620800"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4" name="Slide Number Placeholder 3">
            <a:extLst>
              <a:ext uri="{FF2B5EF4-FFF2-40B4-BE49-F238E27FC236}">
                <a16:creationId xmlns:a16="http://schemas.microsoft.com/office/drawing/2014/main" id="{4B0E84E9-F55E-454F-2885-234FBCA19966}"/>
              </a:ext>
            </a:extLst>
          </p:cNvPr>
          <p:cNvSpPr>
            <a:spLocks noGrp="1"/>
          </p:cNvSpPr>
          <p:nvPr>
            <p:ph type="sldNum" sz="quarter" idx="25"/>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468520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25304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856993"/>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491016"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2744FD50-4670-9A89-E0F8-E2CCECF36B5A}"/>
              </a:ext>
            </a:extLst>
          </p:cNvPr>
          <p:cNvSpPr>
            <a:spLocks noGrp="1"/>
          </p:cNvSpPr>
          <p:nvPr>
            <p:ph idx="23"/>
          </p:nvPr>
        </p:nvSpPr>
        <p:spPr>
          <a:xfrm>
            <a:off x="8491014" y="2043834"/>
            <a:ext cx="3420000" cy="4078916"/>
          </a:xfrm>
        </p:spPr>
        <p:txBody>
          <a:bodyPr>
            <a:normAutofit/>
          </a:bodyPr>
          <a:lstStyle>
            <a:lvl1pPr marL="285750" indent="-285750">
              <a:buClr>
                <a:srgbClr val="22A28A"/>
              </a:buClr>
              <a:buFont typeface="Wingdings" panose="05000000000000000000" pitchFamily="2" charset="2"/>
              <a:buChar char="ü"/>
              <a:defRPr sz="1400"/>
            </a:lvl1pPr>
            <a:lvl2pPr marL="457200" indent="0">
              <a:buNone/>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600" y="1641115"/>
            <a:ext cx="4127400" cy="4481636"/>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601426"/>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1980263"/>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5186750"/>
            <a:ext cx="3419998"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4493776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7" y="1641115"/>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5" y="331769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5" y="500573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136669" y="1641115"/>
            <a:ext cx="3774345"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386000" y="1641114"/>
            <a:ext cx="3420001" cy="4630377"/>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6" y="3666078"/>
            <a:ext cx="3762727"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6" y="1980263"/>
            <a:ext cx="3762727"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6" y="5335491"/>
            <a:ext cx="3762727"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D2EFCD93-7626-1F05-7C3E-FF62764C0261}"/>
              </a:ext>
            </a:extLst>
          </p:cNvPr>
          <p:cNvSpPr>
            <a:spLocks noGrp="1"/>
          </p:cNvSpPr>
          <p:nvPr>
            <p:ph type="body" sz="quarter" idx="28"/>
          </p:nvPr>
        </p:nvSpPr>
        <p:spPr>
          <a:xfrm>
            <a:off x="8136665" y="2043833"/>
            <a:ext cx="3774348" cy="42276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2894470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872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096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320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872023"/>
            <a:ext cx="7872413" cy="3381465"/>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44408"/>
            <a:ext cx="3419998" cy="57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220408"/>
            <a:ext cx="3419998" cy="57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677489"/>
            <a:ext cx="3419998" cy="57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39F170C0-940B-C131-FF45-7320CABA6D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6025968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005223"/>
            <a:ext cx="11618976" cy="270000"/>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7022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120948"/>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55931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670224"/>
            <a:ext cx="7872413" cy="4182553"/>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50860"/>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018609"/>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916777"/>
            <a:ext cx="3419998" cy="9360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26459541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1825842"/>
            <a:ext cx="2448000" cy="3344888"/>
          </a:xfrm>
        </p:spPr>
        <p:txBody>
          <a:bodyPr anchor="b">
            <a:normAutofit/>
          </a:bodyPr>
          <a:lstStyle>
            <a:lvl1pPr marL="0" indent="0">
              <a:buNone/>
              <a:defRPr sz="3200" b="1">
                <a:solidFill>
                  <a:srgbClr val="00325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hasCustomPrompt="1"/>
          </p:nvPr>
        </p:nvSpPr>
        <p:spPr>
          <a:xfrm>
            <a:off x="9463586" y="2722730"/>
            <a:ext cx="2447427" cy="2448000"/>
          </a:xfrm>
        </p:spPr>
        <p:txBody>
          <a:bodyPr anchor="b"/>
          <a:lstStyle>
            <a:lvl1pPr>
              <a:defRPr>
                <a:solidFill>
                  <a:schemeClr val="bg2"/>
                </a:solidFill>
              </a:defRPr>
            </a:lvl1pPr>
          </a:lstStyle>
          <a:p>
            <a:r>
              <a:rPr lang="en-IN"/>
              <a:t>Click to add icon</a:t>
            </a:r>
          </a:p>
        </p:txBody>
      </p:sp>
      <p:sp>
        <p:nvSpPr>
          <p:cNvPr id="5" name="Text Placeholder 4">
            <a:extLst>
              <a:ext uri="{FF2B5EF4-FFF2-40B4-BE49-F238E27FC236}">
                <a16:creationId xmlns:a16="http://schemas.microsoft.com/office/drawing/2014/main" id="{60E8066F-E886-A2F7-6BEF-6FF8D77B784F}"/>
              </a:ext>
            </a:extLst>
          </p:cNvPr>
          <p:cNvSpPr>
            <a:spLocks noGrp="1"/>
          </p:cNvSpPr>
          <p:nvPr>
            <p:ph type="body" sz="quarter" idx="22"/>
          </p:nvPr>
        </p:nvSpPr>
        <p:spPr>
          <a:xfrm>
            <a:off x="2985552" y="1825842"/>
            <a:ext cx="6231600" cy="33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8">
            <a:extLst>
              <a:ext uri="{FF2B5EF4-FFF2-40B4-BE49-F238E27FC236}">
                <a16:creationId xmlns:a16="http://schemas.microsoft.com/office/drawing/2014/main" id="{83F83B0F-5FDA-1DA1-88B4-0E966CBDD29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8261870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p:nvPr>
        </p:nvSpPr>
        <p:spPr>
          <a:xfrm>
            <a:off x="9248910" y="1801858"/>
            <a:ext cx="2664000" cy="648000"/>
          </a:xfrm>
        </p:spPr>
        <p:txBody>
          <a:bodyPr/>
          <a:lstStyle/>
          <a:p>
            <a:r>
              <a:rPr lang="en-US"/>
              <a:t>Click icon to add picture</a:t>
            </a:r>
            <a:endParaRPr lang="en-IN"/>
          </a:p>
        </p:txBody>
      </p:sp>
      <p:sp>
        <p:nvSpPr>
          <p:cNvPr id="5" name="Picture Placeholder 6">
            <a:extLst>
              <a:ext uri="{FF2B5EF4-FFF2-40B4-BE49-F238E27FC236}">
                <a16:creationId xmlns:a16="http://schemas.microsoft.com/office/drawing/2014/main" id="{5A3A362D-F602-56C5-FCB7-4A01933897DC}"/>
              </a:ext>
            </a:extLst>
          </p:cNvPr>
          <p:cNvSpPr>
            <a:spLocks noGrp="1"/>
          </p:cNvSpPr>
          <p:nvPr>
            <p:ph type="pic" sz="quarter" idx="22"/>
          </p:nvPr>
        </p:nvSpPr>
        <p:spPr>
          <a:xfrm>
            <a:off x="6263286" y="1801858"/>
            <a:ext cx="2664000" cy="648000"/>
          </a:xfrm>
        </p:spPr>
        <p:txBody>
          <a:bodyPr/>
          <a:lstStyle/>
          <a:p>
            <a:r>
              <a:rPr lang="en-US"/>
              <a:t>Click icon to add picture</a:t>
            </a:r>
            <a:endParaRPr lang="en-IN"/>
          </a:p>
        </p:txBody>
      </p:sp>
      <p:sp>
        <p:nvSpPr>
          <p:cNvPr id="8" name="Picture Placeholder 6">
            <a:extLst>
              <a:ext uri="{FF2B5EF4-FFF2-40B4-BE49-F238E27FC236}">
                <a16:creationId xmlns:a16="http://schemas.microsoft.com/office/drawing/2014/main" id="{DF651032-1779-15D1-43FA-F44C5382DC3D}"/>
              </a:ext>
            </a:extLst>
          </p:cNvPr>
          <p:cNvSpPr>
            <a:spLocks noGrp="1"/>
          </p:cNvSpPr>
          <p:nvPr>
            <p:ph type="pic" sz="quarter" idx="23"/>
          </p:nvPr>
        </p:nvSpPr>
        <p:spPr>
          <a:xfrm>
            <a:off x="3277662" y="1801858"/>
            <a:ext cx="2664000" cy="648000"/>
          </a:xfrm>
        </p:spPr>
        <p:txBody>
          <a:bodyPr/>
          <a:lstStyle/>
          <a:p>
            <a:r>
              <a:rPr lang="en-US"/>
              <a:t>Click icon to add picture</a:t>
            </a:r>
            <a:endParaRPr lang="en-IN"/>
          </a:p>
        </p:txBody>
      </p:sp>
      <p:sp>
        <p:nvSpPr>
          <p:cNvPr id="10" name="Picture Placeholder 6">
            <a:extLst>
              <a:ext uri="{FF2B5EF4-FFF2-40B4-BE49-F238E27FC236}">
                <a16:creationId xmlns:a16="http://schemas.microsoft.com/office/drawing/2014/main" id="{AF573E1A-9CE0-D1F7-223C-BEF5EDF32344}"/>
              </a:ext>
            </a:extLst>
          </p:cNvPr>
          <p:cNvSpPr>
            <a:spLocks noGrp="1"/>
          </p:cNvSpPr>
          <p:nvPr>
            <p:ph type="pic" sz="quarter" idx="24"/>
          </p:nvPr>
        </p:nvSpPr>
        <p:spPr>
          <a:xfrm>
            <a:off x="292038" y="1801858"/>
            <a:ext cx="2664000" cy="648000"/>
          </a:xfrm>
        </p:spPr>
        <p:txBody>
          <a:bodyPr/>
          <a:lstStyle/>
          <a:p>
            <a:r>
              <a:rPr lang="en-US"/>
              <a:t>Click icon to add picture</a:t>
            </a:r>
            <a:endParaRPr lang="en-IN"/>
          </a:p>
        </p:txBody>
      </p:sp>
      <p:sp>
        <p:nvSpPr>
          <p:cNvPr id="12" name="Picture Placeholder 6">
            <a:extLst>
              <a:ext uri="{FF2B5EF4-FFF2-40B4-BE49-F238E27FC236}">
                <a16:creationId xmlns:a16="http://schemas.microsoft.com/office/drawing/2014/main" id="{63884552-F381-225D-FD45-E0B8CBB94B45}"/>
              </a:ext>
            </a:extLst>
          </p:cNvPr>
          <p:cNvSpPr>
            <a:spLocks noGrp="1"/>
          </p:cNvSpPr>
          <p:nvPr>
            <p:ph type="pic" sz="quarter" idx="25"/>
          </p:nvPr>
        </p:nvSpPr>
        <p:spPr>
          <a:xfrm>
            <a:off x="9248909" y="2751946"/>
            <a:ext cx="2664000" cy="648000"/>
          </a:xfrm>
        </p:spPr>
        <p:txBody>
          <a:bodyPr/>
          <a:lstStyle/>
          <a:p>
            <a:r>
              <a:rPr lang="en-US"/>
              <a:t>Click icon to add picture</a:t>
            </a:r>
            <a:endParaRPr lang="en-IN"/>
          </a:p>
        </p:txBody>
      </p:sp>
      <p:sp>
        <p:nvSpPr>
          <p:cNvPr id="13" name="Picture Placeholder 6">
            <a:extLst>
              <a:ext uri="{FF2B5EF4-FFF2-40B4-BE49-F238E27FC236}">
                <a16:creationId xmlns:a16="http://schemas.microsoft.com/office/drawing/2014/main" id="{29CB7A7E-C219-C9FF-A807-A6300FB932C6}"/>
              </a:ext>
            </a:extLst>
          </p:cNvPr>
          <p:cNvSpPr>
            <a:spLocks noGrp="1"/>
          </p:cNvSpPr>
          <p:nvPr>
            <p:ph type="pic" sz="quarter" idx="26"/>
          </p:nvPr>
        </p:nvSpPr>
        <p:spPr>
          <a:xfrm>
            <a:off x="6263285" y="2751946"/>
            <a:ext cx="2664000" cy="648000"/>
          </a:xfrm>
        </p:spPr>
        <p:txBody>
          <a:bodyPr/>
          <a:lstStyle/>
          <a:p>
            <a:r>
              <a:rPr lang="en-US"/>
              <a:t>Click icon to add picture</a:t>
            </a:r>
            <a:endParaRPr lang="en-IN"/>
          </a:p>
        </p:txBody>
      </p:sp>
      <p:sp>
        <p:nvSpPr>
          <p:cNvPr id="14" name="Picture Placeholder 6">
            <a:extLst>
              <a:ext uri="{FF2B5EF4-FFF2-40B4-BE49-F238E27FC236}">
                <a16:creationId xmlns:a16="http://schemas.microsoft.com/office/drawing/2014/main" id="{129A1016-8231-CB30-B003-5DC003E41EBD}"/>
              </a:ext>
            </a:extLst>
          </p:cNvPr>
          <p:cNvSpPr>
            <a:spLocks noGrp="1"/>
          </p:cNvSpPr>
          <p:nvPr>
            <p:ph type="pic" sz="quarter" idx="27"/>
          </p:nvPr>
        </p:nvSpPr>
        <p:spPr>
          <a:xfrm>
            <a:off x="3277661" y="2751946"/>
            <a:ext cx="2664000" cy="648000"/>
          </a:xfrm>
        </p:spPr>
        <p:txBody>
          <a:bodyPr/>
          <a:lstStyle/>
          <a:p>
            <a:r>
              <a:rPr lang="en-US"/>
              <a:t>Click icon to add picture</a:t>
            </a:r>
            <a:endParaRPr lang="en-IN"/>
          </a:p>
        </p:txBody>
      </p:sp>
      <p:sp>
        <p:nvSpPr>
          <p:cNvPr id="15" name="Picture Placeholder 6">
            <a:extLst>
              <a:ext uri="{FF2B5EF4-FFF2-40B4-BE49-F238E27FC236}">
                <a16:creationId xmlns:a16="http://schemas.microsoft.com/office/drawing/2014/main" id="{D7C69170-F756-6487-2DB5-1CF16D0F59F5}"/>
              </a:ext>
            </a:extLst>
          </p:cNvPr>
          <p:cNvSpPr>
            <a:spLocks noGrp="1"/>
          </p:cNvSpPr>
          <p:nvPr>
            <p:ph type="pic" sz="quarter" idx="28"/>
          </p:nvPr>
        </p:nvSpPr>
        <p:spPr>
          <a:xfrm>
            <a:off x="292037" y="2751946"/>
            <a:ext cx="2664000" cy="648000"/>
          </a:xfrm>
        </p:spPr>
        <p:txBody>
          <a:bodyPr/>
          <a:lstStyle/>
          <a:p>
            <a:r>
              <a:rPr lang="en-US"/>
              <a:t>Click icon to add picture</a:t>
            </a:r>
            <a:endParaRPr lang="en-IN"/>
          </a:p>
        </p:txBody>
      </p:sp>
      <p:sp>
        <p:nvSpPr>
          <p:cNvPr id="16" name="Picture Placeholder 6">
            <a:extLst>
              <a:ext uri="{FF2B5EF4-FFF2-40B4-BE49-F238E27FC236}">
                <a16:creationId xmlns:a16="http://schemas.microsoft.com/office/drawing/2014/main" id="{937B824B-D3C7-81B5-FDC5-A14913362B4D}"/>
              </a:ext>
            </a:extLst>
          </p:cNvPr>
          <p:cNvSpPr>
            <a:spLocks noGrp="1"/>
          </p:cNvSpPr>
          <p:nvPr>
            <p:ph type="pic" sz="quarter" idx="29"/>
          </p:nvPr>
        </p:nvSpPr>
        <p:spPr>
          <a:xfrm>
            <a:off x="9248909" y="3702034"/>
            <a:ext cx="2664000" cy="648000"/>
          </a:xfrm>
        </p:spPr>
        <p:txBody>
          <a:bodyPr/>
          <a:lstStyle/>
          <a:p>
            <a:r>
              <a:rPr lang="en-US"/>
              <a:t>Click icon to add picture</a:t>
            </a:r>
            <a:endParaRPr lang="en-IN"/>
          </a:p>
        </p:txBody>
      </p:sp>
      <p:sp>
        <p:nvSpPr>
          <p:cNvPr id="17" name="Picture Placeholder 6">
            <a:extLst>
              <a:ext uri="{FF2B5EF4-FFF2-40B4-BE49-F238E27FC236}">
                <a16:creationId xmlns:a16="http://schemas.microsoft.com/office/drawing/2014/main" id="{5EE398F9-6BC2-92CE-F8D4-D3255D6D7F58}"/>
              </a:ext>
            </a:extLst>
          </p:cNvPr>
          <p:cNvSpPr>
            <a:spLocks noGrp="1"/>
          </p:cNvSpPr>
          <p:nvPr>
            <p:ph type="pic" sz="quarter" idx="30"/>
          </p:nvPr>
        </p:nvSpPr>
        <p:spPr>
          <a:xfrm>
            <a:off x="6263285" y="3702034"/>
            <a:ext cx="2664000" cy="648000"/>
          </a:xfrm>
        </p:spPr>
        <p:txBody>
          <a:bodyPr/>
          <a:lstStyle/>
          <a:p>
            <a:r>
              <a:rPr lang="en-US"/>
              <a:t>Click icon to add picture</a:t>
            </a:r>
            <a:endParaRPr lang="en-IN"/>
          </a:p>
        </p:txBody>
      </p:sp>
      <p:sp>
        <p:nvSpPr>
          <p:cNvPr id="19" name="Picture Placeholder 6">
            <a:extLst>
              <a:ext uri="{FF2B5EF4-FFF2-40B4-BE49-F238E27FC236}">
                <a16:creationId xmlns:a16="http://schemas.microsoft.com/office/drawing/2014/main" id="{6F1BA959-FBA2-AE5B-E9CB-B5EC90C20E41}"/>
              </a:ext>
            </a:extLst>
          </p:cNvPr>
          <p:cNvSpPr>
            <a:spLocks noGrp="1"/>
          </p:cNvSpPr>
          <p:nvPr>
            <p:ph type="pic" sz="quarter" idx="31"/>
          </p:nvPr>
        </p:nvSpPr>
        <p:spPr>
          <a:xfrm>
            <a:off x="3277661" y="3702034"/>
            <a:ext cx="2664000" cy="648000"/>
          </a:xfrm>
        </p:spPr>
        <p:txBody>
          <a:bodyPr/>
          <a:lstStyle/>
          <a:p>
            <a:r>
              <a:rPr lang="en-US"/>
              <a:t>Click icon to add picture</a:t>
            </a:r>
            <a:endParaRPr lang="en-IN"/>
          </a:p>
        </p:txBody>
      </p:sp>
      <p:sp>
        <p:nvSpPr>
          <p:cNvPr id="20" name="Picture Placeholder 6">
            <a:extLst>
              <a:ext uri="{FF2B5EF4-FFF2-40B4-BE49-F238E27FC236}">
                <a16:creationId xmlns:a16="http://schemas.microsoft.com/office/drawing/2014/main" id="{A2E43473-4740-BE4E-2EEF-BB623D91C0F1}"/>
              </a:ext>
            </a:extLst>
          </p:cNvPr>
          <p:cNvSpPr>
            <a:spLocks noGrp="1"/>
          </p:cNvSpPr>
          <p:nvPr>
            <p:ph type="pic" sz="quarter" idx="32"/>
          </p:nvPr>
        </p:nvSpPr>
        <p:spPr>
          <a:xfrm>
            <a:off x="292037" y="3702034"/>
            <a:ext cx="2664000" cy="648000"/>
          </a:xfrm>
        </p:spPr>
        <p:txBody>
          <a:bodyPr/>
          <a:lstStyle/>
          <a:p>
            <a:r>
              <a:rPr lang="en-US"/>
              <a:t>Click icon to add picture</a:t>
            </a:r>
            <a:endParaRPr lang="en-IN"/>
          </a:p>
        </p:txBody>
      </p:sp>
      <p:sp>
        <p:nvSpPr>
          <p:cNvPr id="21" name="Picture Placeholder 6">
            <a:extLst>
              <a:ext uri="{FF2B5EF4-FFF2-40B4-BE49-F238E27FC236}">
                <a16:creationId xmlns:a16="http://schemas.microsoft.com/office/drawing/2014/main" id="{E8B478CD-157E-7D1F-403C-9C7FC1D27968}"/>
              </a:ext>
            </a:extLst>
          </p:cNvPr>
          <p:cNvSpPr>
            <a:spLocks noGrp="1"/>
          </p:cNvSpPr>
          <p:nvPr>
            <p:ph type="pic" sz="quarter" idx="33"/>
          </p:nvPr>
        </p:nvSpPr>
        <p:spPr>
          <a:xfrm>
            <a:off x="9248909" y="4652122"/>
            <a:ext cx="2664000" cy="648000"/>
          </a:xfrm>
        </p:spPr>
        <p:txBody>
          <a:bodyPr/>
          <a:lstStyle/>
          <a:p>
            <a:r>
              <a:rPr lang="en-US"/>
              <a:t>Click icon to add picture</a:t>
            </a:r>
            <a:endParaRPr lang="en-IN"/>
          </a:p>
        </p:txBody>
      </p:sp>
      <p:sp>
        <p:nvSpPr>
          <p:cNvPr id="22" name="Picture Placeholder 6">
            <a:extLst>
              <a:ext uri="{FF2B5EF4-FFF2-40B4-BE49-F238E27FC236}">
                <a16:creationId xmlns:a16="http://schemas.microsoft.com/office/drawing/2014/main" id="{3057D257-3410-9CF7-18FB-02B481A6AEB9}"/>
              </a:ext>
            </a:extLst>
          </p:cNvPr>
          <p:cNvSpPr>
            <a:spLocks noGrp="1"/>
          </p:cNvSpPr>
          <p:nvPr>
            <p:ph type="pic" sz="quarter" idx="34"/>
          </p:nvPr>
        </p:nvSpPr>
        <p:spPr>
          <a:xfrm>
            <a:off x="6263285" y="4652122"/>
            <a:ext cx="2664000" cy="648000"/>
          </a:xfrm>
        </p:spPr>
        <p:txBody>
          <a:bodyPr/>
          <a:lstStyle/>
          <a:p>
            <a:r>
              <a:rPr lang="en-US"/>
              <a:t>Click icon to add picture</a:t>
            </a:r>
            <a:endParaRPr lang="en-IN"/>
          </a:p>
        </p:txBody>
      </p:sp>
      <p:sp>
        <p:nvSpPr>
          <p:cNvPr id="23" name="Picture Placeholder 6">
            <a:extLst>
              <a:ext uri="{FF2B5EF4-FFF2-40B4-BE49-F238E27FC236}">
                <a16:creationId xmlns:a16="http://schemas.microsoft.com/office/drawing/2014/main" id="{E0E6AF5F-D423-6435-E813-D0D727843EAA}"/>
              </a:ext>
            </a:extLst>
          </p:cNvPr>
          <p:cNvSpPr>
            <a:spLocks noGrp="1"/>
          </p:cNvSpPr>
          <p:nvPr>
            <p:ph type="pic" sz="quarter" idx="35"/>
          </p:nvPr>
        </p:nvSpPr>
        <p:spPr>
          <a:xfrm>
            <a:off x="3277661" y="4652122"/>
            <a:ext cx="2664000" cy="648000"/>
          </a:xfrm>
        </p:spPr>
        <p:txBody>
          <a:bodyPr/>
          <a:lstStyle/>
          <a:p>
            <a:r>
              <a:rPr lang="en-US"/>
              <a:t>Click icon to add picture</a:t>
            </a:r>
            <a:endParaRPr lang="en-IN"/>
          </a:p>
        </p:txBody>
      </p:sp>
      <p:sp>
        <p:nvSpPr>
          <p:cNvPr id="24" name="Picture Placeholder 6">
            <a:extLst>
              <a:ext uri="{FF2B5EF4-FFF2-40B4-BE49-F238E27FC236}">
                <a16:creationId xmlns:a16="http://schemas.microsoft.com/office/drawing/2014/main" id="{BCDF81D2-D031-409E-A869-619A4C7C0500}"/>
              </a:ext>
            </a:extLst>
          </p:cNvPr>
          <p:cNvSpPr>
            <a:spLocks noGrp="1"/>
          </p:cNvSpPr>
          <p:nvPr>
            <p:ph type="pic" sz="quarter" idx="36"/>
          </p:nvPr>
        </p:nvSpPr>
        <p:spPr>
          <a:xfrm>
            <a:off x="292037" y="4652122"/>
            <a:ext cx="2664000" cy="648000"/>
          </a:xfrm>
        </p:spPr>
        <p:txBody>
          <a:bodyPr/>
          <a:lstStyle/>
          <a:p>
            <a:r>
              <a:rPr lang="en-US"/>
              <a:t>Click icon to add picture</a:t>
            </a:r>
            <a:endParaRPr lang="en-IN"/>
          </a:p>
        </p:txBody>
      </p:sp>
      <p:sp>
        <p:nvSpPr>
          <p:cNvPr id="3" name="Text Placeholder 8">
            <a:extLst>
              <a:ext uri="{FF2B5EF4-FFF2-40B4-BE49-F238E27FC236}">
                <a16:creationId xmlns:a16="http://schemas.microsoft.com/office/drawing/2014/main" id="{B4EB24F1-1A10-3659-435F-5FD08256D91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0330506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cxnSp>
        <p:nvCxnSpPr>
          <p:cNvPr id="6" name="Straight Connector 5">
            <a:extLst>
              <a:ext uri="{FF2B5EF4-FFF2-40B4-BE49-F238E27FC236}">
                <a16:creationId xmlns:a16="http://schemas.microsoft.com/office/drawing/2014/main" id="{F3F12ECD-00CA-92E7-FFA0-CDB0624EE08A}"/>
              </a:ext>
            </a:extLst>
          </p:cNvPr>
          <p:cNvCxnSpPr>
            <a:cxnSpLocks/>
          </p:cNvCxnSpPr>
          <p:nvPr userDrawn="1"/>
        </p:nvCxnSpPr>
        <p:spPr>
          <a:xfrm>
            <a:off x="2962064" y="2656117"/>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6A44D3D3-A735-AA77-6CD3-F8D1F730806E}"/>
              </a:ext>
            </a:extLst>
          </p:cNvPr>
          <p:cNvSpPr>
            <a:spLocks noGrp="1"/>
          </p:cNvSpPr>
          <p:nvPr>
            <p:ph type="body" sz="quarter" idx="22" hasCustomPrompt="1"/>
          </p:nvPr>
        </p:nvSpPr>
        <p:spPr>
          <a:xfrm>
            <a:off x="292037"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7">
            <a:extLst>
              <a:ext uri="{FF2B5EF4-FFF2-40B4-BE49-F238E27FC236}">
                <a16:creationId xmlns:a16="http://schemas.microsoft.com/office/drawing/2014/main" id="{81735BA7-4A28-A6FD-87FB-D8F430F5A0C8}"/>
              </a:ext>
            </a:extLst>
          </p:cNvPr>
          <p:cNvSpPr>
            <a:spLocks noGrp="1"/>
          </p:cNvSpPr>
          <p:nvPr>
            <p:ph type="body" sz="quarter" idx="24" hasCustomPrompt="1"/>
          </p:nvPr>
        </p:nvSpPr>
        <p:spPr>
          <a:xfrm>
            <a:off x="3425973"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02</a:t>
            </a:r>
            <a:endParaRPr lang="en-IN"/>
          </a:p>
        </p:txBody>
      </p:sp>
      <p:sp>
        <p:nvSpPr>
          <p:cNvPr id="14" name="Text Placeholder 7">
            <a:extLst>
              <a:ext uri="{FF2B5EF4-FFF2-40B4-BE49-F238E27FC236}">
                <a16:creationId xmlns:a16="http://schemas.microsoft.com/office/drawing/2014/main" id="{F383B5D3-7FD6-80D0-38DF-349C2B5C6A75}"/>
              </a:ext>
            </a:extLst>
          </p:cNvPr>
          <p:cNvSpPr>
            <a:spLocks noGrp="1"/>
          </p:cNvSpPr>
          <p:nvPr>
            <p:ph type="body" sz="quarter" idx="26" hasCustomPrompt="1"/>
          </p:nvPr>
        </p:nvSpPr>
        <p:spPr>
          <a:xfrm>
            <a:off x="6559909"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03</a:t>
            </a:r>
            <a:endParaRPr lang="en-IN"/>
          </a:p>
        </p:txBody>
      </p:sp>
      <p:sp>
        <p:nvSpPr>
          <p:cNvPr id="16" name="Text Placeholder 7">
            <a:extLst>
              <a:ext uri="{FF2B5EF4-FFF2-40B4-BE49-F238E27FC236}">
                <a16:creationId xmlns:a16="http://schemas.microsoft.com/office/drawing/2014/main" id="{7DC634D9-39F7-C70E-AFFC-5EBBA0620686}"/>
              </a:ext>
            </a:extLst>
          </p:cNvPr>
          <p:cNvSpPr>
            <a:spLocks noGrp="1"/>
          </p:cNvSpPr>
          <p:nvPr>
            <p:ph type="body" sz="quarter" idx="28" hasCustomPrompt="1"/>
          </p:nvPr>
        </p:nvSpPr>
        <p:spPr>
          <a:xfrm>
            <a:off x="9693846"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04</a:t>
            </a:r>
            <a:endParaRPr lang="en-IN"/>
          </a:p>
        </p:txBody>
      </p:sp>
      <p:cxnSp>
        <p:nvCxnSpPr>
          <p:cNvPr id="22" name="Straight Connector 21">
            <a:extLst>
              <a:ext uri="{FF2B5EF4-FFF2-40B4-BE49-F238E27FC236}">
                <a16:creationId xmlns:a16="http://schemas.microsoft.com/office/drawing/2014/main" id="{00AB956A-CEAF-C730-39E0-0EB764293A9C}"/>
              </a:ext>
            </a:extLst>
          </p:cNvPr>
          <p:cNvCxnSpPr>
            <a:cxnSpLocks/>
          </p:cNvCxnSpPr>
          <p:nvPr userDrawn="1"/>
        </p:nvCxnSpPr>
        <p:spPr>
          <a:xfrm>
            <a:off x="6096000"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A46D25-A6D0-D6FF-104F-2A6778264F08}"/>
              </a:ext>
            </a:extLst>
          </p:cNvPr>
          <p:cNvCxnSpPr>
            <a:cxnSpLocks/>
          </p:cNvCxnSpPr>
          <p:nvPr userDrawn="1"/>
        </p:nvCxnSpPr>
        <p:spPr>
          <a:xfrm>
            <a:off x="9229936"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3" name="Text Placeholder 9">
            <a:extLst>
              <a:ext uri="{FF2B5EF4-FFF2-40B4-BE49-F238E27FC236}">
                <a16:creationId xmlns:a16="http://schemas.microsoft.com/office/drawing/2014/main" id="{64FDE00B-FC54-7077-6265-442296A5F041}"/>
              </a:ext>
            </a:extLst>
          </p:cNvPr>
          <p:cNvSpPr>
            <a:spLocks noGrp="1"/>
          </p:cNvSpPr>
          <p:nvPr>
            <p:ph type="body" sz="quarter" idx="31"/>
          </p:nvPr>
        </p:nvSpPr>
        <p:spPr>
          <a:xfrm>
            <a:off x="292037" y="3767244"/>
            <a:ext cx="2206116" cy="544873"/>
          </a:xfrm>
        </p:spPr>
        <p:txBody>
          <a:bodyPr anchor="t"/>
          <a:lstStyle>
            <a:lvl1pPr marL="0" indent="0">
              <a:buNone/>
              <a:defRPr/>
            </a:lvl1pPr>
          </a:lstStyle>
          <a:p>
            <a:pPr lvl="0"/>
            <a:r>
              <a:rPr lang="en-US"/>
              <a:t>Click to edit Master text styles</a:t>
            </a:r>
          </a:p>
        </p:txBody>
      </p:sp>
      <p:sp>
        <p:nvSpPr>
          <p:cNvPr id="4" name="Text Placeholder 9">
            <a:extLst>
              <a:ext uri="{FF2B5EF4-FFF2-40B4-BE49-F238E27FC236}">
                <a16:creationId xmlns:a16="http://schemas.microsoft.com/office/drawing/2014/main" id="{2548E381-C354-E388-6C6C-71BBDFEB0F3D}"/>
              </a:ext>
            </a:extLst>
          </p:cNvPr>
          <p:cNvSpPr>
            <a:spLocks noGrp="1"/>
          </p:cNvSpPr>
          <p:nvPr>
            <p:ph type="body" sz="quarter" idx="32"/>
          </p:nvPr>
        </p:nvSpPr>
        <p:spPr>
          <a:xfrm>
            <a:off x="3425974" y="3767244"/>
            <a:ext cx="2206116" cy="544873"/>
          </a:xfrm>
        </p:spPr>
        <p:txBody>
          <a:bodyPr anchor="t"/>
          <a:lstStyle>
            <a:lvl1pPr marL="0" indent="0">
              <a:buNone/>
              <a:defRPr/>
            </a:lvl1pPr>
          </a:lstStyle>
          <a:p>
            <a:pPr lvl="0"/>
            <a:r>
              <a:rPr lang="en-US"/>
              <a:t>Click to edit Master text styles</a:t>
            </a:r>
          </a:p>
        </p:txBody>
      </p:sp>
      <p:sp>
        <p:nvSpPr>
          <p:cNvPr id="7" name="Text Placeholder 9">
            <a:extLst>
              <a:ext uri="{FF2B5EF4-FFF2-40B4-BE49-F238E27FC236}">
                <a16:creationId xmlns:a16="http://schemas.microsoft.com/office/drawing/2014/main" id="{FFF3DFC0-B46D-7A9D-895F-3AB613FEC7DC}"/>
              </a:ext>
            </a:extLst>
          </p:cNvPr>
          <p:cNvSpPr>
            <a:spLocks noGrp="1"/>
          </p:cNvSpPr>
          <p:nvPr>
            <p:ph type="body" sz="quarter" idx="33"/>
          </p:nvPr>
        </p:nvSpPr>
        <p:spPr>
          <a:xfrm>
            <a:off x="6559910" y="3767244"/>
            <a:ext cx="2206116" cy="544873"/>
          </a:xfrm>
        </p:spPr>
        <p:txBody>
          <a:bodyPr anchor="t"/>
          <a:lstStyle>
            <a:lvl1pPr marL="0" indent="0">
              <a:buNone/>
              <a:defRPr/>
            </a:lvl1pPr>
          </a:lstStyle>
          <a:p>
            <a:pPr lvl="0"/>
            <a:r>
              <a:rPr lang="en-US"/>
              <a:t>Click to edit Master text styles</a:t>
            </a:r>
          </a:p>
        </p:txBody>
      </p:sp>
      <p:sp>
        <p:nvSpPr>
          <p:cNvPr id="17" name="Text Placeholder 9">
            <a:extLst>
              <a:ext uri="{FF2B5EF4-FFF2-40B4-BE49-F238E27FC236}">
                <a16:creationId xmlns:a16="http://schemas.microsoft.com/office/drawing/2014/main" id="{328CDD41-3183-0EA5-43F9-10115DEF8EE4}"/>
              </a:ext>
            </a:extLst>
          </p:cNvPr>
          <p:cNvSpPr>
            <a:spLocks noGrp="1"/>
          </p:cNvSpPr>
          <p:nvPr>
            <p:ph type="body" sz="quarter" idx="34"/>
          </p:nvPr>
        </p:nvSpPr>
        <p:spPr>
          <a:xfrm>
            <a:off x="9693847" y="3767244"/>
            <a:ext cx="2206116" cy="544873"/>
          </a:xfrm>
        </p:spPr>
        <p:txBody>
          <a:bodyPr anchor="t"/>
          <a:lstStyle>
            <a:lvl1pPr marL="0" indent="0">
              <a:buNone/>
              <a:defRPr/>
            </a:lvl1pPr>
          </a:lstStyle>
          <a:p>
            <a:pPr lvl="0"/>
            <a:r>
              <a:rPr lang="en-US"/>
              <a:t>Click to edit Master text styles</a:t>
            </a:r>
          </a:p>
        </p:txBody>
      </p:sp>
      <p:sp>
        <p:nvSpPr>
          <p:cNvPr id="5" name="Slide Number Placeholder 20">
            <a:extLst>
              <a:ext uri="{FF2B5EF4-FFF2-40B4-BE49-F238E27FC236}">
                <a16:creationId xmlns:a16="http://schemas.microsoft.com/office/drawing/2014/main" id="{EEBB834E-04A0-6509-433A-6513C6BF2713}"/>
              </a:ext>
            </a:extLst>
          </p:cNvPr>
          <p:cNvSpPr>
            <a:spLocks noGrp="1"/>
          </p:cNvSpPr>
          <p:nvPr>
            <p:ph type="sldNum" sz="quarter" idx="17"/>
          </p:nvPr>
        </p:nvSpPr>
        <p:spPr>
          <a:xfrm>
            <a:off x="9927336" y="6423984"/>
            <a:ext cx="1404000" cy="365125"/>
          </a:xfrm>
          <a:prstGeom prst="rect">
            <a:avLst/>
          </a:prstGeom>
        </p:spPr>
        <p:txBody>
          <a:bodyPr/>
          <a:lstStyle/>
          <a:p>
            <a:fld id="{168B8272-985F-49F0-9308-1DD0A25D397C}" type="slidenum">
              <a:rPr lang="en-IN" smtClean="0"/>
              <a:pPr/>
              <a:t>‹#›</a:t>
            </a:fld>
            <a:endParaRPr lang="en-IN"/>
          </a:p>
        </p:txBody>
      </p:sp>
      <p:sp>
        <p:nvSpPr>
          <p:cNvPr id="10" name="Text Placeholder 8">
            <a:extLst>
              <a:ext uri="{FF2B5EF4-FFF2-40B4-BE49-F238E27FC236}">
                <a16:creationId xmlns:a16="http://schemas.microsoft.com/office/drawing/2014/main" id="{B60B0DD7-BD3A-528D-679C-202F9DC2F83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2135072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5" name="Text Placeholder 8">
            <a:extLst>
              <a:ext uri="{FF2B5EF4-FFF2-40B4-BE49-F238E27FC236}">
                <a16:creationId xmlns:a16="http://schemas.microsoft.com/office/drawing/2014/main" id="{F9BDF48F-347B-5F3C-E095-9439BDD7600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3" name="Text Placeholder 7">
            <a:extLst>
              <a:ext uri="{FF2B5EF4-FFF2-40B4-BE49-F238E27FC236}">
                <a16:creationId xmlns:a16="http://schemas.microsoft.com/office/drawing/2014/main" id="{DEE7BC07-3659-BFF6-2163-5C66F5270F44}"/>
              </a:ext>
            </a:extLst>
          </p:cNvPr>
          <p:cNvSpPr>
            <a:spLocks noGrp="1"/>
          </p:cNvSpPr>
          <p:nvPr>
            <p:ph type="body" sz="quarter" idx="22" hasCustomPrompt="1"/>
          </p:nvPr>
        </p:nvSpPr>
        <p:spPr>
          <a:xfrm>
            <a:off x="292038" y="2654700"/>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cxnSp>
        <p:nvCxnSpPr>
          <p:cNvPr id="4" name="Straight Connector 3">
            <a:extLst>
              <a:ext uri="{FF2B5EF4-FFF2-40B4-BE49-F238E27FC236}">
                <a16:creationId xmlns:a16="http://schemas.microsoft.com/office/drawing/2014/main" id="{6D839CF6-25CB-0F1A-412F-38CFC888DF4C}"/>
              </a:ext>
            </a:extLst>
          </p:cNvPr>
          <p:cNvCxnSpPr>
            <a:cxnSpLocks/>
          </p:cNvCxnSpPr>
          <p:nvPr userDrawn="1"/>
        </p:nvCxnSpPr>
        <p:spPr>
          <a:xfrm>
            <a:off x="6096000" y="2654700"/>
            <a:ext cx="0" cy="2628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6" name="Text Placeholder 7">
            <a:extLst>
              <a:ext uri="{FF2B5EF4-FFF2-40B4-BE49-F238E27FC236}">
                <a16:creationId xmlns:a16="http://schemas.microsoft.com/office/drawing/2014/main" id="{70D00B23-3A30-5B3C-8459-3C924165C23E}"/>
              </a:ext>
            </a:extLst>
          </p:cNvPr>
          <p:cNvSpPr>
            <a:spLocks noGrp="1"/>
          </p:cNvSpPr>
          <p:nvPr>
            <p:ph type="body" sz="quarter" idx="30" hasCustomPrompt="1"/>
          </p:nvPr>
        </p:nvSpPr>
        <p:spPr>
          <a:xfrm>
            <a:off x="292037" y="4717353"/>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7" name="Text Placeholder 9">
            <a:extLst>
              <a:ext uri="{FF2B5EF4-FFF2-40B4-BE49-F238E27FC236}">
                <a16:creationId xmlns:a16="http://schemas.microsoft.com/office/drawing/2014/main" id="{12ADA12A-62F9-CE48-5597-F1A58A65FEE6}"/>
              </a:ext>
            </a:extLst>
          </p:cNvPr>
          <p:cNvSpPr>
            <a:spLocks noGrp="1"/>
          </p:cNvSpPr>
          <p:nvPr>
            <p:ph type="body" sz="quarter" idx="31"/>
          </p:nvPr>
        </p:nvSpPr>
        <p:spPr>
          <a:xfrm>
            <a:off x="1433193" y="2654825"/>
            <a:ext cx="4210006" cy="539750"/>
          </a:xfrm>
        </p:spPr>
        <p:txBody>
          <a:bodyPr anchor="ctr"/>
          <a:lstStyle>
            <a:lvl1pPr marL="0" indent="0">
              <a:buNone/>
              <a:defRPr/>
            </a:lvl1pPr>
          </a:lstStyle>
          <a:p>
            <a:pPr lvl="0"/>
            <a:r>
              <a:rPr lang="en-US"/>
              <a:t>Click to edit Master text styles</a:t>
            </a:r>
          </a:p>
        </p:txBody>
      </p:sp>
      <p:sp>
        <p:nvSpPr>
          <p:cNvPr id="8" name="Text Placeholder 7">
            <a:extLst>
              <a:ext uri="{FF2B5EF4-FFF2-40B4-BE49-F238E27FC236}">
                <a16:creationId xmlns:a16="http://schemas.microsoft.com/office/drawing/2014/main" id="{3CF53C06-B73B-03E3-DBF6-875FB91092FE}"/>
              </a:ext>
            </a:extLst>
          </p:cNvPr>
          <p:cNvSpPr>
            <a:spLocks noGrp="1"/>
          </p:cNvSpPr>
          <p:nvPr>
            <p:ph type="body" sz="quarter" idx="32" hasCustomPrompt="1"/>
          </p:nvPr>
        </p:nvSpPr>
        <p:spPr>
          <a:xfrm>
            <a:off x="292038" y="3686027"/>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9" name="Text Placeholder 9">
            <a:extLst>
              <a:ext uri="{FF2B5EF4-FFF2-40B4-BE49-F238E27FC236}">
                <a16:creationId xmlns:a16="http://schemas.microsoft.com/office/drawing/2014/main" id="{A9764354-AF08-3A26-B38D-901445DC3479}"/>
              </a:ext>
            </a:extLst>
          </p:cNvPr>
          <p:cNvSpPr>
            <a:spLocks noGrp="1"/>
          </p:cNvSpPr>
          <p:nvPr>
            <p:ph type="body" sz="quarter" idx="33"/>
          </p:nvPr>
        </p:nvSpPr>
        <p:spPr>
          <a:xfrm>
            <a:off x="1433193" y="3686089"/>
            <a:ext cx="4210006" cy="539750"/>
          </a:xfrm>
        </p:spPr>
        <p:txBody>
          <a:bodyPr anchor="ctr"/>
          <a:lstStyle>
            <a:lvl1pPr marL="0" indent="0">
              <a:buNone/>
              <a:defRPr/>
            </a:lvl1pPr>
          </a:lstStyle>
          <a:p>
            <a:pPr lvl="0"/>
            <a:r>
              <a:rPr lang="en-US"/>
              <a:t>Click to edit Master text styles</a:t>
            </a:r>
          </a:p>
        </p:txBody>
      </p:sp>
      <p:sp>
        <p:nvSpPr>
          <p:cNvPr id="10" name="Text Placeholder 7">
            <a:extLst>
              <a:ext uri="{FF2B5EF4-FFF2-40B4-BE49-F238E27FC236}">
                <a16:creationId xmlns:a16="http://schemas.microsoft.com/office/drawing/2014/main" id="{FCF7D5C2-8292-320B-86B2-0C47483AAC5A}"/>
              </a:ext>
            </a:extLst>
          </p:cNvPr>
          <p:cNvSpPr>
            <a:spLocks noGrp="1"/>
          </p:cNvSpPr>
          <p:nvPr>
            <p:ph type="body" sz="quarter" idx="34" hasCustomPrompt="1"/>
          </p:nvPr>
        </p:nvSpPr>
        <p:spPr>
          <a:xfrm>
            <a:off x="6548801" y="2654575"/>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1" name="Text Placeholder 7">
            <a:extLst>
              <a:ext uri="{FF2B5EF4-FFF2-40B4-BE49-F238E27FC236}">
                <a16:creationId xmlns:a16="http://schemas.microsoft.com/office/drawing/2014/main" id="{69D2D97D-01C9-AC63-C58E-DF03604276DD}"/>
              </a:ext>
            </a:extLst>
          </p:cNvPr>
          <p:cNvSpPr>
            <a:spLocks noGrp="1"/>
          </p:cNvSpPr>
          <p:nvPr>
            <p:ph type="body" sz="quarter" idx="36" hasCustomPrompt="1"/>
          </p:nvPr>
        </p:nvSpPr>
        <p:spPr>
          <a:xfrm>
            <a:off x="6548800" y="4717228"/>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9">
            <a:extLst>
              <a:ext uri="{FF2B5EF4-FFF2-40B4-BE49-F238E27FC236}">
                <a16:creationId xmlns:a16="http://schemas.microsoft.com/office/drawing/2014/main" id="{25F0DF73-2020-D0E4-0E14-E79132347356}"/>
              </a:ext>
            </a:extLst>
          </p:cNvPr>
          <p:cNvSpPr>
            <a:spLocks noGrp="1"/>
          </p:cNvSpPr>
          <p:nvPr>
            <p:ph type="body" sz="quarter" idx="37"/>
          </p:nvPr>
        </p:nvSpPr>
        <p:spPr>
          <a:xfrm>
            <a:off x="7689956" y="2654700"/>
            <a:ext cx="4210006" cy="539750"/>
          </a:xfrm>
        </p:spPr>
        <p:txBody>
          <a:bodyPr anchor="ctr"/>
          <a:lstStyle>
            <a:lvl1pPr marL="0" indent="0">
              <a:buNone/>
              <a:defRPr/>
            </a:lvl1pPr>
          </a:lstStyle>
          <a:p>
            <a:pPr lvl="0"/>
            <a:r>
              <a:rPr lang="en-US"/>
              <a:t>Click to edit Master text styles</a:t>
            </a:r>
          </a:p>
        </p:txBody>
      </p:sp>
      <p:sp>
        <p:nvSpPr>
          <p:cNvPr id="13" name="Text Placeholder 7">
            <a:extLst>
              <a:ext uri="{FF2B5EF4-FFF2-40B4-BE49-F238E27FC236}">
                <a16:creationId xmlns:a16="http://schemas.microsoft.com/office/drawing/2014/main" id="{992373EB-340B-19F8-864D-E25B0BC36480}"/>
              </a:ext>
            </a:extLst>
          </p:cNvPr>
          <p:cNvSpPr>
            <a:spLocks noGrp="1"/>
          </p:cNvSpPr>
          <p:nvPr>
            <p:ph type="body" sz="quarter" idx="38" hasCustomPrompt="1"/>
          </p:nvPr>
        </p:nvSpPr>
        <p:spPr>
          <a:xfrm>
            <a:off x="6548801" y="3685902"/>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4" name="Text Placeholder 9">
            <a:extLst>
              <a:ext uri="{FF2B5EF4-FFF2-40B4-BE49-F238E27FC236}">
                <a16:creationId xmlns:a16="http://schemas.microsoft.com/office/drawing/2014/main" id="{F3D3FF71-5BF6-220D-61E9-69FA0B638A0E}"/>
              </a:ext>
            </a:extLst>
          </p:cNvPr>
          <p:cNvSpPr>
            <a:spLocks noGrp="1"/>
          </p:cNvSpPr>
          <p:nvPr>
            <p:ph type="body" sz="quarter" idx="39"/>
          </p:nvPr>
        </p:nvSpPr>
        <p:spPr>
          <a:xfrm>
            <a:off x="7689956" y="3685964"/>
            <a:ext cx="4210006" cy="539750"/>
          </a:xfrm>
        </p:spPr>
        <p:txBody>
          <a:bodyPr anchor="ctr"/>
          <a:lstStyle>
            <a:lvl1pPr marL="0" indent="0">
              <a:buNone/>
              <a:defRPr/>
            </a:lvl1pPr>
          </a:lstStyle>
          <a:p>
            <a:pPr lvl="0"/>
            <a:r>
              <a:rPr lang="en-US"/>
              <a:t>Click to edit Master text styles</a:t>
            </a:r>
          </a:p>
        </p:txBody>
      </p:sp>
      <p:sp>
        <p:nvSpPr>
          <p:cNvPr id="15" name="Text Placeholder 9">
            <a:extLst>
              <a:ext uri="{FF2B5EF4-FFF2-40B4-BE49-F238E27FC236}">
                <a16:creationId xmlns:a16="http://schemas.microsoft.com/office/drawing/2014/main" id="{EFECBB6D-6B13-3B95-627D-90ED1DA949C8}"/>
              </a:ext>
            </a:extLst>
          </p:cNvPr>
          <p:cNvSpPr>
            <a:spLocks noGrp="1"/>
          </p:cNvSpPr>
          <p:nvPr>
            <p:ph type="body" sz="quarter" idx="40"/>
          </p:nvPr>
        </p:nvSpPr>
        <p:spPr>
          <a:xfrm>
            <a:off x="1433193" y="4717603"/>
            <a:ext cx="4210006" cy="539750"/>
          </a:xfrm>
        </p:spPr>
        <p:txBody>
          <a:bodyPr anchor="ctr"/>
          <a:lstStyle>
            <a:lvl1pPr marL="0" indent="0">
              <a:buNone/>
              <a:defRPr/>
            </a:lvl1pPr>
          </a:lstStyle>
          <a:p>
            <a:pPr lvl="0"/>
            <a:r>
              <a:rPr lang="en-US"/>
              <a:t>Click to edit Master text styles</a:t>
            </a:r>
          </a:p>
        </p:txBody>
      </p:sp>
      <p:sp>
        <p:nvSpPr>
          <p:cNvPr id="16" name="Text Placeholder 9">
            <a:extLst>
              <a:ext uri="{FF2B5EF4-FFF2-40B4-BE49-F238E27FC236}">
                <a16:creationId xmlns:a16="http://schemas.microsoft.com/office/drawing/2014/main" id="{51AFB8FC-539F-8B04-6BDF-75F5DD4A3B97}"/>
              </a:ext>
            </a:extLst>
          </p:cNvPr>
          <p:cNvSpPr>
            <a:spLocks noGrp="1"/>
          </p:cNvSpPr>
          <p:nvPr>
            <p:ph type="body" sz="quarter" idx="41"/>
          </p:nvPr>
        </p:nvSpPr>
        <p:spPr>
          <a:xfrm>
            <a:off x="7689956" y="4717478"/>
            <a:ext cx="4210006" cy="539750"/>
          </a:xfrm>
        </p:spPr>
        <p:txBody>
          <a:bodyPr anchor="ct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3826791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4940078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55D7-7905-F3C8-2A92-4DE8523133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0C6AF-0627-3CEB-B11C-1BEA21EAA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ECB7A460-18EF-25B0-8CDB-7448B266F73A}"/>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776761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67702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25E0-3B1B-FF97-BC82-774AAC14F8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09D31E-00AA-D6D9-833C-0A31ED9F4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FBE51-1818-78BC-FEFB-7F37E8F60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6548AE-BAEE-E2E0-4862-FC81D056F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3EA984-81B7-FC06-FFEE-46A07FE71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a:extLst>
              <a:ext uri="{FF2B5EF4-FFF2-40B4-BE49-F238E27FC236}">
                <a16:creationId xmlns:a16="http://schemas.microsoft.com/office/drawing/2014/main" id="{1E9493B2-B6EC-38BF-74B8-4CB35C9CAD0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66910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p:txBody>
          <a:bodyPr/>
          <a:lstStyle/>
          <a:p>
            <a:r>
              <a:rPr lang="en-US"/>
              <a:t>Click to edit Master title style</a:t>
            </a:r>
            <a:endParaRPr lang="en-IN"/>
          </a:p>
        </p:txBody>
      </p:sp>
      <p:sp>
        <p:nvSpPr>
          <p:cNvPr id="5" name="Slide Number Placeholder 4">
            <a:extLst>
              <a:ext uri="{FF2B5EF4-FFF2-40B4-BE49-F238E27FC236}">
                <a16:creationId xmlns:a16="http://schemas.microsoft.com/office/drawing/2014/main" id="{47AFD91C-510E-B4BA-D424-BD7676E920B0}"/>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9614837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4291-6853-832D-3DDA-06CE5FB04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F12DEE-26BF-AA89-001F-4CC30F69D6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633511-6AC7-F27A-471A-73140F2E7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2D67C3F-8E89-7F46-47C0-B92F2BC03AF9}"/>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4583378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27C470-CD06-8E9D-328A-3FA41E3ED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D950C41-3E33-9009-5316-1CF6205824EE}"/>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00351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hasCustomPrompt="1"/>
          </p:nvPr>
        </p:nvSpPr>
        <p:spPr>
          <a:xfrm>
            <a:off x="292608" y="2427231"/>
            <a:ext cx="3932237" cy="607291"/>
          </a:xfrm>
        </p:spPr>
        <p:txBody>
          <a:bodyPr anchor="b">
            <a:noAutofit/>
          </a:bodyPr>
          <a:lstStyle>
            <a:lvl1pPr>
              <a:defRPr sz="4000"/>
            </a:lvl1pPr>
          </a:lstStyle>
          <a:p>
            <a:r>
              <a:rPr lang="en-US"/>
              <a:t>Thank You!</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hasCustomPrompt="1"/>
          </p:nvPr>
        </p:nvSpPr>
        <p:spPr>
          <a:xfrm>
            <a:off x="4546156" y="2427231"/>
            <a:ext cx="7365428" cy="234696"/>
          </a:xfrm>
        </p:spPr>
        <p:txBody>
          <a:bodyPr>
            <a:noAutofit/>
          </a:bodyPr>
          <a:lstStyle>
            <a:lvl1pPr marL="0" indent="0">
              <a:buNone/>
              <a:defRPr sz="1100" b="1">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About Mphasis</a:t>
            </a:r>
          </a:p>
        </p:txBody>
      </p:sp>
      <p:sp>
        <p:nvSpPr>
          <p:cNvPr id="8" name="Text Placeholder 3">
            <a:extLst>
              <a:ext uri="{FF2B5EF4-FFF2-40B4-BE49-F238E27FC236}">
                <a16:creationId xmlns:a16="http://schemas.microsoft.com/office/drawing/2014/main" id="{446E07BE-8362-C3E1-5104-F6E1BCDA6C18}"/>
              </a:ext>
            </a:extLst>
          </p:cNvPr>
          <p:cNvSpPr>
            <a:spLocks noGrp="1"/>
          </p:cNvSpPr>
          <p:nvPr>
            <p:ph type="body" sz="half" idx="10" hasCustomPrompt="1"/>
          </p:nvPr>
        </p:nvSpPr>
        <p:spPr>
          <a:xfrm>
            <a:off x="4546156" y="2752441"/>
            <a:ext cx="7365428" cy="1163784"/>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gn="just"/>
            <a:r>
              <a:rPr lang="en-US" sz="1100" b="1" u="sng">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Mphasis</a:t>
            </a:r>
            <a:r>
              <a:rPr lang="en-US" sz="1100">
                <a:solidFill>
                  <a:schemeClr val="tx1"/>
                </a:solidFill>
                <a:latin typeface="Calibri" panose="020F0502020204030204" pitchFamily="34" charset="0"/>
                <a:cs typeface="Calibri" panose="020F0502020204030204" pitchFamily="34" charset="0"/>
              </a:rPr>
              <a:t> </a:t>
            </a:r>
            <a:r>
              <a:rPr lang="en-GB" sz="1100">
                <a:solidFill>
                  <a:schemeClr val="tx1"/>
                </a:solidFill>
                <a:latin typeface="Calibri" panose="020F0502020204030204" pitchFamily="34" charset="0"/>
                <a:cs typeface="Calibri" panose="020F0502020204030204" pitchFamily="34" charset="0"/>
              </a:rPr>
              <a:t>(BSE: 526299; NSE: MPHASIS) applies next-generation technology to help enterprises transform businesses globally. Customer centricity is foundational to Mphasis and is reflected in the Mphasis’ </a:t>
            </a:r>
            <a:r>
              <a:rPr lang="en-US" sz="1100" u="sng">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Front2Back</a:t>
            </a:r>
            <a:r>
              <a:rPr lang="en-US" sz="1100">
                <a:solidFill>
                  <a:schemeClr val="tx1"/>
                </a:solidFill>
                <a:latin typeface="Calibri" panose="020F0502020204030204" pitchFamily="34" charset="0"/>
                <a:cs typeface="Calibri" panose="020F0502020204030204" pitchFamily="34" charset="0"/>
              </a:rPr>
              <a:t>™ Transformation </a:t>
            </a:r>
            <a:r>
              <a:rPr lang="en-GB" sz="1100">
                <a:solidFill>
                  <a:schemeClr val="tx1"/>
                </a:solidFill>
                <a:latin typeface="Calibri" panose="020F0502020204030204" pitchFamily="34" charset="0"/>
                <a:cs typeface="Calibri" panose="020F0502020204030204" pitchFamily="34" charset="0"/>
              </a:rPr>
              <a:t>approach. Front2Back™ uses the exponential power of cloud and cognitive to provide hyper-personalized (C=</a:t>
            </a:r>
            <a:r>
              <a:rPr lang="en-GB" sz="1100" u="sng">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X2C</a:t>
            </a:r>
            <a:r>
              <a:rPr lang="en-US" sz="1100" u="sng" baseline="3000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2 </a:t>
            </a:r>
            <a:r>
              <a:rPr lang="en-US" sz="1100" u="sng" baseline="-25000">
                <a:solidFill>
                  <a:schemeClr val="tx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TM</a:t>
            </a:r>
            <a:r>
              <a:rPr lang="en-GB" sz="1100">
                <a:solidFill>
                  <a:schemeClr val="tx1"/>
                </a:solidFill>
                <a:latin typeface="Calibri" panose="020F0502020204030204" pitchFamily="34" charset="0"/>
                <a:cs typeface="Calibri" panose="020F0502020204030204" pitchFamily="34" charset="0"/>
              </a:rPr>
              <a:t>=1) digital experience to clients and their end customers. Mphasis’ Service Transformation approach helps ‘shrink the core’ through the application of digital technologies across legacy environments within an enterprise, enabling businesses to stay ahead in a changing world. Mphasis’ core reference architectures and tools, speed and innovation with domain expertise and specialization are key to building strong relationships with marquee clients. Click </a:t>
            </a:r>
            <a:r>
              <a:rPr lang="en-US" sz="1100" u="sng">
                <a:solidFill>
                  <a:schemeClr val="tx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here</a:t>
            </a:r>
            <a:r>
              <a:rPr lang="en-GB" sz="1100">
                <a:solidFill>
                  <a:schemeClr val="tx1"/>
                </a:solidFill>
                <a:latin typeface="Calibri" panose="020F0502020204030204" pitchFamily="34" charset="0"/>
                <a:cs typeface="Calibri" panose="020F0502020204030204" pitchFamily="34" charset="0"/>
              </a:rPr>
              <a:t> to know</a:t>
            </a:r>
            <a:endParaRPr lang="en-US" sz="1100">
              <a:solidFill>
                <a:schemeClr val="tx1"/>
              </a:solidFill>
            </a:endParaRPr>
          </a:p>
        </p:txBody>
      </p:sp>
      <p:sp>
        <p:nvSpPr>
          <p:cNvPr id="7" name="Text Placeholder 3">
            <a:extLst>
              <a:ext uri="{FF2B5EF4-FFF2-40B4-BE49-F238E27FC236}">
                <a16:creationId xmlns:a16="http://schemas.microsoft.com/office/drawing/2014/main" id="{A7EFAE60-E39A-9005-31DA-97A99B34CE70}"/>
              </a:ext>
            </a:extLst>
          </p:cNvPr>
          <p:cNvSpPr>
            <a:spLocks noGrp="1"/>
          </p:cNvSpPr>
          <p:nvPr>
            <p:ph type="body" sz="half" idx="11" hasCustomPrompt="1"/>
          </p:nvPr>
        </p:nvSpPr>
        <p:spPr>
          <a:xfrm>
            <a:off x="4546156" y="4186759"/>
            <a:ext cx="7365428" cy="234696"/>
          </a:xfrm>
        </p:spPr>
        <p:txBody>
          <a:bodyPr>
            <a:noAutofit/>
          </a:bodyPr>
          <a:lstStyle>
            <a:lvl1pPr marL="0" indent="0">
              <a:buNone/>
              <a:defRPr sz="11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Important Confidentiality Notice</a:t>
            </a:r>
          </a:p>
        </p:txBody>
      </p:sp>
      <p:sp>
        <p:nvSpPr>
          <p:cNvPr id="9" name="Text Placeholder 3">
            <a:extLst>
              <a:ext uri="{FF2B5EF4-FFF2-40B4-BE49-F238E27FC236}">
                <a16:creationId xmlns:a16="http://schemas.microsoft.com/office/drawing/2014/main" id="{C8E64091-FB27-9FD5-5D29-54489F1551B5}"/>
              </a:ext>
            </a:extLst>
          </p:cNvPr>
          <p:cNvSpPr>
            <a:spLocks noGrp="1"/>
          </p:cNvSpPr>
          <p:nvPr>
            <p:ph type="body" sz="half" idx="12" hasCustomPrompt="1"/>
          </p:nvPr>
        </p:nvSpPr>
        <p:spPr>
          <a:xfrm>
            <a:off x="4546156" y="4511969"/>
            <a:ext cx="7365428" cy="771231"/>
          </a:xfrm>
        </p:spPr>
        <p:txBody>
          <a:bodyPr>
            <a:normAutofit/>
          </a:bodyPr>
          <a:lstStyle>
            <a:lvl1pPr marL="0" indent="0">
              <a:buNone/>
              <a:defRPr sz="10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p:txBody>
      </p:sp>
      <p:sp>
        <p:nvSpPr>
          <p:cNvPr id="10" name="Text Placeholder 3">
            <a:extLst>
              <a:ext uri="{FF2B5EF4-FFF2-40B4-BE49-F238E27FC236}">
                <a16:creationId xmlns:a16="http://schemas.microsoft.com/office/drawing/2014/main" id="{CA785B9C-C2C1-9BA6-B4EA-B39067399D3B}"/>
              </a:ext>
            </a:extLst>
          </p:cNvPr>
          <p:cNvSpPr>
            <a:spLocks noGrp="1"/>
          </p:cNvSpPr>
          <p:nvPr>
            <p:ph type="body" sz="half" idx="13" hasCustomPrompt="1"/>
          </p:nvPr>
        </p:nvSpPr>
        <p:spPr>
          <a:xfrm>
            <a:off x="292608" y="3285981"/>
            <a:ext cx="3932237" cy="251461"/>
          </a:xfrm>
        </p:spPr>
        <p:txBody>
          <a:bodyPr>
            <a:normAutofit/>
          </a:bodyPr>
          <a:lstStyle>
            <a:lvl1pPr marL="0" indent="0">
              <a:buNone/>
              <a:defRPr sz="1100" b="1"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For more information, please contact:</a:t>
            </a:r>
          </a:p>
        </p:txBody>
      </p:sp>
      <p:sp>
        <p:nvSpPr>
          <p:cNvPr id="11" name="Text Placeholder 3">
            <a:extLst>
              <a:ext uri="{FF2B5EF4-FFF2-40B4-BE49-F238E27FC236}">
                <a16:creationId xmlns:a16="http://schemas.microsoft.com/office/drawing/2014/main" id="{83546EF3-0B27-25F3-6015-704E4C5AB221}"/>
              </a:ext>
            </a:extLst>
          </p:cNvPr>
          <p:cNvSpPr>
            <a:spLocks noGrp="1"/>
          </p:cNvSpPr>
          <p:nvPr>
            <p:ph type="body" sz="half" idx="14" hasCustomPrompt="1"/>
          </p:nvPr>
        </p:nvSpPr>
        <p:spPr>
          <a:xfrm>
            <a:off x="292608" y="3627956"/>
            <a:ext cx="3932237" cy="536172"/>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100">
                <a:solidFill>
                  <a:schemeClr val="tx1"/>
                </a:solidFill>
                <a:latin typeface="Calibri" panose="020F0502020204030204" pitchFamily="34" charset="0"/>
                <a:cs typeface="Calibri" panose="020F0502020204030204" pitchFamily="34" charset="0"/>
              </a:rPr>
              <a:t>Contact details to be included here</a:t>
            </a:r>
          </a:p>
        </p:txBody>
      </p:sp>
      <p:sp>
        <p:nvSpPr>
          <p:cNvPr id="16" name="Slide Number Placeholder 6">
            <a:extLst>
              <a:ext uri="{FF2B5EF4-FFF2-40B4-BE49-F238E27FC236}">
                <a16:creationId xmlns:a16="http://schemas.microsoft.com/office/drawing/2014/main" id="{DF9B0870-4380-1958-0FFF-0CC732624A0A}"/>
              </a:ext>
            </a:extLst>
          </p:cNvPr>
          <p:cNvSpPr>
            <a:spLocks noGrp="1"/>
          </p:cNvSpPr>
          <p:nvPr>
            <p:ph type="sldNum" sz="quarter" idx="15"/>
          </p:nvPr>
        </p:nvSpPr>
        <p:spPr>
          <a:xfrm>
            <a:off x="9927336" y="6266972"/>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5860303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4A6AB93-8D94-5300-481D-A7C248B3C0D5}"/>
              </a:ext>
            </a:extLst>
          </p:cNvPr>
          <p:cNvSpPr>
            <a:spLocks noGrp="1"/>
          </p:cNvSpPr>
          <p:nvPr>
            <p:ph type="title"/>
          </p:nvPr>
        </p:nvSpPr>
        <p:spPr>
          <a:xfrm>
            <a:off x="443510" y="384968"/>
            <a:ext cx="9377680" cy="315913"/>
          </a:xfrm>
        </p:spPr>
        <p:txBody>
          <a:bodyPr>
            <a:noAutofit/>
          </a:bodyPr>
          <a:lstStyle>
            <a:lvl1pPr>
              <a:defRPr sz="1800">
                <a:solidFill>
                  <a:schemeClr val="accent1"/>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D268E783-1079-CC6A-E8E8-772269F4D819}"/>
              </a:ext>
            </a:extLst>
          </p:cNvPr>
          <p:cNvSpPr>
            <a:spLocks noGrp="1"/>
          </p:cNvSpPr>
          <p:nvPr>
            <p:ph idx="1"/>
          </p:nvPr>
        </p:nvSpPr>
        <p:spPr>
          <a:xfrm>
            <a:off x="443510" y="700882"/>
            <a:ext cx="9377680" cy="586052"/>
          </a:xfrm>
        </p:spPr>
        <p:txBody>
          <a:bodyPr>
            <a:noAutofit/>
          </a:bodyPr>
          <a:lstStyle>
            <a:lvl1pPr marL="0" indent="0">
              <a:lnSpc>
                <a:spcPct val="80000"/>
              </a:lnSpc>
              <a:buNone/>
              <a:defRPr sz="3600" b="1"/>
            </a:lvl1pPr>
          </a:lstStyle>
          <a:p>
            <a:pPr lvl="0"/>
            <a:r>
              <a:rPr lang="en-US"/>
              <a:t>Click to edit Master text styles</a:t>
            </a:r>
          </a:p>
        </p:txBody>
      </p:sp>
      <p:pic>
        <p:nvPicPr>
          <p:cNvPr id="8" name="Picture 7">
            <a:extLst>
              <a:ext uri="{FF2B5EF4-FFF2-40B4-BE49-F238E27FC236}">
                <a16:creationId xmlns:a16="http://schemas.microsoft.com/office/drawing/2014/main" id="{656CEE0A-F60F-051E-CFBB-2B3C17F2BDC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859008" y="181196"/>
            <a:ext cx="987552" cy="306482"/>
          </a:xfrm>
          <a:prstGeom prst="rect">
            <a:avLst/>
          </a:prstGeom>
        </p:spPr>
      </p:pic>
      <p:sp>
        <p:nvSpPr>
          <p:cNvPr id="5" name="Date Placeholder 14">
            <a:extLst>
              <a:ext uri="{FF2B5EF4-FFF2-40B4-BE49-F238E27FC236}">
                <a16:creationId xmlns:a16="http://schemas.microsoft.com/office/drawing/2014/main" id="{FEA1F267-7A24-FE1F-5CBE-13B03E4305B5}"/>
              </a:ext>
            </a:extLst>
          </p:cNvPr>
          <p:cNvSpPr txBox="1">
            <a:spLocks/>
          </p:cNvSpPr>
          <p:nvPr userDrawn="1"/>
        </p:nvSpPr>
        <p:spPr>
          <a:xfrm>
            <a:off x="11686296" y="6523496"/>
            <a:ext cx="247491" cy="29975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pic>
        <p:nvPicPr>
          <p:cNvPr id="13" name="Picture 12" descr="A close up of a sign&#10;&#10;Description automatically generated">
            <a:extLst>
              <a:ext uri="{FF2B5EF4-FFF2-40B4-BE49-F238E27FC236}">
                <a16:creationId xmlns:a16="http://schemas.microsoft.com/office/drawing/2014/main" id="{A58BED99-F493-7B21-13C9-0E6321B0137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180400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40479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1448475"/>
            <a:ext cx="11618976" cy="4433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20666451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88" name="Content Placeholder 2">
            <a:extLst>
              <a:ext uri="{FF2B5EF4-FFF2-40B4-BE49-F238E27FC236}">
                <a16:creationId xmlns:a16="http://schemas.microsoft.com/office/drawing/2014/main" id="{A1EDEA69-18CC-F5D0-C6C8-0372943DBD3D}"/>
              </a:ext>
            </a:extLst>
          </p:cNvPr>
          <p:cNvSpPr>
            <a:spLocks noGrp="1"/>
          </p:cNvSpPr>
          <p:nvPr>
            <p:ph idx="1"/>
          </p:nvPr>
        </p:nvSpPr>
        <p:spPr>
          <a:xfrm>
            <a:off x="292608" y="692727"/>
            <a:ext cx="11618976" cy="52448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703824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4" name="Rectangle 3">
            <a:extLst>
              <a:ext uri="{FF2B5EF4-FFF2-40B4-BE49-F238E27FC236}">
                <a16:creationId xmlns:a16="http://schemas.microsoft.com/office/drawing/2014/main" id="{569105BB-D7A7-8BB9-E4C5-6A530FE7C275}"/>
              </a:ext>
            </a:extLst>
          </p:cNvPr>
          <p:cNvSpPr/>
          <p:nvPr userDrawn="1"/>
        </p:nvSpPr>
        <p:spPr>
          <a:xfrm>
            <a:off x="4070282" y="2252519"/>
            <a:ext cx="991247" cy="92248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 Placeholder 10">
            <a:extLst>
              <a:ext uri="{FF2B5EF4-FFF2-40B4-BE49-F238E27FC236}">
                <a16:creationId xmlns:a16="http://schemas.microsoft.com/office/drawing/2014/main" id="{E2AB7DCB-CD4B-FEBE-EC8F-1779516CAB7F}"/>
              </a:ext>
            </a:extLst>
          </p:cNvPr>
          <p:cNvSpPr>
            <a:spLocks noGrp="1"/>
          </p:cNvSpPr>
          <p:nvPr>
            <p:ph type="body" sz="quarter" idx="18" hasCustomPrompt="1"/>
          </p:nvPr>
        </p:nvSpPr>
        <p:spPr>
          <a:xfrm>
            <a:off x="4155900" y="2325255"/>
            <a:ext cx="820011" cy="777011"/>
          </a:xfrm>
        </p:spPr>
        <p:txBody>
          <a:bodyPr anchor="ctr">
            <a:normAutofit/>
          </a:bodyPr>
          <a:lstStyle>
            <a:lvl1pPr marL="0" indent="0" algn="ctr">
              <a:buNone/>
              <a:defRPr sz="1200" b="1">
                <a:solidFill>
                  <a:schemeClr val="bg1"/>
                </a:solidFill>
              </a:defRPr>
            </a:lvl1pPr>
          </a:lstStyle>
          <a:p>
            <a:pPr lvl="0"/>
            <a:r>
              <a:rPr lang="en-US"/>
              <a:t>#000000</a:t>
            </a:r>
            <a:endParaRPr lang="en-IN"/>
          </a:p>
        </p:txBody>
      </p:sp>
      <p:sp>
        <p:nvSpPr>
          <p:cNvPr id="8" name="Rectangle 7">
            <a:extLst>
              <a:ext uri="{FF2B5EF4-FFF2-40B4-BE49-F238E27FC236}">
                <a16:creationId xmlns:a16="http://schemas.microsoft.com/office/drawing/2014/main" id="{C0939D25-32F0-6765-C435-28394B055AA8}"/>
              </a:ext>
            </a:extLst>
          </p:cNvPr>
          <p:cNvSpPr/>
          <p:nvPr userDrawn="1"/>
        </p:nvSpPr>
        <p:spPr>
          <a:xfrm>
            <a:off x="5358755" y="2252519"/>
            <a:ext cx="991247" cy="922482"/>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 Placeholder 10">
            <a:extLst>
              <a:ext uri="{FF2B5EF4-FFF2-40B4-BE49-F238E27FC236}">
                <a16:creationId xmlns:a16="http://schemas.microsoft.com/office/drawing/2014/main" id="{65996DDE-287F-5668-A210-81B520F5E04C}"/>
              </a:ext>
            </a:extLst>
          </p:cNvPr>
          <p:cNvSpPr>
            <a:spLocks noGrp="1"/>
          </p:cNvSpPr>
          <p:nvPr>
            <p:ph type="body" sz="quarter" idx="19" hasCustomPrompt="1"/>
          </p:nvPr>
        </p:nvSpPr>
        <p:spPr>
          <a:xfrm>
            <a:off x="5444373" y="2325255"/>
            <a:ext cx="820011" cy="777011"/>
          </a:xfrm>
        </p:spPr>
        <p:txBody>
          <a:bodyPr anchor="ctr">
            <a:normAutofit/>
          </a:bodyPr>
          <a:lstStyle>
            <a:lvl1pPr marL="0" indent="0" algn="ctr">
              <a:buNone/>
              <a:defRPr sz="1200" b="1">
                <a:solidFill>
                  <a:schemeClr val="bg1"/>
                </a:solidFill>
              </a:defRPr>
            </a:lvl1pPr>
          </a:lstStyle>
          <a:p>
            <a:pPr lvl="0"/>
            <a:r>
              <a:rPr lang="en-US"/>
              <a:t>#22988A</a:t>
            </a:r>
            <a:endParaRPr lang="en-IN"/>
          </a:p>
        </p:txBody>
      </p:sp>
      <p:sp>
        <p:nvSpPr>
          <p:cNvPr id="10" name="Rectangle 9">
            <a:extLst>
              <a:ext uri="{FF2B5EF4-FFF2-40B4-BE49-F238E27FC236}">
                <a16:creationId xmlns:a16="http://schemas.microsoft.com/office/drawing/2014/main" id="{869F10B5-86EA-D0D3-C56A-D17ACE3F8B2A}"/>
              </a:ext>
            </a:extLst>
          </p:cNvPr>
          <p:cNvSpPr/>
          <p:nvPr userDrawn="1"/>
        </p:nvSpPr>
        <p:spPr>
          <a:xfrm>
            <a:off x="6647228" y="2251366"/>
            <a:ext cx="991247" cy="92248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 Placeholder 10">
            <a:extLst>
              <a:ext uri="{FF2B5EF4-FFF2-40B4-BE49-F238E27FC236}">
                <a16:creationId xmlns:a16="http://schemas.microsoft.com/office/drawing/2014/main" id="{A9A62C3C-D1B2-2989-F340-F2E799416EC1}"/>
              </a:ext>
            </a:extLst>
          </p:cNvPr>
          <p:cNvSpPr>
            <a:spLocks noGrp="1"/>
          </p:cNvSpPr>
          <p:nvPr>
            <p:ph type="body" sz="quarter" idx="20" hasCustomPrompt="1"/>
          </p:nvPr>
        </p:nvSpPr>
        <p:spPr>
          <a:xfrm>
            <a:off x="6732846" y="2324102"/>
            <a:ext cx="820011" cy="777011"/>
          </a:xfrm>
        </p:spPr>
        <p:txBody>
          <a:bodyPr anchor="ctr">
            <a:normAutofit/>
          </a:bodyPr>
          <a:lstStyle>
            <a:lvl1pPr marL="0" indent="0" algn="ctr">
              <a:buNone/>
              <a:defRPr sz="1200" b="1">
                <a:solidFill>
                  <a:schemeClr val="bg1"/>
                </a:solidFill>
              </a:defRPr>
            </a:lvl1pPr>
          </a:lstStyle>
          <a:p>
            <a:pPr lvl="0"/>
            <a:r>
              <a:rPr lang="en-US"/>
              <a:t>#00325B</a:t>
            </a:r>
            <a:endParaRPr lang="en-IN"/>
          </a:p>
        </p:txBody>
      </p:sp>
      <p:sp>
        <p:nvSpPr>
          <p:cNvPr id="24" name="Rectangle 23">
            <a:extLst>
              <a:ext uri="{FF2B5EF4-FFF2-40B4-BE49-F238E27FC236}">
                <a16:creationId xmlns:a16="http://schemas.microsoft.com/office/drawing/2014/main" id="{7DD7F594-EDB6-6B83-A59D-7859416DD2BA}"/>
              </a:ext>
            </a:extLst>
          </p:cNvPr>
          <p:cNvSpPr/>
          <p:nvPr userDrawn="1"/>
        </p:nvSpPr>
        <p:spPr>
          <a:xfrm>
            <a:off x="4070282" y="3812311"/>
            <a:ext cx="991247" cy="9224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 Placeholder 10">
            <a:extLst>
              <a:ext uri="{FF2B5EF4-FFF2-40B4-BE49-F238E27FC236}">
                <a16:creationId xmlns:a16="http://schemas.microsoft.com/office/drawing/2014/main" id="{C1ECAF94-1ED1-03D9-4331-83C263CA3769}"/>
              </a:ext>
            </a:extLst>
          </p:cNvPr>
          <p:cNvSpPr>
            <a:spLocks noGrp="1"/>
          </p:cNvSpPr>
          <p:nvPr>
            <p:ph type="body" sz="quarter" idx="21" hasCustomPrompt="1"/>
          </p:nvPr>
        </p:nvSpPr>
        <p:spPr>
          <a:xfrm>
            <a:off x="4155900" y="3885047"/>
            <a:ext cx="820011" cy="777011"/>
          </a:xfrm>
        </p:spPr>
        <p:txBody>
          <a:bodyPr anchor="ctr">
            <a:normAutofit/>
          </a:bodyPr>
          <a:lstStyle>
            <a:lvl1pPr marL="0" indent="0" algn="ctr">
              <a:buNone/>
              <a:defRPr sz="1200" b="1">
                <a:solidFill>
                  <a:schemeClr val="bg1"/>
                </a:solidFill>
              </a:defRPr>
            </a:lvl1pPr>
          </a:lstStyle>
          <a:p>
            <a:pPr lvl="0"/>
            <a:r>
              <a:rPr lang="en-US"/>
              <a:t>#199DD1</a:t>
            </a:r>
            <a:endParaRPr lang="en-IN"/>
          </a:p>
        </p:txBody>
      </p:sp>
      <p:sp>
        <p:nvSpPr>
          <p:cNvPr id="26" name="Rectangle 25">
            <a:extLst>
              <a:ext uri="{FF2B5EF4-FFF2-40B4-BE49-F238E27FC236}">
                <a16:creationId xmlns:a16="http://schemas.microsoft.com/office/drawing/2014/main" id="{3BDD7770-3D6E-4B7E-F762-41A7BCA5BB04}"/>
              </a:ext>
            </a:extLst>
          </p:cNvPr>
          <p:cNvSpPr/>
          <p:nvPr userDrawn="1"/>
        </p:nvSpPr>
        <p:spPr>
          <a:xfrm>
            <a:off x="5358755" y="3812311"/>
            <a:ext cx="991247" cy="92248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 Placeholder 10">
            <a:extLst>
              <a:ext uri="{FF2B5EF4-FFF2-40B4-BE49-F238E27FC236}">
                <a16:creationId xmlns:a16="http://schemas.microsoft.com/office/drawing/2014/main" id="{BC940AA0-0472-3AB3-245B-CA915C45D1A2}"/>
              </a:ext>
            </a:extLst>
          </p:cNvPr>
          <p:cNvSpPr>
            <a:spLocks noGrp="1"/>
          </p:cNvSpPr>
          <p:nvPr>
            <p:ph type="body" sz="quarter" idx="22" hasCustomPrompt="1"/>
          </p:nvPr>
        </p:nvSpPr>
        <p:spPr>
          <a:xfrm>
            <a:off x="5444373" y="3885047"/>
            <a:ext cx="820011" cy="777011"/>
          </a:xfrm>
        </p:spPr>
        <p:txBody>
          <a:bodyPr anchor="ctr">
            <a:normAutofit/>
          </a:bodyPr>
          <a:lstStyle>
            <a:lvl1pPr marL="0" indent="0" algn="ctr">
              <a:buNone/>
              <a:defRPr sz="1200" b="1">
                <a:solidFill>
                  <a:schemeClr val="bg1"/>
                </a:solidFill>
              </a:defRPr>
            </a:lvl1pPr>
          </a:lstStyle>
          <a:p>
            <a:pPr lvl="0"/>
            <a:r>
              <a:rPr lang="en-US"/>
              <a:t>#B586BF</a:t>
            </a:r>
            <a:endParaRPr lang="en-IN"/>
          </a:p>
        </p:txBody>
      </p:sp>
      <p:sp>
        <p:nvSpPr>
          <p:cNvPr id="28" name="Rectangle 27">
            <a:extLst>
              <a:ext uri="{FF2B5EF4-FFF2-40B4-BE49-F238E27FC236}">
                <a16:creationId xmlns:a16="http://schemas.microsoft.com/office/drawing/2014/main" id="{0BF6F0D1-5E5C-CDFC-7432-FC4E3963D2AC}"/>
              </a:ext>
            </a:extLst>
          </p:cNvPr>
          <p:cNvSpPr/>
          <p:nvPr userDrawn="1"/>
        </p:nvSpPr>
        <p:spPr>
          <a:xfrm>
            <a:off x="6647228" y="3812311"/>
            <a:ext cx="991247" cy="92248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 Placeholder 10">
            <a:extLst>
              <a:ext uri="{FF2B5EF4-FFF2-40B4-BE49-F238E27FC236}">
                <a16:creationId xmlns:a16="http://schemas.microsoft.com/office/drawing/2014/main" id="{24A9DA97-4C75-E635-617A-482DF9BB5CA8}"/>
              </a:ext>
            </a:extLst>
          </p:cNvPr>
          <p:cNvSpPr>
            <a:spLocks noGrp="1"/>
          </p:cNvSpPr>
          <p:nvPr>
            <p:ph type="body" sz="quarter" idx="23" hasCustomPrompt="1"/>
          </p:nvPr>
        </p:nvSpPr>
        <p:spPr>
          <a:xfrm>
            <a:off x="6732846" y="3885047"/>
            <a:ext cx="820011" cy="777011"/>
          </a:xfrm>
        </p:spPr>
        <p:txBody>
          <a:bodyPr anchor="ctr">
            <a:normAutofit/>
          </a:bodyPr>
          <a:lstStyle>
            <a:lvl1pPr marL="0" indent="0" algn="ctr">
              <a:buNone/>
              <a:defRPr sz="1200" b="1">
                <a:solidFill>
                  <a:schemeClr val="bg1"/>
                </a:solidFill>
              </a:defRPr>
            </a:lvl1pPr>
          </a:lstStyle>
          <a:p>
            <a:pPr lvl="0"/>
            <a:r>
              <a:rPr lang="en-US"/>
              <a:t>#A0CD49</a:t>
            </a:r>
            <a:endParaRPr lang="en-IN"/>
          </a:p>
        </p:txBody>
      </p:sp>
      <p:sp>
        <p:nvSpPr>
          <p:cNvPr id="30" name="Rectangle 29">
            <a:extLst>
              <a:ext uri="{FF2B5EF4-FFF2-40B4-BE49-F238E27FC236}">
                <a16:creationId xmlns:a16="http://schemas.microsoft.com/office/drawing/2014/main" id="{23B994CE-054A-D88C-2D50-94E9D2E1D8EC}"/>
              </a:ext>
            </a:extLst>
          </p:cNvPr>
          <p:cNvSpPr/>
          <p:nvPr userDrawn="1"/>
        </p:nvSpPr>
        <p:spPr>
          <a:xfrm>
            <a:off x="7935701" y="3812311"/>
            <a:ext cx="991247" cy="922482"/>
          </a:xfrm>
          <a:prstGeom prst="rect">
            <a:avLst/>
          </a:prstGeom>
          <a:solidFill>
            <a:schemeClr val="accent6">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 Placeholder 10">
            <a:extLst>
              <a:ext uri="{FF2B5EF4-FFF2-40B4-BE49-F238E27FC236}">
                <a16:creationId xmlns:a16="http://schemas.microsoft.com/office/drawing/2014/main" id="{67999B7F-B277-8474-1F16-3DE5621A05E9}"/>
              </a:ext>
            </a:extLst>
          </p:cNvPr>
          <p:cNvSpPr>
            <a:spLocks noGrp="1"/>
          </p:cNvSpPr>
          <p:nvPr>
            <p:ph type="body" sz="quarter" idx="24" hasCustomPrompt="1"/>
          </p:nvPr>
        </p:nvSpPr>
        <p:spPr>
          <a:xfrm>
            <a:off x="8021319" y="3885047"/>
            <a:ext cx="820011" cy="777011"/>
          </a:xfrm>
        </p:spPr>
        <p:txBody>
          <a:bodyPr anchor="ctr">
            <a:normAutofit/>
          </a:bodyPr>
          <a:lstStyle>
            <a:lvl1pPr marL="0" indent="0" algn="ctr">
              <a:buNone/>
              <a:defRPr sz="1200" b="1">
                <a:solidFill>
                  <a:schemeClr val="bg1"/>
                </a:solidFill>
              </a:defRPr>
            </a:lvl1pPr>
          </a:lstStyle>
          <a:p>
            <a:pPr lvl="0"/>
            <a:r>
              <a:rPr lang="en-US"/>
              <a:t>Grey</a:t>
            </a:r>
            <a:endParaRPr lang="en-IN"/>
          </a:p>
        </p:txBody>
      </p:sp>
      <p:sp>
        <p:nvSpPr>
          <p:cNvPr id="32" name="Text Placeholder 10">
            <a:extLst>
              <a:ext uri="{FF2B5EF4-FFF2-40B4-BE49-F238E27FC236}">
                <a16:creationId xmlns:a16="http://schemas.microsoft.com/office/drawing/2014/main" id="{5E5119BD-BCD6-B62B-40F2-5375D1FF4BED}"/>
              </a:ext>
            </a:extLst>
          </p:cNvPr>
          <p:cNvSpPr>
            <a:spLocks noGrp="1"/>
          </p:cNvSpPr>
          <p:nvPr>
            <p:ph type="body" sz="quarter" idx="25" hasCustomPrompt="1"/>
          </p:nvPr>
        </p:nvSpPr>
        <p:spPr>
          <a:xfrm>
            <a:off x="2781809" y="2324101"/>
            <a:ext cx="991247" cy="777011"/>
          </a:xfrm>
        </p:spPr>
        <p:txBody>
          <a:bodyPr anchor="ctr">
            <a:normAutofit/>
          </a:bodyPr>
          <a:lstStyle>
            <a:lvl1pPr marL="0" indent="0" algn="l">
              <a:buNone/>
              <a:defRPr sz="1400" b="1">
                <a:solidFill>
                  <a:schemeClr val="tx1"/>
                </a:solidFill>
              </a:defRPr>
            </a:lvl1pPr>
          </a:lstStyle>
          <a:p>
            <a:pPr lvl="0"/>
            <a:r>
              <a:rPr lang="en-US"/>
              <a:t>Primary Colors</a:t>
            </a:r>
            <a:endParaRPr lang="en-IN"/>
          </a:p>
        </p:txBody>
      </p:sp>
      <p:sp>
        <p:nvSpPr>
          <p:cNvPr id="33" name="Text Placeholder 10">
            <a:extLst>
              <a:ext uri="{FF2B5EF4-FFF2-40B4-BE49-F238E27FC236}">
                <a16:creationId xmlns:a16="http://schemas.microsoft.com/office/drawing/2014/main" id="{C42B1670-3F8A-F604-5BBF-65E87FD51FC9}"/>
              </a:ext>
            </a:extLst>
          </p:cNvPr>
          <p:cNvSpPr>
            <a:spLocks noGrp="1"/>
          </p:cNvSpPr>
          <p:nvPr>
            <p:ph type="body" sz="quarter" idx="26" hasCustomPrompt="1"/>
          </p:nvPr>
        </p:nvSpPr>
        <p:spPr>
          <a:xfrm>
            <a:off x="2781810" y="3885046"/>
            <a:ext cx="991246" cy="777011"/>
          </a:xfrm>
        </p:spPr>
        <p:txBody>
          <a:bodyPr anchor="ctr">
            <a:normAutofit/>
          </a:bodyPr>
          <a:lstStyle>
            <a:lvl1pPr marL="0" indent="0" algn="l">
              <a:buNone/>
              <a:defRPr sz="1400" b="1">
                <a:solidFill>
                  <a:schemeClr val="tx1"/>
                </a:solidFill>
              </a:defRPr>
            </a:lvl1pPr>
          </a:lstStyle>
          <a:p>
            <a:pPr lvl="0"/>
            <a:r>
              <a:rPr lang="en-US"/>
              <a:t>Secondary Colors</a:t>
            </a:r>
            <a:endParaRPr lang="en-IN"/>
          </a:p>
        </p:txBody>
      </p:sp>
    </p:spTree>
    <p:extLst>
      <p:ext uri="{BB962C8B-B14F-4D97-AF65-F5344CB8AC3E}">
        <p14:creationId xmlns:p14="http://schemas.microsoft.com/office/powerpoint/2010/main" val="30928205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16" name="Picture Placeholder 4">
            <a:extLst>
              <a:ext uri="{FF2B5EF4-FFF2-40B4-BE49-F238E27FC236}">
                <a16:creationId xmlns:a16="http://schemas.microsoft.com/office/drawing/2014/main" id="{B2B79267-83B8-46DE-401F-B614D976F6F1}"/>
              </a:ext>
            </a:extLst>
          </p:cNvPr>
          <p:cNvSpPr>
            <a:spLocks noGrp="1"/>
          </p:cNvSpPr>
          <p:nvPr>
            <p:ph type="pic" sz="quarter" idx="39"/>
          </p:nvPr>
        </p:nvSpPr>
        <p:spPr>
          <a:xfrm>
            <a:off x="323376" y="1512092"/>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15" name="Rectangle 14">
            <a:extLst>
              <a:ext uri="{FF2B5EF4-FFF2-40B4-BE49-F238E27FC236}">
                <a16:creationId xmlns:a16="http://schemas.microsoft.com/office/drawing/2014/main" id="{71F78D9A-AE4A-1017-36A1-961D69C6AE91}"/>
              </a:ext>
            </a:extLst>
          </p:cNvPr>
          <p:cNvSpPr>
            <a:spLocks noChangeArrowheads="1"/>
          </p:cNvSpPr>
          <p:nvPr userDrawn="1"/>
        </p:nvSpPr>
        <p:spPr bwMode="auto">
          <a:xfrm rot="2700000">
            <a:off x="567806" y="1737365"/>
            <a:ext cx="1317182" cy="1323969"/>
          </a:xfrm>
          <a:prstGeom prst="rect">
            <a:avLst/>
          </a:prstGeom>
          <a:noFill/>
          <a:ln w="57150">
            <a:solidFill>
              <a:schemeClr val="accent1"/>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20" name="Content Placeholder 6">
            <a:extLst>
              <a:ext uri="{FF2B5EF4-FFF2-40B4-BE49-F238E27FC236}">
                <a16:creationId xmlns:a16="http://schemas.microsoft.com/office/drawing/2014/main" id="{78D9E635-80A5-EA30-8A60-D3C43270EC95}"/>
              </a:ext>
            </a:extLst>
          </p:cNvPr>
          <p:cNvSpPr>
            <a:spLocks noGrp="1"/>
          </p:cNvSpPr>
          <p:nvPr>
            <p:ph sz="quarter" idx="26" hasCustomPrompt="1"/>
          </p:nvPr>
        </p:nvSpPr>
        <p:spPr>
          <a:xfrm>
            <a:off x="2314799" y="1892478"/>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1"/>
                </a:solidFill>
              </a:defRPr>
            </a:lvl1pPr>
          </a:lstStyle>
          <a:p>
            <a:r>
              <a:rPr lang="en-US">
                <a:latin typeface="Calibri" panose="020F0502020204030204" pitchFamily="34" charset="0"/>
                <a:cs typeface="Calibri" panose="020F0502020204030204" pitchFamily="34" charset="0"/>
              </a:rPr>
              <a:t>Service Head – 16pt</a:t>
            </a:r>
          </a:p>
        </p:txBody>
      </p:sp>
      <p:sp>
        <p:nvSpPr>
          <p:cNvPr id="23" name="Text Placeholder 22">
            <a:extLst>
              <a:ext uri="{FF2B5EF4-FFF2-40B4-BE49-F238E27FC236}">
                <a16:creationId xmlns:a16="http://schemas.microsoft.com/office/drawing/2014/main" id="{405ECAA0-1B52-A543-AD64-F9B464146D52}"/>
              </a:ext>
            </a:extLst>
          </p:cNvPr>
          <p:cNvSpPr>
            <a:spLocks noGrp="1"/>
          </p:cNvSpPr>
          <p:nvPr>
            <p:ph type="body" sz="quarter" idx="40"/>
          </p:nvPr>
        </p:nvSpPr>
        <p:spPr>
          <a:xfrm>
            <a:off x="2314575" y="2299135"/>
            <a:ext cx="9585325" cy="591848"/>
          </a:xfrm>
        </p:spPr>
        <p:txBody>
          <a:bodyPr/>
          <a:lstStyle/>
          <a:p>
            <a:pPr lvl="0"/>
            <a:r>
              <a:rPr lang="en-US"/>
              <a:t>Click to edit Master text styles</a:t>
            </a:r>
          </a:p>
          <a:p>
            <a:pPr lvl="1"/>
            <a:r>
              <a:rPr lang="en-US"/>
              <a:t>Second level</a:t>
            </a:r>
          </a:p>
        </p:txBody>
      </p:sp>
      <p:sp>
        <p:nvSpPr>
          <p:cNvPr id="42" name="Picture Placeholder 4">
            <a:extLst>
              <a:ext uri="{FF2B5EF4-FFF2-40B4-BE49-F238E27FC236}">
                <a16:creationId xmlns:a16="http://schemas.microsoft.com/office/drawing/2014/main" id="{99F1E151-5A6B-8B4E-D1A6-F06B3C75F9E7}"/>
              </a:ext>
            </a:extLst>
          </p:cNvPr>
          <p:cNvSpPr>
            <a:spLocks noGrp="1"/>
          </p:cNvSpPr>
          <p:nvPr>
            <p:ph type="pic" sz="quarter" idx="41"/>
          </p:nvPr>
        </p:nvSpPr>
        <p:spPr>
          <a:xfrm>
            <a:off x="321677" y="3703264"/>
            <a:ext cx="1785291" cy="1785292"/>
          </a:xfrm>
          <a:custGeom>
            <a:avLst/>
            <a:gdLst>
              <a:gd name="connsiteX0" fmla="*/ 0 w 797001"/>
              <a:gd name="connsiteY0" fmla="*/ 0 h 797001"/>
              <a:gd name="connsiteX1" fmla="*/ 797001 w 797001"/>
              <a:gd name="connsiteY1" fmla="*/ 0 h 797001"/>
              <a:gd name="connsiteX2" fmla="*/ 797001 w 797001"/>
              <a:gd name="connsiteY2" fmla="*/ 797001 h 797001"/>
              <a:gd name="connsiteX3" fmla="*/ 0 w 797001"/>
              <a:gd name="connsiteY3" fmla="*/ 797001 h 797001"/>
              <a:gd name="connsiteX4" fmla="*/ 0 w 797001"/>
              <a:gd name="connsiteY4" fmla="*/ 0 h 797001"/>
              <a:gd name="connsiteX0" fmla="*/ 0 w 797001"/>
              <a:gd name="connsiteY0" fmla="*/ 350982 h 1147983"/>
              <a:gd name="connsiteX1" fmla="*/ 538383 w 797001"/>
              <a:gd name="connsiteY1" fmla="*/ 0 h 1147983"/>
              <a:gd name="connsiteX2" fmla="*/ 797001 w 797001"/>
              <a:gd name="connsiteY2" fmla="*/ 1147983 h 1147983"/>
              <a:gd name="connsiteX3" fmla="*/ 0 w 797001"/>
              <a:gd name="connsiteY3" fmla="*/ 1147983 h 1147983"/>
              <a:gd name="connsiteX4" fmla="*/ 0 w 797001"/>
              <a:gd name="connsiteY4" fmla="*/ 350982 h 1147983"/>
              <a:gd name="connsiteX0" fmla="*/ 0 w 1415837"/>
              <a:gd name="connsiteY0" fmla="*/ 350982 h 1147983"/>
              <a:gd name="connsiteX1" fmla="*/ 538383 w 1415837"/>
              <a:gd name="connsiteY1" fmla="*/ 0 h 1147983"/>
              <a:gd name="connsiteX2" fmla="*/ 1415837 w 1415837"/>
              <a:gd name="connsiteY2" fmla="*/ 889365 h 1147983"/>
              <a:gd name="connsiteX3" fmla="*/ 0 w 1415837"/>
              <a:gd name="connsiteY3" fmla="*/ 1147983 h 1147983"/>
              <a:gd name="connsiteX4" fmla="*/ 0 w 1415837"/>
              <a:gd name="connsiteY4" fmla="*/ 350982 h 1147983"/>
              <a:gd name="connsiteX0" fmla="*/ 0 w 1415837"/>
              <a:gd name="connsiteY0" fmla="*/ 350982 h 1785292"/>
              <a:gd name="connsiteX1" fmla="*/ 538383 w 1415837"/>
              <a:gd name="connsiteY1" fmla="*/ 0 h 1785292"/>
              <a:gd name="connsiteX2" fmla="*/ 1415837 w 1415837"/>
              <a:gd name="connsiteY2" fmla="*/ 889365 h 1785292"/>
              <a:gd name="connsiteX3" fmla="*/ 517236 w 1415837"/>
              <a:gd name="connsiteY3" fmla="*/ 1785292 h 1785292"/>
              <a:gd name="connsiteX4" fmla="*/ 0 w 1415837"/>
              <a:gd name="connsiteY4" fmla="*/ 350982 h 1785292"/>
              <a:gd name="connsiteX0" fmla="*/ 0 w 1785291"/>
              <a:gd name="connsiteY0" fmla="*/ 877455 h 1785292"/>
              <a:gd name="connsiteX1" fmla="*/ 907837 w 1785291"/>
              <a:gd name="connsiteY1" fmla="*/ 0 h 1785292"/>
              <a:gd name="connsiteX2" fmla="*/ 1785291 w 1785291"/>
              <a:gd name="connsiteY2" fmla="*/ 889365 h 1785292"/>
              <a:gd name="connsiteX3" fmla="*/ 886690 w 1785291"/>
              <a:gd name="connsiteY3" fmla="*/ 1785292 h 1785292"/>
              <a:gd name="connsiteX4" fmla="*/ 0 w 1785291"/>
              <a:gd name="connsiteY4" fmla="*/ 877455 h 178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5291" h="1785292">
                <a:moveTo>
                  <a:pt x="0" y="877455"/>
                </a:moveTo>
                <a:lnTo>
                  <a:pt x="907837" y="0"/>
                </a:lnTo>
                <a:lnTo>
                  <a:pt x="1785291" y="889365"/>
                </a:lnTo>
                <a:lnTo>
                  <a:pt x="886690" y="1785292"/>
                </a:lnTo>
                <a:lnTo>
                  <a:pt x="0" y="877455"/>
                </a:lnTo>
                <a:close/>
              </a:path>
            </a:pathLst>
          </a:custGeom>
        </p:spPr>
        <p:txBody>
          <a:bodyPr/>
          <a:lstStyle>
            <a:lvl1pPr marL="0" indent="0">
              <a:buNone/>
              <a:defRPr sz="1000">
                <a:solidFill>
                  <a:schemeClr val="tx1"/>
                </a:solidFill>
              </a:defRPr>
            </a:lvl1pPr>
          </a:lstStyle>
          <a:p>
            <a:pPr algn="ctr"/>
            <a:r>
              <a:rPr lang="en-US" sz="1200">
                <a:solidFill>
                  <a:schemeClr val="bg1"/>
                </a:solidFill>
                <a:latin typeface="Calibri" panose="020F0502020204030204" pitchFamily="34" charset="0"/>
                <a:cs typeface="Calibri" panose="020F0502020204030204" pitchFamily="34" charset="0"/>
              </a:rPr>
              <a:t>Click icon to add picture</a:t>
            </a:r>
          </a:p>
        </p:txBody>
      </p:sp>
      <p:sp>
        <p:nvSpPr>
          <p:cNvPr id="43" name="Rectangle 42">
            <a:extLst>
              <a:ext uri="{FF2B5EF4-FFF2-40B4-BE49-F238E27FC236}">
                <a16:creationId xmlns:a16="http://schemas.microsoft.com/office/drawing/2014/main" id="{D3786E5D-A992-A199-9A49-C4A33E451BCC}"/>
              </a:ext>
            </a:extLst>
          </p:cNvPr>
          <p:cNvSpPr>
            <a:spLocks noChangeArrowheads="1"/>
          </p:cNvSpPr>
          <p:nvPr userDrawn="1"/>
        </p:nvSpPr>
        <p:spPr bwMode="auto">
          <a:xfrm rot="2700000">
            <a:off x="566107" y="3928537"/>
            <a:ext cx="1317182" cy="1323969"/>
          </a:xfrm>
          <a:prstGeom prst="rect">
            <a:avLst/>
          </a:prstGeom>
          <a:noFill/>
          <a:ln w="57150">
            <a:solidFill>
              <a:schemeClr val="accent3"/>
            </a:solidFill>
          </a:ln>
        </p:spPr>
        <p:txBody>
          <a:bodyPr vert="horz" wrap="square" lIns="121460" tIns="60731" rIns="121460" bIns="60731" numCol="1" anchor="t" anchorCtr="0" compatLnSpc="1">
            <a:prstTxWarp prst="textNoShape">
              <a:avLst/>
            </a:prstTxWarp>
          </a:bodyPr>
          <a:lstStyle/>
          <a:p>
            <a:pPr lvl="0"/>
            <a:endParaRPr lang="id-ID" sz="3187">
              <a:latin typeface="Calibri" panose="020F0502020204030204" pitchFamily="34" charset="0"/>
              <a:cs typeface="Calibri" panose="020F0502020204030204" pitchFamily="34" charset="0"/>
            </a:endParaRPr>
          </a:p>
        </p:txBody>
      </p:sp>
      <p:sp>
        <p:nvSpPr>
          <p:cNvPr id="44" name="Content Placeholder 6">
            <a:extLst>
              <a:ext uri="{FF2B5EF4-FFF2-40B4-BE49-F238E27FC236}">
                <a16:creationId xmlns:a16="http://schemas.microsoft.com/office/drawing/2014/main" id="{8B3E0096-A126-41F0-1F23-FC868BA1A602}"/>
              </a:ext>
            </a:extLst>
          </p:cNvPr>
          <p:cNvSpPr>
            <a:spLocks noGrp="1"/>
          </p:cNvSpPr>
          <p:nvPr>
            <p:ph sz="quarter" idx="42" hasCustomPrompt="1"/>
          </p:nvPr>
        </p:nvSpPr>
        <p:spPr>
          <a:xfrm>
            <a:off x="2313100" y="4083650"/>
            <a:ext cx="9586800" cy="324000"/>
          </a:xfrm>
          <a:prstGeom prst="rect">
            <a:avLst/>
          </a:prstGeom>
        </p:spPr>
        <p:txBody>
          <a:bodyPr>
            <a:noAutofit/>
          </a:bodyPr>
          <a:lstStyle>
            <a:lvl1pPr marL="0" marR="0" indent="0" algn="l" defTabSz="1214712" rtl="0" eaLnBrk="1" fontAlgn="auto" latinLnBrk="0" hangingPunct="1">
              <a:lnSpc>
                <a:spcPct val="90000"/>
              </a:lnSpc>
              <a:spcBef>
                <a:spcPts val="1328"/>
              </a:spcBef>
              <a:spcAft>
                <a:spcPts val="0"/>
              </a:spcAft>
              <a:buClrTx/>
              <a:buSzTx/>
              <a:buFont typeface="Arial" panose="020B0604020202020204" pitchFamily="34" charset="0"/>
              <a:buNone/>
              <a:tabLst/>
              <a:defRPr sz="1800" b="1" baseline="0">
                <a:solidFill>
                  <a:schemeClr val="accent3"/>
                </a:solidFill>
              </a:defRPr>
            </a:lvl1pPr>
          </a:lstStyle>
          <a:p>
            <a:r>
              <a:rPr lang="en-US">
                <a:latin typeface="Calibri" panose="020F0502020204030204" pitchFamily="34" charset="0"/>
                <a:cs typeface="Calibri" panose="020F0502020204030204" pitchFamily="34" charset="0"/>
              </a:rPr>
              <a:t>Service Head – 16pt</a:t>
            </a:r>
          </a:p>
        </p:txBody>
      </p:sp>
      <p:sp>
        <p:nvSpPr>
          <p:cNvPr id="45" name="Text Placeholder 22">
            <a:extLst>
              <a:ext uri="{FF2B5EF4-FFF2-40B4-BE49-F238E27FC236}">
                <a16:creationId xmlns:a16="http://schemas.microsoft.com/office/drawing/2014/main" id="{7F1D9B6F-E3D9-FD0A-4B80-CAA22FC2DF16}"/>
              </a:ext>
            </a:extLst>
          </p:cNvPr>
          <p:cNvSpPr>
            <a:spLocks noGrp="1"/>
          </p:cNvSpPr>
          <p:nvPr>
            <p:ph type="body" sz="quarter" idx="43"/>
          </p:nvPr>
        </p:nvSpPr>
        <p:spPr>
          <a:xfrm>
            <a:off x="2312876" y="4490307"/>
            <a:ext cx="9585325" cy="591848"/>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25645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300"/>
                                  </p:stCondLst>
                                  <p:childTnLst>
                                    <p:set>
                                      <p:cBhvr>
                                        <p:cTn id="6" dur="1" fill="hold">
                                          <p:stCondLst>
                                            <p:cond delay="0"/>
                                          </p:stCondLst>
                                        </p:cTn>
                                        <p:tgtEl>
                                          <p:spTgt spid="15"/>
                                        </p:tgtEl>
                                        <p:attrNameLst>
                                          <p:attrName>style.visibility</p:attrName>
                                        </p:attrNameLst>
                                      </p:cBhvr>
                                      <p:to>
                                        <p:strVal val="visible"/>
                                      </p:to>
                                    </p:set>
                                    <p:anim calcmode="lin" valueType="num">
                                      <p:cBhvr>
                                        <p:cTn id="7" dur="800" fill="hold"/>
                                        <p:tgtEl>
                                          <p:spTgt spid="15"/>
                                        </p:tgtEl>
                                        <p:attrNameLst>
                                          <p:attrName>ppt_w</p:attrName>
                                        </p:attrNameLst>
                                      </p:cBhvr>
                                      <p:tavLst>
                                        <p:tav tm="0">
                                          <p:val>
                                            <p:fltVal val="0"/>
                                          </p:val>
                                        </p:tav>
                                        <p:tav tm="100000">
                                          <p:val>
                                            <p:strVal val="#ppt_w"/>
                                          </p:val>
                                        </p:tav>
                                      </p:tavLst>
                                    </p:anim>
                                    <p:anim calcmode="lin" valueType="num">
                                      <p:cBhvr>
                                        <p:cTn id="8" dur="800" fill="hold"/>
                                        <p:tgtEl>
                                          <p:spTgt spid="15"/>
                                        </p:tgtEl>
                                        <p:attrNameLst>
                                          <p:attrName>ppt_h</p:attrName>
                                        </p:attrNameLst>
                                      </p:cBhvr>
                                      <p:tavLst>
                                        <p:tav tm="0">
                                          <p:val>
                                            <p:fltVal val="0"/>
                                          </p:val>
                                        </p:tav>
                                        <p:tav tm="100000">
                                          <p:val>
                                            <p:strVal val="#ppt_h"/>
                                          </p:val>
                                        </p:tav>
                                      </p:tavLst>
                                    </p:anim>
                                    <p:animEffect transition="in" filter="fade">
                                      <p:cBhvr>
                                        <p:cTn id="9" dur="800"/>
                                        <p:tgtEl>
                                          <p:spTgt spid="15"/>
                                        </p:tgtEl>
                                      </p:cBhvr>
                                    </p:animEffect>
                                  </p:childTnLst>
                                </p:cTn>
                              </p:par>
                              <p:par>
                                <p:cTn id="10" presetID="53" presetClass="entr" presetSubtype="16" fill="hold" grpId="0" nodeType="withEffect">
                                  <p:stCondLst>
                                    <p:cond delay="300"/>
                                  </p:stCondLst>
                                  <p:childTnLst>
                                    <p:set>
                                      <p:cBhvr>
                                        <p:cTn id="11" dur="1" fill="hold">
                                          <p:stCondLst>
                                            <p:cond delay="0"/>
                                          </p:stCondLst>
                                        </p:cTn>
                                        <p:tgtEl>
                                          <p:spTgt spid="43"/>
                                        </p:tgtEl>
                                        <p:attrNameLst>
                                          <p:attrName>style.visibility</p:attrName>
                                        </p:attrNameLst>
                                      </p:cBhvr>
                                      <p:to>
                                        <p:strVal val="visible"/>
                                      </p:to>
                                    </p:set>
                                    <p:anim calcmode="lin" valueType="num">
                                      <p:cBhvr>
                                        <p:cTn id="12" dur="800" fill="hold"/>
                                        <p:tgtEl>
                                          <p:spTgt spid="43"/>
                                        </p:tgtEl>
                                        <p:attrNameLst>
                                          <p:attrName>ppt_w</p:attrName>
                                        </p:attrNameLst>
                                      </p:cBhvr>
                                      <p:tavLst>
                                        <p:tav tm="0">
                                          <p:val>
                                            <p:fltVal val="0"/>
                                          </p:val>
                                        </p:tav>
                                        <p:tav tm="100000">
                                          <p:val>
                                            <p:strVal val="#ppt_w"/>
                                          </p:val>
                                        </p:tav>
                                      </p:tavLst>
                                    </p:anim>
                                    <p:anim calcmode="lin" valueType="num">
                                      <p:cBhvr>
                                        <p:cTn id="13" dur="800" fill="hold"/>
                                        <p:tgtEl>
                                          <p:spTgt spid="43"/>
                                        </p:tgtEl>
                                        <p:attrNameLst>
                                          <p:attrName>ppt_h</p:attrName>
                                        </p:attrNameLst>
                                      </p:cBhvr>
                                      <p:tavLst>
                                        <p:tav tm="0">
                                          <p:val>
                                            <p:fltVal val="0"/>
                                          </p:val>
                                        </p:tav>
                                        <p:tav tm="100000">
                                          <p:val>
                                            <p:strVal val="#ppt_h"/>
                                          </p:val>
                                        </p:tav>
                                      </p:tavLst>
                                    </p:anim>
                                    <p:animEffect transition="in" filter="fade">
                                      <p:cBhvr>
                                        <p:cTn id="14" dur="8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3"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3" name="Text Placeholder 10">
            <a:extLst>
              <a:ext uri="{FF2B5EF4-FFF2-40B4-BE49-F238E27FC236}">
                <a16:creationId xmlns:a16="http://schemas.microsoft.com/office/drawing/2014/main" id="{C5AEE9BA-E5A5-BF57-5EEC-88AD56D005EB}"/>
              </a:ext>
            </a:extLst>
          </p:cNvPr>
          <p:cNvSpPr>
            <a:spLocks noGrp="1"/>
          </p:cNvSpPr>
          <p:nvPr>
            <p:ph type="body" sz="quarter" idx="14" hasCustomPrompt="1"/>
          </p:nvPr>
        </p:nvSpPr>
        <p:spPr>
          <a:xfrm>
            <a:off x="54721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cxnSp>
        <p:nvCxnSpPr>
          <p:cNvPr id="6" name="Straight Connector 5">
            <a:extLst>
              <a:ext uri="{FF2B5EF4-FFF2-40B4-BE49-F238E27FC236}">
                <a16:creationId xmlns:a16="http://schemas.microsoft.com/office/drawing/2014/main" id="{DC6C0FBC-5866-C800-915A-A20C591657E5}"/>
              </a:ext>
            </a:extLst>
          </p:cNvPr>
          <p:cNvCxnSpPr>
            <a:cxnSpLocks/>
          </p:cNvCxnSpPr>
          <p:nvPr userDrawn="1"/>
        </p:nvCxnSpPr>
        <p:spPr>
          <a:xfrm>
            <a:off x="285600" y="3429000"/>
            <a:ext cx="11620800"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4D1A5159-0972-16B1-C16F-302681580D86}"/>
              </a:ext>
            </a:extLst>
          </p:cNvPr>
          <p:cNvSpPr/>
          <p:nvPr userDrawn="1"/>
        </p:nvSpPr>
        <p:spPr>
          <a:xfrm flipV="1">
            <a:off x="70638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9BE390EC-ABD4-1D12-73FE-98F29BCEE192}"/>
              </a:ext>
            </a:extLst>
          </p:cNvPr>
          <p:cNvCxnSpPr>
            <a:cxnSpLocks/>
          </p:cNvCxnSpPr>
          <p:nvPr userDrawn="1"/>
        </p:nvCxnSpPr>
        <p:spPr>
          <a:xfrm>
            <a:off x="81721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0">
            <a:extLst>
              <a:ext uri="{FF2B5EF4-FFF2-40B4-BE49-F238E27FC236}">
                <a16:creationId xmlns:a16="http://schemas.microsoft.com/office/drawing/2014/main" id="{8BB4425A-A01C-B160-3215-A1DD7E347878}"/>
              </a:ext>
            </a:extLst>
          </p:cNvPr>
          <p:cNvSpPr>
            <a:spLocks noGrp="1"/>
          </p:cNvSpPr>
          <p:nvPr>
            <p:ph type="body" sz="quarter" idx="18"/>
          </p:nvPr>
        </p:nvSpPr>
        <p:spPr>
          <a:xfrm>
            <a:off x="28560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7" name="Text Placeholder 10">
            <a:extLst>
              <a:ext uri="{FF2B5EF4-FFF2-40B4-BE49-F238E27FC236}">
                <a16:creationId xmlns:a16="http://schemas.microsoft.com/office/drawing/2014/main" id="{B7B225F7-41D4-6CCA-18EB-3B91D3496CC6}"/>
              </a:ext>
            </a:extLst>
          </p:cNvPr>
          <p:cNvSpPr>
            <a:spLocks noGrp="1"/>
          </p:cNvSpPr>
          <p:nvPr>
            <p:ph type="body" sz="quarter" idx="19" hasCustomPrompt="1"/>
          </p:nvPr>
        </p:nvSpPr>
        <p:spPr>
          <a:xfrm>
            <a:off x="1909579"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8" name="Isosceles Triangle 17">
            <a:extLst>
              <a:ext uri="{FF2B5EF4-FFF2-40B4-BE49-F238E27FC236}">
                <a16:creationId xmlns:a16="http://schemas.microsoft.com/office/drawing/2014/main" id="{B6507C9E-0611-D00A-EDD1-B80CF6CCD6F0}"/>
              </a:ext>
            </a:extLst>
          </p:cNvPr>
          <p:cNvSpPr/>
          <p:nvPr userDrawn="1"/>
        </p:nvSpPr>
        <p:spPr>
          <a:xfrm flipV="1">
            <a:off x="2068743"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F68A8EFF-4D9C-142F-BCB3-CC8EF4E87589}"/>
              </a:ext>
            </a:extLst>
          </p:cNvPr>
          <p:cNvCxnSpPr>
            <a:cxnSpLocks/>
          </p:cNvCxnSpPr>
          <p:nvPr userDrawn="1"/>
        </p:nvCxnSpPr>
        <p:spPr>
          <a:xfrm>
            <a:off x="2179579"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0">
            <a:extLst>
              <a:ext uri="{FF2B5EF4-FFF2-40B4-BE49-F238E27FC236}">
                <a16:creationId xmlns:a16="http://schemas.microsoft.com/office/drawing/2014/main" id="{7C7C8137-FC7F-B794-0D67-9463F2682484}"/>
              </a:ext>
            </a:extLst>
          </p:cNvPr>
          <p:cNvSpPr>
            <a:spLocks noGrp="1"/>
          </p:cNvSpPr>
          <p:nvPr>
            <p:ph type="body" sz="quarter" idx="20"/>
          </p:nvPr>
        </p:nvSpPr>
        <p:spPr>
          <a:xfrm>
            <a:off x="1647962"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2" name="Text Placeholder 10">
            <a:extLst>
              <a:ext uri="{FF2B5EF4-FFF2-40B4-BE49-F238E27FC236}">
                <a16:creationId xmlns:a16="http://schemas.microsoft.com/office/drawing/2014/main" id="{A74AD73A-1438-F92C-EEC6-4523F19C8565}"/>
              </a:ext>
            </a:extLst>
          </p:cNvPr>
          <p:cNvSpPr>
            <a:spLocks noGrp="1"/>
          </p:cNvSpPr>
          <p:nvPr>
            <p:ph type="body" sz="quarter" idx="21" hasCustomPrompt="1"/>
          </p:nvPr>
        </p:nvSpPr>
        <p:spPr>
          <a:xfrm>
            <a:off x="3263557"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3" name="Isosceles Triangle 22">
            <a:extLst>
              <a:ext uri="{FF2B5EF4-FFF2-40B4-BE49-F238E27FC236}">
                <a16:creationId xmlns:a16="http://schemas.microsoft.com/office/drawing/2014/main" id="{5CE6823F-E2C1-785A-8C1A-ED038569ACBC}"/>
              </a:ext>
            </a:extLst>
          </p:cNvPr>
          <p:cNvSpPr/>
          <p:nvPr userDrawn="1"/>
        </p:nvSpPr>
        <p:spPr>
          <a:xfrm flipV="1">
            <a:off x="3422721"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Connector 23">
            <a:extLst>
              <a:ext uri="{FF2B5EF4-FFF2-40B4-BE49-F238E27FC236}">
                <a16:creationId xmlns:a16="http://schemas.microsoft.com/office/drawing/2014/main" id="{F0625E44-2C12-A475-2285-1B69CE062A6F}"/>
              </a:ext>
            </a:extLst>
          </p:cNvPr>
          <p:cNvCxnSpPr>
            <a:cxnSpLocks/>
          </p:cNvCxnSpPr>
          <p:nvPr userDrawn="1"/>
        </p:nvCxnSpPr>
        <p:spPr>
          <a:xfrm>
            <a:off x="3533557"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5" name="Text Placeholder 10">
            <a:extLst>
              <a:ext uri="{FF2B5EF4-FFF2-40B4-BE49-F238E27FC236}">
                <a16:creationId xmlns:a16="http://schemas.microsoft.com/office/drawing/2014/main" id="{2CD2622E-F526-8AC6-4E8D-E3C217F3415A}"/>
              </a:ext>
            </a:extLst>
          </p:cNvPr>
          <p:cNvSpPr>
            <a:spLocks noGrp="1"/>
          </p:cNvSpPr>
          <p:nvPr>
            <p:ph type="body" sz="quarter" idx="22"/>
          </p:nvPr>
        </p:nvSpPr>
        <p:spPr>
          <a:xfrm>
            <a:off x="3001940"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26" name="Text Placeholder 10">
            <a:extLst>
              <a:ext uri="{FF2B5EF4-FFF2-40B4-BE49-F238E27FC236}">
                <a16:creationId xmlns:a16="http://schemas.microsoft.com/office/drawing/2014/main" id="{D1E1A5C9-5CF3-354C-7CBE-3984B1E7942C}"/>
              </a:ext>
            </a:extLst>
          </p:cNvPr>
          <p:cNvSpPr>
            <a:spLocks noGrp="1"/>
          </p:cNvSpPr>
          <p:nvPr>
            <p:ph type="body" sz="quarter" idx="23" hasCustomPrompt="1"/>
          </p:nvPr>
        </p:nvSpPr>
        <p:spPr>
          <a:xfrm>
            <a:off x="46175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27" name="Isosceles Triangle 26">
            <a:extLst>
              <a:ext uri="{FF2B5EF4-FFF2-40B4-BE49-F238E27FC236}">
                <a16:creationId xmlns:a16="http://schemas.microsoft.com/office/drawing/2014/main" id="{2760E2C5-7D5E-3552-2AEE-8B6F0886D81E}"/>
              </a:ext>
            </a:extLst>
          </p:cNvPr>
          <p:cNvSpPr/>
          <p:nvPr userDrawn="1"/>
        </p:nvSpPr>
        <p:spPr>
          <a:xfrm flipV="1">
            <a:off x="47766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4546E649-D5F5-FEB8-0A06-9AF2D5EF3220}"/>
              </a:ext>
            </a:extLst>
          </p:cNvPr>
          <p:cNvCxnSpPr>
            <a:cxnSpLocks/>
          </p:cNvCxnSpPr>
          <p:nvPr userDrawn="1"/>
        </p:nvCxnSpPr>
        <p:spPr>
          <a:xfrm>
            <a:off x="48875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813E34DF-5486-AFC7-4079-5EAB52EF52DD}"/>
              </a:ext>
            </a:extLst>
          </p:cNvPr>
          <p:cNvSpPr>
            <a:spLocks noGrp="1"/>
          </p:cNvSpPr>
          <p:nvPr>
            <p:ph type="body" sz="quarter" idx="24"/>
          </p:nvPr>
        </p:nvSpPr>
        <p:spPr>
          <a:xfrm>
            <a:off x="43559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0" name="Text Placeholder 10">
            <a:extLst>
              <a:ext uri="{FF2B5EF4-FFF2-40B4-BE49-F238E27FC236}">
                <a16:creationId xmlns:a16="http://schemas.microsoft.com/office/drawing/2014/main" id="{D49CACDD-ECEB-0194-58AC-A932AF763ACE}"/>
              </a:ext>
            </a:extLst>
          </p:cNvPr>
          <p:cNvSpPr>
            <a:spLocks noGrp="1"/>
          </p:cNvSpPr>
          <p:nvPr>
            <p:ph type="body" sz="quarter" idx="25" hasCustomPrompt="1"/>
          </p:nvPr>
        </p:nvSpPr>
        <p:spPr>
          <a:xfrm>
            <a:off x="597633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1" name="Isosceles Triangle 30">
            <a:extLst>
              <a:ext uri="{FF2B5EF4-FFF2-40B4-BE49-F238E27FC236}">
                <a16:creationId xmlns:a16="http://schemas.microsoft.com/office/drawing/2014/main" id="{C087F2D7-E365-5EF7-2261-0845E2FABF54}"/>
              </a:ext>
            </a:extLst>
          </p:cNvPr>
          <p:cNvSpPr/>
          <p:nvPr userDrawn="1"/>
        </p:nvSpPr>
        <p:spPr>
          <a:xfrm flipV="1">
            <a:off x="613549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Connector 31">
            <a:extLst>
              <a:ext uri="{FF2B5EF4-FFF2-40B4-BE49-F238E27FC236}">
                <a16:creationId xmlns:a16="http://schemas.microsoft.com/office/drawing/2014/main" id="{18673A54-6734-E232-C6CD-F644FC5D2BBA}"/>
              </a:ext>
            </a:extLst>
          </p:cNvPr>
          <p:cNvCxnSpPr>
            <a:cxnSpLocks/>
          </p:cNvCxnSpPr>
          <p:nvPr userDrawn="1"/>
        </p:nvCxnSpPr>
        <p:spPr>
          <a:xfrm>
            <a:off x="624633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3" name="Text Placeholder 10">
            <a:extLst>
              <a:ext uri="{FF2B5EF4-FFF2-40B4-BE49-F238E27FC236}">
                <a16:creationId xmlns:a16="http://schemas.microsoft.com/office/drawing/2014/main" id="{6BF4B3CC-175B-4779-9B74-7D3C7CA5D40B}"/>
              </a:ext>
            </a:extLst>
          </p:cNvPr>
          <p:cNvSpPr>
            <a:spLocks noGrp="1"/>
          </p:cNvSpPr>
          <p:nvPr>
            <p:ph type="body" sz="quarter" idx="26"/>
          </p:nvPr>
        </p:nvSpPr>
        <p:spPr>
          <a:xfrm>
            <a:off x="571471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4" name="Text Placeholder 10">
            <a:extLst>
              <a:ext uri="{FF2B5EF4-FFF2-40B4-BE49-F238E27FC236}">
                <a16:creationId xmlns:a16="http://schemas.microsoft.com/office/drawing/2014/main" id="{EE7B4D4F-3B7C-0278-DF14-925EE3CD8E1A}"/>
              </a:ext>
            </a:extLst>
          </p:cNvPr>
          <p:cNvSpPr>
            <a:spLocks noGrp="1"/>
          </p:cNvSpPr>
          <p:nvPr>
            <p:ph type="body" sz="quarter" idx="27" hasCustomPrompt="1"/>
          </p:nvPr>
        </p:nvSpPr>
        <p:spPr>
          <a:xfrm>
            <a:off x="7328819" y="457992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5" name="Isosceles Triangle 34">
            <a:extLst>
              <a:ext uri="{FF2B5EF4-FFF2-40B4-BE49-F238E27FC236}">
                <a16:creationId xmlns:a16="http://schemas.microsoft.com/office/drawing/2014/main" id="{8AB2A12A-7345-0063-4373-4C06FCB606A7}"/>
              </a:ext>
            </a:extLst>
          </p:cNvPr>
          <p:cNvSpPr/>
          <p:nvPr userDrawn="1"/>
        </p:nvSpPr>
        <p:spPr>
          <a:xfrm flipV="1">
            <a:off x="7487983" y="343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7DC612DA-77FC-631C-AF6A-F024453D9257}"/>
              </a:ext>
            </a:extLst>
          </p:cNvPr>
          <p:cNvCxnSpPr>
            <a:cxnSpLocks/>
          </p:cNvCxnSpPr>
          <p:nvPr userDrawn="1"/>
        </p:nvCxnSpPr>
        <p:spPr>
          <a:xfrm>
            <a:off x="7598819" y="361604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37" name="Text Placeholder 10">
            <a:extLst>
              <a:ext uri="{FF2B5EF4-FFF2-40B4-BE49-F238E27FC236}">
                <a16:creationId xmlns:a16="http://schemas.microsoft.com/office/drawing/2014/main" id="{897076A0-08FB-518C-4315-735ECE1A7AA4}"/>
              </a:ext>
            </a:extLst>
          </p:cNvPr>
          <p:cNvSpPr>
            <a:spLocks noGrp="1"/>
          </p:cNvSpPr>
          <p:nvPr>
            <p:ph type="body" sz="quarter" idx="28"/>
          </p:nvPr>
        </p:nvSpPr>
        <p:spPr>
          <a:xfrm>
            <a:off x="7067202" y="4873898"/>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38" name="Text Placeholder 10">
            <a:extLst>
              <a:ext uri="{FF2B5EF4-FFF2-40B4-BE49-F238E27FC236}">
                <a16:creationId xmlns:a16="http://schemas.microsoft.com/office/drawing/2014/main" id="{EE7A927F-73DE-3BC3-1C97-6341E9FDD9DF}"/>
              </a:ext>
            </a:extLst>
          </p:cNvPr>
          <p:cNvSpPr>
            <a:spLocks noGrp="1"/>
          </p:cNvSpPr>
          <p:nvPr>
            <p:ph type="body" sz="quarter" idx="29" hasCustomPrompt="1"/>
          </p:nvPr>
        </p:nvSpPr>
        <p:spPr>
          <a:xfrm>
            <a:off x="8681302"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39" name="Isosceles Triangle 38">
            <a:extLst>
              <a:ext uri="{FF2B5EF4-FFF2-40B4-BE49-F238E27FC236}">
                <a16:creationId xmlns:a16="http://schemas.microsoft.com/office/drawing/2014/main" id="{16F49B28-9867-BA85-5751-308F795F4B96}"/>
              </a:ext>
            </a:extLst>
          </p:cNvPr>
          <p:cNvSpPr/>
          <p:nvPr userDrawn="1"/>
        </p:nvSpPr>
        <p:spPr>
          <a:xfrm flipV="1">
            <a:off x="8840466"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E751E838-0384-C52F-11E2-E3211D502B97}"/>
              </a:ext>
            </a:extLst>
          </p:cNvPr>
          <p:cNvCxnSpPr>
            <a:cxnSpLocks/>
          </p:cNvCxnSpPr>
          <p:nvPr userDrawn="1"/>
        </p:nvCxnSpPr>
        <p:spPr>
          <a:xfrm>
            <a:off x="8951302"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1" name="Text Placeholder 10">
            <a:extLst>
              <a:ext uri="{FF2B5EF4-FFF2-40B4-BE49-F238E27FC236}">
                <a16:creationId xmlns:a16="http://schemas.microsoft.com/office/drawing/2014/main" id="{C25285DA-6B5B-347F-AA97-0122CDE025FE}"/>
              </a:ext>
            </a:extLst>
          </p:cNvPr>
          <p:cNvSpPr>
            <a:spLocks noGrp="1"/>
          </p:cNvSpPr>
          <p:nvPr>
            <p:ph type="body" sz="quarter" idx="30"/>
          </p:nvPr>
        </p:nvSpPr>
        <p:spPr>
          <a:xfrm>
            <a:off x="8419685"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2" name="Text Placeholder 10">
            <a:extLst>
              <a:ext uri="{FF2B5EF4-FFF2-40B4-BE49-F238E27FC236}">
                <a16:creationId xmlns:a16="http://schemas.microsoft.com/office/drawing/2014/main" id="{D0C3CD17-538A-0072-C419-D39FD6A660E2}"/>
              </a:ext>
            </a:extLst>
          </p:cNvPr>
          <p:cNvSpPr>
            <a:spLocks noGrp="1"/>
          </p:cNvSpPr>
          <p:nvPr>
            <p:ph type="body" sz="quarter" idx="31" hasCustomPrompt="1"/>
          </p:nvPr>
        </p:nvSpPr>
        <p:spPr>
          <a:xfrm>
            <a:off x="10033785" y="4591464"/>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3" name="Isosceles Triangle 42">
            <a:extLst>
              <a:ext uri="{FF2B5EF4-FFF2-40B4-BE49-F238E27FC236}">
                <a16:creationId xmlns:a16="http://schemas.microsoft.com/office/drawing/2014/main" id="{200A73C6-D768-FE79-E4D8-8CEEB54EAEA6}"/>
              </a:ext>
            </a:extLst>
          </p:cNvPr>
          <p:cNvSpPr/>
          <p:nvPr userDrawn="1"/>
        </p:nvSpPr>
        <p:spPr>
          <a:xfrm flipV="1">
            <a:off x="10192949" y="344758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Connector 43">
            <a:extLst>
              <a:ext uri="{FF2B5EF4-FFF2-40B4-BE49-F238E27FC236}">
                <a16:creationId xmlns:a16="http://schemas.microsoft.com/office/drawing/2014/main" id="{C18D01FF-B288-A30F-5166-8614DC37238C}"/>
              </a:ext>
            </a:extLst>
          </p:cNvPr>
          <p:cNvCxnSpPr>
            <a:cxnSpLocks/>
          </p:cNvCxnSpPr>
          <p:nvPr userDrawn="1"/>
        </p:nvCxnSpPr>
        <p:spPr>
          <a:xfrm>
            <a:off x="10303785" y="362758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5" name="Text Placeholder 10">
            <a:extLst>
              <a:ext uri="{FF2B5EF4-FFF2-40B4-BE49-F238E27FC236}">
                <a16:creationId xmlns:a16="http://schemas.microsoft.com/office/drawing/2014/main" id="{894429A9-45A3-B455-09B2-95A3B7DC15E7}"/>
              </a:ext>
            </a:extLst>
          </p:cNvPr>
          <p:cNvSpPr>
            <a:spLocks noGrp="1"/>
          </p:cNvSpPr>
          <p:nvPr>
            <p:ph type="body" sz="quarter" idx="32"/>
          </p:nvPr>
        </p:nvSpPr>
        <p:spPr>
          <a:xfrm>
            <a:off x="9772168" y="488544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46" name="Text Placeholder 10">
            <a:extLst>
              <a:ext uri="{FF2B5EF4-FFF2-40B4-BE49-F238E27FC236}">
                <a16:creationId xmlns:a16="http://schemas.microsoft.com/office/drawing/2014/main" id="{9FB28FDC-5BE5-6E03-1D4A-B4DC099DEAE1}"/>
              </a:ext>
            </a:extLst>
          </p:cNvPr>
          <p:cNvSpPr>
            <a:spLocks noGrp="1"/>
          </p:cNvSpPr>
          <p:nvPr>
            <p:ph type="body" sz="quarter" idx="33" hasCustomPrompt="1"/>
          </p:nvPr>
        </p:nvSpPr>
        <p:spPr>
          <a:xfrm>
            <a:off x="1228163" y="208564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47" name="Isosceles Triangle 46">
            <a:extLst>
              <a:ext uri="{FF2B5EF4-FFF2-40B4-BE49-F238E27FC236}">
                <a16:creationId xmlns:a16="http://schemas.microsoft.com/office/drawing/2014/main" id="{C76067D5-3D50-25D6-5FEF-DBDCD54E410C}"/>
              </a:ext>
            </a:extLst>
          </p:cNvPr>
          <p:cNvSpPr/>
          <p:nvPr userDrawn="1"/>
        </p:nvSpPr>
        <p:spPr>
          <a:xfrm>
            <a:off x="1387562" y="324810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8" name="Straight Connector 47">
            <a:extLst>
              <a:ext uri="{FF2B5EF4-FFF2-40B4-BE49-F238E27FC236}">
                <a16:creationId xmlns:a16="http://schemas.microsoft.com/office/drawing/2014/main" id="{1BE05D12-4EDA-B7E3-2E6F-B541BD4F52A4}"/>
              </a:ext>
            </a:extLst>
          </p:cNvPr>
          <p:cNvCxnSpPr>
            <a:cxnSpLocks/>
          </p:cNvCxnSpPr>
          <p:nvPr userDrawn="1"/>
        </p:nvCxnSpPr>
        <p:spPr>
          <a:xfrm>
            <a:off x="1498163" y="239044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49" name="Text Placeholder 10">
            <a:extLst>
              <a:ext uri="{FF2B5EF4-FFF2-40B4-BE49-F238E27FC236}">
                <a16:creationId xmlns:a16="http://schemas.microsoft.com/office/drawing/2014/main" id="{1B1AACE0-A334-238B-EB7F-644BFC0B96B6}"/>
              </a:ext>
            </a:extLst>
          </p:cNvPr>
          <p:cNvSpPr>
            <a:spLocks noGrp="1"/>
          </p:cNvSpPr>
          <p:nvPr>
            <p:ph type="body" sz="quarter" idx="34"/>
          </p:nvPr>
        </p:nvSpPr>
        <p:spPr>
          <a:xfrm>
            <a:off x="966546" y="151526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0" name="Text Placeholder 10">
            <a:extLst>
              <a:ext uri="{FF2B5EF4-FFF2-40B4-BE49-F238E27FC236}">
                <a16:creationId xmlns:a16="http://schemas.microsoft.com/office/drawing/2014/main" id="{8899BF72-5867-3A9E-F025-2F967E308E76}"/>
              </a:ext>
            </a:extLst>
          </p:cNvPr>
          <p:cNvSpPr>
            <a:spLocks noGrp="1"/>
          </p:cNvSpPr>
          <p:nvPr>
            <p:ph type="body" sz="quarter" idx="35" hasCustomPrompt="1"/>
          </p:nvPr>
        </p:nvSpPr>
        <p:spPr>
          <a:xfrm>
            <a:off x="2551797" y="2088456"/>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1" name="Isosceles Triangle 50">
            <a:extLst>
              <a:ext uri="{FF2B5EF4-FFF2-40B4-BE49-F238E27FC236}">
                <a16:creationId xmlns:a16="http://schemas.microsoft.com/office/drawing/2014/main" id="{DA75C5D6-49F7-9E0D-48FC-B8A5665BD7D1}"/>
              </a:ext>
            </a:extLst>
          </p:cNvPr>
          <p:cNvSpPr/>
          <p:nvPr userDrawn="1"/>
        </p:nvSpPr>
        <p:spPr>
          <a:xfrm>
            <a:off x="2711196" y="3250919"/>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2" name="Straight Connector 51">
            <a:extLst>
              <a:ext uri="{FF2B5EF4-FFF2-40B4-BE49-F238E27FC236}">
                <a16:creationId xmlns:a16="http://schemas.microsoft.com/office/drawing/2014/main" id="{07E8F245-65B5-429F-0CB8-DDC797AAE13C}"/>
              </a:ext>
            </a:extLst>
          </p:cNvPr>
          <p:cNvCxnSpPr>
            <a:cxnSpLocks/>
          </p:cNvCxnSpPr>
          <p:nvPr userDrawn="1"/>
        </p:nvCxnSpPr>
        <p:spPr>
          <a:xfrm>
            <a:off x="2821797" y="2393259"/>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3" name="Text Placeholder 10">
            <a:extLst>
              <a:ext uri="{FF2B5EF4-FFF2-40B4-BE49-F238E27FC236}">
                <a16:creationId xmlns:a16="http://schemas.microsoft.com/office/drawing/2014/main" id="{7F2B87E2-A42C-EC5A-D616-A5EEC1736F16}"/>
              </a:ext>
            </a:extLst>
          </p:cNvPr>
          <p:cNvSpPr>
            <a:spLocks noGrp="1"/>
          </p:cNvSpPr>
          <p:nvPr>
            <p:ph type="body" sz="quarter" idx="36"/>
          </p:nvPr>
        </p:nvSpPr>
        <p:spPr>
          <a:xfrm>
            <a:off x="2290180" y="1518080"/>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4" name="Text Placeholder 10">
            <a:extLst>
              <a:ext uri="{FF2B5EF4-FFF2-40B4-BE49-F238E27FC236}">
                <a16:creationId xmlns:a16="http://schemas.microsoft.com/office/drawing/2014/main" id="{5AE3EE24-A45B-B660-3E5B-6D5B1C76F071}"/>
              </a:ext>
            </a:extLst>
          </p:cNvPr>
          <p:cNvSpPr>
            <a:spLocks noGrp="1"/>
          </p:cNvSpPr>
          <p:nvPr>
            <p:ph type="body" sz="quarter" idx="37" hasCustomPrompt="1"/>
          </p:nvPr>
        </p:nvSpPr>
        <p:spPr>
          <a:xfrm>
            <a:off x="3905775" y="2084652"/>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5" name="Isosceles Triangle 54">
            <a:extLst>
              <a:ext uri="{FF2B5EF4-FFF2-40B4-BE49-F238E27FC236}">
                <a16:creationId xmlns:a16="http://schemas.microsoft.com/office/drawing/2014/main" id="{7304DF55-D37D-DC7C-DB75-27BC50136E5A}"/>
              </a:ext>
            </a:extLst>
          </p:cNvPr>
          <p:cNvSpPr/>
          <p:nvPr userDrawn="1"/>
        </p:nvSpPr>
        <p:spPr>
          <a:xfrm>
            <a:off x="4065174" y="3247115"/>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Connector 55">
            <a:extLst>
              <a:ext uri="{FF2B5EF4-FFF2-40B4-BE49-F238E27FC236}">
                <a16:creationId xmlns:a16="http://schemas.microsoft.com/office/drawing/2014/main" id="{6A6D2C3D-CE99-4494-C4D6-DDAD009A314B}"/>
              </a:ext>
            </a:extLst>
          </p:cNvPr>
          <p:cNvCxnSpPr>
            <a:cxnSpLocks/>
          </p:cNvCxnSpPr>
          <p:nvPr userDrawn="1"/>
        </p:nvCxnSpPr>
        <p:spPr>
          <a:xfrm>
            <a:off x="4175775" y="2389455"/>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57" name="Text Placeholder 10">
            <a:extLst>
              <a:ext uri="{FF2B5EF4-FFF2-40B4-BE49-F238E27FC236}">
                <a16:creationId xmlns:a16="http://schemas.microsoft.com/office/drawing/2014/main" id="{0091FE0F-95C7-721C-A254-DE5362AB2572}"/>
              </a:ext>
            </a:extLst>
          </p:cNvPr>
          <p:cNvSpPr>
            <a:spLocks noGrp="1"/>
          </p:cNvSpPr>
          <p:nvPr>
            <p:ph type="body" sz="quarter" idx="38"/>
          </p:nvPr>
        </p:nvSpPr>
        <p:spPr>
          <a:xfrm>
            <a:off x="3644158" y="1514276"/>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58" name="Text Placeholder 10">
            <a:extLst>
              <a:ext uri="{FF2B5EF4-FFF2-40B4-BE49-F238E27FC236}">
                <a16:creationId xmlns:a16="http://schemas.microsoft.com/office/drawing/2014/main" id="{7F69A29D-8C39-468B-D6A3-4286CA002360}"/>
              </a:ext>
            </a:extLst>
          </p:cNvPr>
          <p:cNvSpPr>
            <a:spLocks noGrp="1"/>
          </p:cNvSpPr>
          <p:nvPr>
            <p:ph type="body" sz="quarter" idx="39" hasCustomPrompt="1"/>
          </p:nvPr>
        </p:nvSpPr>
        <p:spPr>
          <a:xfrm>
            <a:off x="525928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59" name="Isosceles Triangle 58">
            <a:extLst>
              <a:ext uri="{FF2B5EF4-FFF2-40B4-BE49-F238E27FC236}">
                <a16:creationId xmlns:a16="http://schemas.microsoft.com/office/drawing/2014/main" id="{E9C392E1-48AC-001A-531F-67BB09279588}"/>
              </a:ext>
            </a:extLst>
          </p:cNvPr>
          <p:cNvSpPr/>
          <p:nvPr userDrawn="1"/>
        </p:nvSpPr>
        <p:spPr>
          <a:xfrm>
            <a:off x="541868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0" name="Straight Connector 59">
            <a:extLst>
              <a:ext uri="{FF2B5EF4-FFF2-40B4-BE49-F238E27FC236}">
                <a16:creationId xmlns:a16="http://schemas.microsoft.com/office/drawing/2014/main" id="{4AB8B6BE-D005-C588-E354-B742E610104B}"/>
              </a:ext>
            </a:extLst>
          </p:cNvPr>
          <p:cNvCxnSpPr>
            <a:cxnSpLocks/>
          </p:cNvCxnSpPr>
          <p:nvPr userDrawn="1"/>
        </p:nvCxnSpPr>
        <p:spPr>
          <a:xfrm>
            <a:off x="552928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61" name="Text Placeholder 10">
            <a:extLst>
              <a:ext uri="{FF2B5EF4-FFF2-40B4-BE49-F238E27FC236}">
                <a16:creationId xmlns:a16="http://schemas.microsoft.com/office/drawing/2014/main" id="{7A7B56D4-261E-7510-30A3-5C4D3C70FE2C}"/>
              </a:ext>
            </a:extLst>
          </p:cNvPr>
          <p:cNvSpPr>
            <a:spLocks noGrp="1"/>
          </p:cNvSpPr>
          <p:nvPr>
            <p:ph type="body" sz="quarter" idx="40"/>
          </p:nvPr>
        </p:nvSpPr>
        <p:spPr>
          <a:xfrm>
            <a:off x="499766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62" name="Text Placeholder 10">
            <a:extLst>
              <a:ext uri="{FF2B5EF4-FFF2-40B4-BE49-F238E27FC236}">
                <a16:creationId xmlns:a16="http://schemas.microsoft.com/office/drawing/2014/main" id="{7B543852-C9C8-AC51-51B7-5E7E3E8CAA87}"/>
              </a:ext>
            </a:extLst>
          </p:cNvPr>
          <p:cNvSpPr>
            <a:spLocks noGrp="1"/>
          </p:cNvSpPr>
          <p:nvPr>
            <p:ph type="body" sz="quarter" idx="41" hasCustomPrompt="1"/>
          </p:nvPr>
        </p:nvSpPr>
        <p:spPr>
          <a:xfrm>
            <a:off x="6618553" y="2093580"/>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63" name="Isosceles Triangle 62">
            <a:extLst>
              <a:ext uri="{FF2B5EF4-FFF2-40B4-BE49-F238E27FC236}">
                <a16:creationId xmlns:a16="http://schemas.microsoft.com/office/drawing/2014/main" id="{2126D435-743F-A00D-3649-E12FC46684F2}"/>
              </a:ext>
            </a:extLst>
          </p:cNvPr>
          <p:cNvSpPr/>
          <p:nvPr userDrawn="1"/>
        </p:nvSpPr>
        <p:spPr>
          <a:xfrm>
            <a:off x="6777952" y="3256043"/>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3" name="Straight Connector 122">
            <a:extLst>
              <a:ext uri="{FF2B5EF4-FFF2-40B4-BE49-F238E27FC236}">
                <a16:creationId xmlns:a16="http://schemas.microsoft.com/office/drawing/2014/main" id="{7840C7F6-5CC1-12BE-8FF2-92344FF985A2}"/>
              </a:ext>
            </a:extLst>
          </p:cNvPr>
          <p:cNvCxnSpPr>
            <a:cxnSpLocks/>
          </p:cNvCxnSpPr>
          <p:nvPr userDrawn="1"/>
        </p:nvCxnSpPr>
        <p:spPr>
          <a:xfrm>
            <a:off x="6888553" y="2398383"/>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4" name="Text Placeholder 10">
            <a:extLst>
              <a:ext uri="{FF2B5EF4-FFF2-40B4-BE49-F238E27FC236}">
                <a16:creationId xmlns:a16="http://schemas.microsoft.com/office/drawing/2014/main" id="{E8BFC980-9C2D-DFC6-D99F-B14BB31D1071}"/>
              </a:ext>
            </a:extLst>
          </p:cNvPr>
          <p:cNvSpPr>
            <a:spLocks noGrp="1"/>
          </p:cNvSpPr>
          <p:nvPr>
            <p:ph type="body" sz="quarter" idx="42"/>
          </p:nvPr>
        </p:nvSpPr>
        <p:spPr>
          <a:xfrm>
            <a:off x="6356936" y="1523204"/>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5" name="Text Placeholder 10">
            <a:extLst>
              <a:ext uri="{FF2B5EF4-FFF2-40B4-BE49-F238E27FC236}">
                <a16:creationId xmlns:a16="http://schemas.microsoft.com/office/drawing/2014/main" id="{CF379578-C6E4-A9CF-5DF6-5136989D9CDA}"/>
              </a:ext>
            </a:extLst>
          </p:cNvPr>
          <p:cNvSpPr>
            <a:spLocks noGrp="1"/>
          </p:cNvSpPr>
          <p:nvPr>
            <p:ph type="body" sz="quarter" idx="43" hasCustomPrompt="1"/>
          </p:nvPr>
        </p:nvSpPr>
        <p:spPr>
          <a:xfrm>
            <a:off x="7966533"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26" name="Isosceles Triangle 125">
            <a:extLst>
              <a:ext uri="{FF2B5EF4-FFF2-40B4-BE49-F238E27FC236}">
                <a16:creationId xmlns:a16="http://schemas.microsoft.com/office/drawing/2014/main" id="{07792800-DAEE-1CCF-A8D1-E3C92F8F7C4C}"/>
              </a:ext>
            </a:extLst>
          </p:cNvPr>
          <p:cNvSpPr/>
          <p:nvPr userDrawn="1"/>
        </p:nvSpPr>
        <p:spPr>
          <a:xfrm>
            <a:off x="8125932"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7" name="Straight Connector 126">
            <a:extLst>
              <a:ext uri="{FF2B5EF4-FFF2-40B4-BE49-F238E27FC236}">
                <a16:creationId xmlns:a16="http://schemas.microsoft.com/office/drawing/2014/main" id="{64C0C441-75BB-474C-D701-5AD3A588B1AC}"/>
              </a:ext>
            </a:extLst>
          </p:cNvPr>
          <p:cNvCxnSpPr>
            <a:cxnSpLocks/>
          </p:cNvCxnSpPr>
          <p:nvPr userDrawn="1"/>
        </p:nvCxnSpPr>
        <p:spPr>
          <a:xfrm>
            <a:off x="8236533"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28" name="Text Placeholder 10">
            <a:extLst>
              <a:ext uri="{FF2B5EF4-FFF2-40B4-BE49-F238E27FC236}">
                <a16:creationId xmlns:a16="http://schemas.microsoft.com/office/drawing/2014/main" id="{63340F3E-B1A1-C217-5CF7-141D4EE5B37F}"/>
              </a:ext>
            </a:extLst>
          </p:cNvPr>
          <p:cNvSpPr>
            <a:spLocks noGrp="1"/>
          </p:cNvSpPr>
          <p:nvPr>
            <p:ph type="body" sz="quarter" idx="44"/>
          </p:nvPr>
        </p:nvSpPr>
        <p:spPr>
          <a:xfrm>
            <a:off x="7704916"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29" name="Text Placeholder 10">
            <a:extLst>
              <a:ext uri="{FF2B5EF4-FFF2-40B4-BE49-F238E27FC236}">
                <a16:creationId xmlns:a16="http://schemas.microsoft.com/office/drawing/2014/main" id="{EAD9E4E1-3D3C-8041-055A-E58BEAE2A1A4}"/>
              </a:ext>
            </a:extLst>
          </p:cNvPr>
          <p:cNvSpPr>
            <a:spLocks noGrp="1"/>
          </p:cNvSpPr>
          <p:nvPr>
            <p:ph type="body" sz="quarter" idx="45" hasCustomPrompt="1"/>
          </p:nvPr>
        </p:nvSpPr>
        <p:spPr>
          <a:xfrm>
            <a:off x="9321405" y="2079495"/>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0" name="Isosceles Triangle 129">
            <a:extLst>
              <a:ext uri="{FF2B5EF4-FFF2-40B4-BE49-F238E27FC236}">
                <a16:creationId xmlns:a16="http://schemas.microsoft.com/office/drawing/2014/main" id="{42AAE0F7-8602-588E-DC41-A5403942C120}"/>
              </a:ext>
            </a:extLst>
          </p:cNvPr>
          <p:cNvSpPr/>
          <p:nvPr userDrawn="1"/>
        </p:nvSpPr>
        <p:spPr>
          <a:xfrm>
            <a:off x="9480804" y="3241958"/>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Connector 130">
            <a:extLst>
              <a:ext uri="{FF2B5EF4-FFF2-40B4-BE49-F238E27FC236}">
                <a16:creationId xmlns:a16="http://schemas.microsoft.com/office/drawing/2014/main" id="{16958E3B-5BC7-AF6C-98CF-0DC37EEBB9CD}"/>
              </a:ext>
            </a:extLst>
          </p:cNvPr>
          <p:cNvCxnSpPr>
            <a:cxnSpLocks/>
          </p:cNvCxnSpPr>
          <p:nvPr userDrawn="1"/>
        </p:nvCxnSpPr>
        <p:spPr>
          <a:xfrm>
            <a:off x="9591405" y="2384298"/>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2" name="Text Placeholder 10">
            <a:extLst>
              <a:ext uri="{FF2B5EF4-FFF2-40B4-BE49-F238E27FC236}">
                <a16:creationId xmlns:a16="http://schemas.microsoft.com/office/drawing/2014/main" id="{661DF085-52D8-E54E-A1E4-6E3DDE54D808}"/>
              </a:ext>
            </a:extLst>
          </p:cNvPr>
          <p:cNvSpPr>
            <a:spLocks noGrp="1"/>
          </p:cNvSpPr>
          <p:nvPr>
            <p:ph type="body" sz="quarter" idx="46"/>
          </p:nvPr>
        </p:nvSpPr>
        <p:spPr>
          <a:xfrm>
            <a:off x="9059788" y="1509119"/>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
        <p:nvSpPr>
          <p:cNvPr id="133" name="Text Placeholder 10">
            <a:extLst>
              <a:ext uri="{FF2B5EF4-FFF2-40B4-BE49-F238E27FC236}">
                <a16:creationId xmlns:a16="http://schemas.microsoft.com/office/drawing/2014/main" id="{7ABA0387-F779-568A-36D6-62CB270B9B64}"/>
              </a:ext>
            </a:extLst>
          </p:cNvPr>
          <p:cNvSpPr>
            <a:spLocks noGrp="1"/>
          </p:cNvSpPr>
          <p:nvPr>
            <p:ph type="body" sz="quarter" idx="47" hasCustomPrompt="1"/>
          </p:nvPr>
        </p:nvSpPr>
        <p:spPr>
          <a:xfrm>
            <a:off x="10673782" y="2086537"/>
            <a:ext cx="540000" cy="234000"/>
          </a:xfrm>
          <a:ln>
            <a:solidFill>
              <a:schemeClr val="tx1"/>
            </a:solidFill>
          </a:ln>
        </p:spPr>
        <p:txBody>
          <a:bodyPr>
            <a:normAutofit/>
          </a:bodyPr>
          <a:lstStyle>
            <a:lvl1pPr marL="0" indent="0" algn="ctr">
              <a:buNone/>
              <a:defRPr sz="1200" b="1">
                <a:solidFill>
                  <a:schemeClr val="tx1"/>
                </a:solidFill>
              </a:defRPr>
            </a:lvl1pPr>
          </a:lstStyle>
          <a:p>
            <a:pPr lvl="0"/>
            <a:r>
              <a:rPr lang="en-US"/>
              <a:t>Year</a:t>
            </a:r>
            <a:endParaRPr lang="en-IN"/>
          </a:p>
        </p:txBody>
      </p:sp>
      <p:sp>
        <p:nvSpPr>
          <p:cNvPr id="134" name="Isosceles Triangle 133">
            <a:extLst>
              <a:ext uri="{FF2B5EF4-FFF2-40B4-BE49-F238E27FC236}">
                <a16:creationId xmlns:a16="http://schemas.microsoft.com/office/drawing/2014/main" id="{ADDE97CD-A65B-EF1F-C645-80F1730E8CE7}"/>
              </a:ext>
            </a:extLst>
          </p:cNvPr>
          <p:cNvSpPr/>
          <p:nvPr userDrawn="1"/>
        </p:nvSpPr>
        <p:spPr>
          <a:xfrm>
            <a:off x="10833181" y="3249000"/>
            <a:ext cx="221673" cy="18000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 name="Straight Connector 134">
            <a:extLst>
              <a:ext uri="{FF2B5EF4-FFF2-40B4-BE49-F238E27FC236}">
                <a16:creationId xmlns:a16="http://schemas.microsoft.com/office/drawing/2014/main" id="{BD9324A6-AD5D-1B36-56F9-4A59950CA3AC}"/>
              </a:ext>
            </a:extLst>
          </p:cNvPr>
          <p:cNvCxnSpPr>
            <a:cxnSpLocks/>
          </p:cNvCxnSpPr>
          <p:nvPr userDrawn="1"/>
        </p:nvCxnSpPr>
        <p:spPr>
          <a:xfrm>
            <a:off x="10943782" y="2391340"/>
            <a:ext cx="0" cy="85766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sp>
        <p:nvSpPr>
          <p:cNvPr id="136" name="Text Placeholder 10">
            <a:extLst>
              <a:ext uri="{FF2B5EF4-FFF2-40B4-BE49-F238E27FC236}">
                <a16:creationId xmlns:a16="http://schemas.microsoft.com/office/drawing/2014/main" id="{2C4794C1-6991-9E0C-8B6F-A44D481BA497}"/>
              </a:ext>
            </a:extLst>
          </p:cNvPr>
          <p:cNvSpPr>
            <a:spLocks noGrp="1"/>
          </p:cNvSpPr>
          <p:nvPr>
            <p:ph type="body" sz="quarter" idx="48"/>
          </p:nvPr>
        </p:nvSpPr>
        <p:spPr>
          <a:xfrm>
            <a:off x="10412165" y="1516161"/>
            <a:ext cx="1063234" cy="515670"/>
          </a:xfrm>
        </p:spPr>
        <p:txBody>
          <a:bodyPr>
            <a:normAutofit/>
          </a:bodyPr>
          <a:lstStyle>
            <a:lvl1pPr marL="0" indent="0" algn="ctr">
              <a:buNone/>
              <a:defRPr sz="1000" b="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32271817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a:xfrm>
            <a:off x="292608"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631900"/>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065993"/>
            <a:ext cx="0" cy="4106707"/>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856A952D-F700-6C2C-A022-C59747CF20EA}"/>
              </a:ext>
            </a:extLst>
          </p:cNvPr>
          <p:cNvSpPr>
            <a:spLocks noGrp="1"/>
          </p:cNvSpPr>
          <p:nvPr>
            <p:ph idx="15"/>
          </p:nvPr>
        </p:nvSpPr>
        <p:spPr>
          <a:xfrm>
            <a:off x="6421014" y="2065992"/>
            <a:ext cx="5490000" cy="41067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8">
            <a:extLst>
              <a:ext uri="{FF2B5EF4-FFF2-40B4-BE49-F238E27FC236}">
                <a16:creationId xmlns:a16="http://schemas.microsoft.com/office/drawing/2014/main" id="{A8EDB192-6A8E-F0AC-5320-AA0A1B36FD55}"/>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7926453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hasCustomPrompt="1"/>
          </p:nvPr>
        </p:nvSpPr>
        <p:spPr>
          <a:xfrm>
            <a:off x="6291414" y="876300"/>
            <a:ext cx="5619600" cy="270000"/>
          </a:xfrm>
        </p:spPr>
        <p:txBody>
          <a:bodyPr>
            <a:noAutofit/>
          </a:bodyPr>
          <a:lstStyle>
            <a:lvl1pPr marL="0" indent="0">
              <a:buNone/>
              <a:defRPr sz="1800" b="1">
                <a:solidFill>
                  <a:srgbClr val="00325B"/>
                </a:solidFill>
              </a:defRPr>
            </a:lvl1pPr>
          </a:lstStyle>
          <a:p>
            <a:pPr lvl="0"/>
            <a:r>
              <a:rPr lang="en-US"/>
              <a:t>Click to edit Master text styles – 18pt</a:t>
            </a:r>
            <a:endParaRPr lang="en-IN"/>
          </a:p>
        </p:txBody>
      </p:sp>
      <p:sp>
        <p:nvSpPr>
          <p:cNvPr id="8" name="Picture Placeholder 4">
            <a:extLst>
              <a:ext uri="{FF2B5EF4-FFF2-40B4-BE49-F238E27FC236}">
                <a16:creationId xmlns:a16="http://schemas.microsoft.com/office/drawing/2014/main" id="{46FBDF36-2E5E-A2F0-97AF-71533D6C9EE1}"/>
              </a:ext>
            </a:extLst>
          </p:cNvPr>
          <p:cNvSpPr>
            <a:spLocks noGrp="1"/>
          </p:cNvSpPr>
          <p:nvPr>
            <p:ph type="pic" sz="quarter" idx="16" hasCustomPrompt="1"/>
          </p:nvPr>
        </p:nvSpPr>
        <p:spPr>
          <a:xfrm>
            <a:off x="292606" y="876299"/>
            <a:ext cx="5688000" cy="5339773"/>
          </a:xfrm>
        </p:spPr>
        <p:txBody>
          <a:bodyPr/>
          <a:lstStyle>
            <a:lvl1pPr marL="0" indent="0">
              <a:buNone/>
              <a:defRPr/>
            </a:lvl1pPr>
          </a:lstStyle>
          <a:p>
            <a:r>
              <a:rPr lang="en-IN"/>
              <a:t>Click on icon to add picture</a:t>
            </a:r>
          </a:p>
        </p:txBody>
      </p:sp>
      <p:sp>
        <p:nvSpPr>
          <p:cNvPr id="13" name="Text Placeholder 12">
            <a:extLst>
              <a:ext uri="{FF2B5EF4-FFF2-40B4-BE49-F238E27FC236}">
                <a16:creationId xmlns:a16="http://schemas.microsoft.com/office/drawing/2014/main" id="{8420CC75-008C-2431-282F-E74D62272FE7}"/>
              </a:ext>
            </a:extLst>
          </p:cNvPr>
          <p:cNvSpPr>
            <a:spLocks noGrp="1"/>
          </p:cNvSpPr>
          <p:nvPr>
            <p:ph type="body" sz="quarter" idx="17" hasCustomPrompt="1"/>
          </p:nvPr>
        </p:nvSpPr>
        <p:spPr>
          <a:xfrm>
            <a:off x="6291414" y="1254992"/>
            <a:ext cx="5619600" cy="4917122"/>
          </a:xfrm>
        </p:spPr>
        <p:txBody>
          <a:bodyPr/>
          <a:lstStyle>
            <a:lvl1pPr>
              <a:defRPr/>
            </a:lvl1pPr>
            <a:lvl2pPr>
              <a:defRPr/>
            </a:lvl2pPr>
            <a:lvl3pPr>
              <a:defRPr/>
            </a:lvl3pPr>
            <a:lvl4pPr>
              <a:defRPr/>
            </a:lvl4pPr>
            <a:lvl5pPr marL="1828800" indent="0">
              <a:buNone/>
              <a:defRPr/>
            </a:lvl5pPr>
          </a:lstStyle>
          <a:p>
            <a:pPr lvl="0"/>
            <a:r>
              <a:rPr lang="en-US"/>
              <a:t>Click to edit Master text styles – 16pt</a:t>
            </a:r>
          </a:p>
          <a:p>
            <a:pPr lvl="1"/>
            <a:r>
              <a:rPr lang="en-US"/>
              <a:t>Second level – 14pt</a:t>
            </a:r>
          </a:p>
          <a:p>
            <a:pPr lvl="2"/>
            <a:r>
              <a:rPr lang="en-US"/>
              <a:t>Third level – 12pt</a:t>
            </a:r>
          </a:p>
          <a:p>
            <a:pPr lvl="3"/>
            <a:r>
              <a:rPr lang="en-US"/>
              <a:t>Fourth level – 11pt</a:t>
            </a:r>
          </a:p>
        </p:txBody>
      </p:sp>
    </p:spTree>
    <p:extLst>
      <p:ext uri="{BB962C8B-B14F-4D97-AF65-F5344CB8AC3E}">
        <p14:creationId xmlns:p14="http://schemas.microsoft.com/office/powerpoint/2010/main" val="30621356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11618976" cy="270000"/>
          </a:xfrm>
        </p:spPr>
        <p:txBody>
          <a:bodyPr>
            <a:normAutofit/>
          </a:bodyPr>
          <a:lstStyle>
            <a:lvl1pPr marL="0" indent="0">
              <a:buNone/>
              <a:defRPr sz="1400" b="1">
                <a:solidFill>
                  <a:schemeClr val="tx1"/>
                </a:solidFill>
              </a:defRPr>
            </a:lvl1pPr>
          </a:lstStyle>
          <a:p>
            <a:pPr lvl="0"/>
            <a:r>
              <a:rPr lang="en-US"/>
              <a:t>Click to edit Master text styles</a:t>
            </a:r>
          </a:p>
        </p:txBody>
      </p:sp>
      <p:cxnSp>
        <p:nvCxnSpPr>
          <p:cNvPr id="7" name="Straight Connector 6">
            <a:extLst>
              <a:ext uri="{FF2B5EF4-FFF2-40B4-BE49-F238E27FC236}">
                <a16:creationId xmlns:a16="http://schemas.microsoft.com/office/drawing/2014/main" id="{ACE91AE9-6A07-78D1-A8C0-6D49416B60DE}"/>
              </a:ext>
            </a:extLst>
          </p:cNvPr>
          <p:cNvCxnSpPr>
            <a:cxnSpLocks/>
          </p:cNvCxnSpPr>
          <p:nvPr userDrawn="1"/>
        </p:nvCxnSpPr>
        <p:spPr>
          <a:xfrm>
            <a:off x="6101811" y="2426206"/>
            <a:ext cx="0" cy="3456000"/>
          </a:xfrm>
          <a:prstGeom prst="line">
            <a:avLst/>
          </a:prstGeom>
          <a:ln w="3175">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6" name="Content Placeholder 2">
            <a:extLst>
              <a:ext uri="{FF2B5EF4-FFF2-40B4-BE49-F238E27FC236}">
                <a16:creationId xmlns:a16="http://schemas.microsoft.com/office/drawing/2014/main" id="{DA0CAD5A-4EB1-6ABB-4160-7BF63E0AABF6}"/>
              </a:ext>
            </a:extLst>
          </p:cNvPr>
          <p:cNvSpPr>
            <a:spLocks noGrp="1"/>
          </p:cNvSpPr>
          <p:nvPr>
            <p:ph idx="18"/>
          </p:nvPr>
        </p:nvSpPr>
        <p:spPr>
          <a:xfrm>
            <a:off x="6409392"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2" name="Content Placeholder 2">
            <a:extLst>
              <a:ext uri="{FF2B5EF4-FFF2-40B4-BE49-F238E27FC236}">
                <a16:creationId xmlns:a16="http://schemas.microsoft.com/office/drawing/2014/main" id="{CBA355D5-955D-1E31-2E6E-CAC70AD9EBCB}"/>
              </a:ext>
            </a:extLst>
          </p:cNvPr>
          <p:cNvSpPr>
            <a:spLocks noGrp="1"/>
          </p:cNvSpPr>
          <p:nvPr>
            <p:ph idx="24"/>
          </p:nvPr>
        </p:nvSpPr>
        <p:spPr>
          <a:xfrm>
            <a:off x="6409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3" name="Content Placeholder 2">
            <a:extLst>
              <a:ext uri="{FF2B5EF4-FFF2-40B4-BE49-F238E27FC236}">
                <a16:creationId xmlns:a16="http://schemas.microsoft.com/office/drawing/2014/main" id="{7A5DBD61-D886-CE94-09B6-A7363A8C3483}"/>
              </a:ext>
            </a:extLst>
          </p:cNvPr>
          <p:cNvSpPr>
            <a:spLocks noGrp="1"/>
          </p:cNvSpPr>
          <p:nvPr>
            <p:ph idx="25"/>
          </p:nvPr>
        </p:nvSpPr>
        <p:spPr>
          <a:xfrm>
            <a:off x="6409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4" name="Content Placeholder 2">
            <a:extLst>
              <a:ext uri="{FF2B5EF4-FFF2-40B4-BE49-F238E27FC236}">
                <a16:creationId xmlns:a16="http://schemas.microsoft.com/office/drawing/2014/main" id="{5672C7E3-0E7C-8EE7-888E-F46798953B00}"/>
              </a:ext>
            </a:extLst>
          </p:cNvPr>
          <p:cNvSpPr>
            <a:spLocks noGrp="1"/>
          </p:cNvSpPr>
          <p:nvPr>
            <p:ph idx="26"/>
          </p:nvPr>
        </p:nvSpPr>
        <p:spPr>
          <a:xfrm>
            <a:off x="9307387" y="3032664"/>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5" name="Content Placeholder 2">
            <a:extLst>
              <a:ext uri="{FF2B5EF4-FFF2-40B4-BE49-F238E27FC236}">
                <a16:creationId xmlns:a16="http://schemas.microsoft.com/office/drawing/2014/main" id="{7C5A5028-107A-6013-C0C5-4AB67F4AF051}"/>
              </a:ext>
            </a:extLst>
          </p:cNvPr>
          <p:cNvSpPr>
            <a:spLocks noGrp="1"/>
          </p:cNvSpPr>
          <p:nvPr>
            <p:ph idx="27"/>
          </p:nvPr>
        </p:nvSpPr>
        <p:spPr>
          <a:xfrm>
            <a:off x="9307387" y="4625160"/>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Text Placeholder 8">
            <a:extLst>
              <a:ext uri="{FF2B5EF4-FFF2-40B4-BE49-F238E27FC236}">
                <a16:creationId xmlns:a16="http://schemas.microsoft.com/office/drawing/2014/main" id="{A707BCC1-0B63-5B39-947F-961A733EFA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1322991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hasCustomPrompt="1"/>
          </p:nvPr>
        </p:nvSpPr>
        <p:spPr>
          <a:xfrm>
            <a:off x="292608"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3288326"/>
            <a:ext cx="3312000" cy="526303"/>
          </a:xfrm>
        </p:spPr>
        <p:txBody>
          <a:bodyPr/>
          <a:lstStyle>
            <a:lvl1pPr marL="0" indent="0">
              <a:buNone/>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5855BF5D-824A-F8E9-92BB-4E3CAAB2D331}"/>
              </a:ext>
            </a:extLst>
          </p:cNvPr>
          <p:cNvSpPr>
            <a:spLocks noGrp="1"/>
          </p:cNvSpPr>
          <p:nvPr>
            <p:ph idx="28" hasCustomPrompt="1"/>
          </p:nvPr>
        </p:nvSpPr>
        <p:spPr>
          <a:xfrm>
            <a:off x="292608"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13" name="Content Placeholder 2">
            <a:extLst>
              <a:ext uri="{FF2B5EF4-FFF2-40B4-BE49-F238E27FC236}">
                <a16:creationId xmlns:a16="http://schemas.microsoft.com/office/drawing/2014/main" id="{7A332B39-50C4-EF49-E964-288240B85BDE}"/>
              </a:ext>
            </a:extLst>
          </p:cNvPr>
          <p:cNvSpPr>
            <a:spLocks noGrp="1"/>
          </p:cNvSpPr>
          <p:nvPr>
            <p:ph idx="29"/>
          </p:nvPr>
        </p:nvSpPr>
        <p:spPr>
          <a:xfrm>
            <a:off x="292608" y="5145039"/>
            <a:ext cx="3312000" cy="526303"/>
          </a:xfrm>
        </p:spPr>
        <p:txBody>
          <a:bodyPr/>
          <a:lstStyle>
            <a:lvl1pPr marL="0" indent="0">
              <a:buNone/>
              <a:defRPr/>
            </a:lvl1pPr>
          </a:lstStyle>
          <a:p>
            <a:pPr lvl="0"/>
            <a:r>
              <a:rPr lang="en-US"/>
              <a:t>Click to edit Master text styles</a:t>
            </a:r>
          </a:p>
        </p:txBody>
      </p:sp>
      <p:sp>
        <p:nvSpPr>
          <p:cNvPr id="27" name="Content Placeholder 2">
            <a:extLst>
              <a:ext uri="{FF2B5EF4-FFF2-40B4-BE49-F238E27FC236}">
                <a16:creationId xmlns:a16="http://schemas.microsoft.com/office/drawing/2014/main" id="{7369CEA6-7F0A-3DF1-F52E-7ABF4D3AA8D2}"/>
              </a:ext>
            </a:extLst>
          </p:cNvPr>
          <p:cNvSpPr>
            <a:spLocks noGrp="1"/>
          </p:cNvSpPr>
          <p:nvPr>
            <p:ph idx="30" hasCustomPrompt="1"/>
          </p:nvPr>
        </p:nvSpPr>
        <p:spPr>
          <a:xfrm>
            <a:off x="4440000" y="22137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28" name="Content Placeholder 2">
            <a:extLst>
              <a:ext uri="{FF2B5EF4-FFF2-40B4-BE49-F238E27FC236}">
                <a16:creationId xmlns:a16="http://schemas.microsoft.com/office/drawing/2014/main" id="{81C27F4B-D3B7-090B-4E82-3F2F3AEC89F2}"/>
              </a:ext>
            </a:extLst>
          </p:cNvPr>
          <p:cNvSpPr>
            <a:spLocks noGrp="1"/>
          </p:cNvSpPr>
          <p:nvPr>
            <p:ph idx="31"/>
          </p:nvPr>
        </p:nvSpPr>
        <p:spPr>
          <a:xfrm>
            <a:off x="4440000" y="3288326"/>
            <a:ext cx="3312000" cy="526303"/>
          </a:xfrm>
        </p:spPr>
        <p:txBody>
          <a:bodyPr/>
          <a:lstStyle>
            <a:lvl1pPr marL="0" indent="0">
              <a:buNone/>
              <a:defRPr/>
            </a:lvl1pPr>
          </a:lstStyle>
          <a:p>
            <a:pPr lvl="0"/>
            <a:r>
              <a:rPr lang="en-US"/>
              <a:t>Click to edit Master text styles</a:t>
            </a:r>
          </a:p>
        </p:txBody>
      </p:sp>
      <p:sp>
        <p:nvSpPr>
          <p:cNvPr id="29" name="Content Placeholder 2">
            <a:extLst>
              <a:ext uri="{FF2B5EF4-FFF2-40B4-BE49-F238E27FC236}">
                <a16:creationId xmlns:a16="http://schemas.microsoft.com/office/drawing/2014/main" id="{6417D0BD-396F-B8B4-1801-22228C8B70AA}"/>
              </a:ext>
            </a:extLst>
          </p:cNvPr>
          <p:cNvSpPr>
            <a:spLocks noGrp="1"/>
          </p:cNvSpPr>
          <p:nvPr>
            <p:ph idx="32" hasCustomPrompt="1"/>
          </p:nvPr>
        </p:nvSpPr>
        <p:spPr>
          <a:xfrm>
            <a:off x="4440000" y="40704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0" name="Content Placeholder 2">
            <a:extLst>
              <a:ext uri="{FF2B5EF4-FFF2-40B4-BE49-F238E27FC236}">
                <a16:creationId xmlns:a16="http://schemas.microsoft.com/office/drawing/2014/main" id="{2E835598-C33A-62B9-AFA3-704C045DE148}"/>
              </a:ext>
            </a:extLst>
          </p:cNvPr>
          <p:cNvSpPr>
            <a:spLocks noGrp="1"/>
          </p:cNvSpPr>
          <p:nvPr>
            <p:ph idx="33"/>
          </p:nvPr>
        </p:nvSpPr>
        <p:spPr>
          <a:xfrm>
            <a:off x="4440000" y="5145039"/>
            <a:ext cx="3312000" cy="526303"/>
          </a:xfrm>
        </p:spPr>
        <p:txBody>
          <a:bodyPr/>
          <a:lstStyle>
            <a:lvl1pPr marL="0" indent="0">
              <a:buNone/>
              <a:defRPr/>
            </a:lvl1pPr>
          </a:lstStyle>
          <a:p>
            <a:pPr lvl="0"/>
            <a:r>
              <a:rPr lang="en-US"/>
              <a:t>Click to edit Master text styles</a:t>
            </a:r>
          </a:p>
        </p:txBody>
      </p:sp>
      <p:sp>
        <p:nvSpPr>
          <p:cNvPr id="31" name="Content Placeholder 2">
            <a:extLst>
              <a:ext uri="{FF2B5EF4-FFF2-40B4-BE49-F238E27FC236}">
                <a16:creationId xmlns:a16="http://schemas.microsoft.com/office/drawing/2014/main" id="{7A7D75B6-54BA-9FC1-C781-D6C1FBF52313}"/>
              </a:ext>
            </a:extLst>
          </p:cNvPr>
          <p:cNvSpPr>
            <a:spLocks noGrp="1"/>
          </p:cNvSpPr>
          <p:nvPr>
            <p:ph idx="34" hasCustomPrompt="1"/>
          </p:nvPr>
        </p:nvSpPr>
        <p:spPr>
          <a:xfrm>
            <a:off x="8587387" y="2207877"/>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2" name="Content Placeholder 2">
            <a:extLst>
              <a:ext uri="{FF2B5EF4-FFF2-40B4-BE49-F238E27FC236}">
                <a16:creationId xmlns:a16="http://schemas.microsoft.com/office/drawing/2014/main" id="{156547DD-9677-48BE-6DAA-2A75CA1BF06B}"/>
              </a:ext>
            </a:extLst>
          </p:cNvPr>
          <p:cNvSpPr>
            <a:spLocks noGrp="1"/>
          </p:cNvSpPr>
          <p:nvPr>
            <p:ph idx="35"/>
          </p:nvPr>
        </p:nvSpPr>
        <p:spPr>
          <a:xfrm>
            <a:off x="8587387" y="3282426"/>
            <a:ext cx="3312000" cy="526303"/>
          </a:xfrm>
        </p:spPr>
        <p:txBody>
          <a:bodyPr/>
          <a:lstStyle>
            <a:lvl1pPr marL="0" indent="0">
              <a:buNone/>
              <a:defRPr/>
            </a:lvl1pPr>
          </a:lstStyle>
          <a:p>
            <a:pPr lvl="0"/>
            <a:r>
              <a:rPr lang="en-US"/>
              <a:t>Click to edit Master text styles</a:t>
            </a:r>
          </a:p>
        </p:txBody>
      </p:sp>
      <p:sp>
        <p:nvSpPr>
          <p:cNvPr id="33" name="Content Placeholder 2">
            <a:extLst>
              <a:ext uri="{FF2B5EF4-FFF2-40B4-BE49-F238E27FC236}">
                <a16:creationId xmlns:a16="http://schemas.microsoft.com/office/drawing/2014/main" id="{CD7E0260-5407-E364-3C9F-CDC9535A926C}"/>
              </a:ext>
            </a:extLst>
          </p:cNvPr>
          <p:cNvSpPr>
            <a:spLocks noGrp="1"/>
          </p:cNvSpPr>
          <p:nvPr>
            <p:ph idx="36" hasCustomPrompt="1"/>
          </p:nvPr>
        </p:nvSpPr>
        <p:spPr>
          <a:xfrm>
            <a:off x="8587387" y="4064590"/>
            <a:ext cx="3312000" cy="990000"/>
          </a:xfrm>
        </p:spPr>
        <p:txBody>
          <a:bodyPr>
            <a:noAutofit/>
          </a:bodyPr>
          <a:lstStyle>
            <a:lvl1pPr marL="0" indent="0">
              <a:buNone/>
              <a:defRPr sz="7200" b="1">
                <a:solidFill>
                  <a:srgbClr val="22A28A"/>
                </a:solidFill>
              </a:defRPr>
            </a:lvl1pPr>
            <a:lvl2pPr marL="457200" indent="0">
              <a:buNone/>
              <a:defRPr/>
            </a:lvl2pPr>
          </a:lstStyle>
          <a:p>
            <a:pPr lvl="0"/>
            <a:r>
              <a:rPr lang="en-US"/>
              <a:t>Edit</a:t>
            </a:r>
            <a:endParaRPr lang="en-IN"/>
          </a:p>
        </p:txBody>
      </p:sp>
      <p:sp>
        <p:nvSpPr>
          <p:cNvPr id="34" name="Content Placeholder 2">
            <a:extLst>
              <a:ext uri="{FF2B5EF4-FFF2-40B4-BE49-F238E27FC236}">
                <a16:creationId xmlns:a16="http://schemas.microsoft.com/office/drawing/2014/main" id="{F01492E6-66AD-4216-E0DF-1CD67AA8C5A2}"/>
              </a:ext>
            </a:extLst>
          </p:cNvPr>
          <p:cNvSpPr>
            <a:spLocks noGrp="1"/>
          </p:cNvSpPr>
          <p:nvPr>
            <p:ph idx="37"/>
          </p:nvPr>
        </p:nvSpPr>
        <p:spPr>
          <a:xfrm>
            <a:off x="8587387" y="5139139"/>
            <a:ext cx="3312000" cy="526303"/>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EBEC49B7-B2E1-EEB7-2B3F-DF47272B7867}"/>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16810672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6096000" y="0"/>
            <a:ext cx="6096000" cy="6858000"/>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5489424"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7" y="1005223"/>
            <a:ext cx="5489995"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761204"/>
            <a:ext cx="5489994" cy="269482"/>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2426206"/>
            <a:ext cx="5489995" cy="324000"/>
          </a:xfrm>
        </p:spPr>
        <p:txBody>
          <a:bodyPr>
            <a:normAutofit/>
          </a:bodyPr>
          <a:lstStyle>
            <a:lvl1pPr marL="0" indent="0">
              <a:buNone/>
              <a:defRPr sz="1600" b="0">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2">
            <a:extLst>
              <a:ext uri="{FF2B5EF4-FFF2-40B4-BE49-F238E27FC236}">
                <a16:creationId xmlns:a16="http://schemas.microsoft.com/office/drawing/2014/main" id="{E1C67741-3B90-9D6B-331C-4D7F4F2CE18F}"/>
              </a:ext>
            </a:extLst>
          </p:cNvPr>
          <p:cNvSpPr>
            <a:spLocks noGrp="1"/>
          </p:cNvSpPr>
          <p:nvPr>
            <p:ph idx="17"/>
          </p:nvPr>
        </p:nvSpPr>
        <p:spPr>
          <a:xfrm>
            <a:off x="292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19" name="Content Placeholder 2">
            <a:extLst>
              <a:ext uri="{FF2B5EF4-FFF2-40B4-BE49-F238E27FC236}">
                <a16:creationId xmlns:a16="http://schemas.microsoft.com/office/drawing/2014/main" id="{BF75F36C-D2F2-AC0F-BBB5-EECA1B985E54}"/>
              </a:ext>
            </a:extLst>
          </p:cNvPr>
          <p:cNvSpPr>
            <a:spLocks noGrp="1"/>
          </p:cNvSpPr>
          <p:nvPr>
            <p:ph idx="21"/>
          </p:nvPr>
        </p:nvSpPr>
        <p:spPr>
          <a:xfrm>
            <a:off x="292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0" name="Content Placeholder 2">
            <a:extLst>
              <a:ext uri="{FF2B5EF4-FFF2-40B4-BE49-F238E27FC236}">
                <a16:creationId xmlns:a16="http://schemas.microsoft.com/office/drawing/2014/main" id="{85C2017F-1DDD-416F-CE65-F026FA0E3A3F}"/>
              </a:ext>
            </a:extLst>
          </p:cNvPr>
          <p:cNvSpPr>
            <a:spLocks noGrp="1"/>
          </p:cNvSpPr>
          <p:nvPr>
            <p:ph idx="22"/>
          </p:nvPr>
        </p:nvSpPr>
        <p:spPr>
          <a:xfrm>
            <a:off x="3190608" y="3029710"/>
            <a:ext cx="2592000" cy="1296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21" name="Content Placeholder 2">
            <a:extLst>
              <a:ext uri="{FF2B5EF4-FFF2-40B4-BE49-F238E27FC236}">
                <a16:creationId xmlns:a16="http://schemas.microsoft.com/office/drawing/2014/main" id="{12984B83-C158-3F57-8C72-DEBF6C2704E5}"/>
              </a:ext>
            </a:extLst>
          </p:cNvPr>
          <p:cNvSpPr>
            <a:spLocks noGrp="1"/>
          </p:cNvSpPr>
          <p:nvPr>
            <p:ph idx="23"/>
          </p:nvPr>
        </p:nvSpPr>
        <p:spPr>
          <a:xfrm>
            <a:off x="3190608" y="4622206"/>
            <a:ext cx="2592000" cy="1260000"/>
          </a:xfrm>
        </p:spPr>
        <p:txBody>
          <a:bodyPr>
            <a:normAutofit/>
          </a:bodyPr>
          <a:lstStyle>
            <a:lvl1pPr>
              <a:defRPr sz="1400"/>
            </a:lvl1pPr>
            <a:lvl2pPr>
              <a:defRPr sz="1200"/>
            </a:lvl2pPr>
          </a:lstStyle>
          <a:p>
            <a:pPr lvl="0"/>
            <a:r>
              <a:rPr lang="en-US"/>
              <a:t>Click to edit Master text styles</a:t>
            </a:r>
          </a:p>
          <a:p>
            <a:pPr lvl="1"/>
            <a:r>
              <a:rPr lang="en-US"/>
              <a:t>Second level</a:t>
            </a:r>
          </a:p>
        </p:txBody>
      </p:sp>
      <p:sp>
        <p:nvSpPr>
          <p:cNvPr id="3" name="Slide Number Placeholder 5">
            <a:extLst>
              <a:ext uri="{FF2B5EF4-FFF2-40B4-BE49-F238E27FC236}">
                <a16:creationId xmlns:a16="http://schemas.microsoft.com/office/drawing/2014/main" id="{5946E9CF-A3B8-C310-CBED-0EB39886397A}"/>
              </a:ext>
            </a:extLst>
          </p:cNvPr>
          <p:cNvSpPr>
            <a:spLocks noGrp="1"/>
          </p:cNvSpPr>
          <p:nvPr>
            <p:ph type="sldNum" sz="quarter" idx="12"/>
          </p:nvPr>
        </p:nvSpPr>
        <p:spPr>
          <a:xfrm>
            <a:off x="9927336" y="6423984"/>
            <a:ext cx="1404000" cy="365125"/>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2243754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1D4DBB57-F692-BBE0-0561-EF35193B72C6}"/>
              </a:ext>
            </a:extLst>
          </p:cNvPr>
          <p:cNvSpPr>
            <a:spLocks noGrp="1"/>
          </p:cNvSpPr>
          <p:nvPr>
            <p:ph type="pic" sz="quarter" idx="24"/>
          </p:nvPr>
        </p:nvSpPr>
        <p:spPr>
          <a:xfrm>
            <a:off x="0" y="2286000"/>
            <a:ext cx="12192000" cy="4077855"/>
          </a:xfrm>
        </p:spPr>
        <p:txBody>
          <a:bodyPr/>
          <a:lstStyle/>
          <a:p>
            <a:r>
              <a:rPr lang="en-US"/>
              <a:t>Click icon to add picture</a:t>
            </a:r>
            <a:endParaRPr lang="en-IN"/>
          </a:p>
        </p:txBody>
      </p:sp>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a:xfrm>
            <a:off x="292608" y="392323"/>
            <a:ext cx="9556242" cy="360000"/>
          </a:xfrm>
        </p:spPr>
        <p:txBody>
          <a:bodyPr/>
          <a:lstStyle/>
          <a:p>
            <a:r>
              <a:rPr lang="en-US"/>
              <a:t>Click to edit Master title style</a:t>
            </a:r>
            <a:endParaRPr lang="en-IN"/>
          </a:p>
        </p:txBody>
      </p:sp>
      <p:sp>
        <p:nvSpPr>
          <p:cNvPr id="9" name="Text Placeholder 8">
            <a:extLst>
              <a:ext uri="{FF2B5EF4-FFF2-40B4-BE49-F238E27FC236}">
                <a16:creationId xmlns:a16="http://schemas.microsoft.com/office/drawing/2014/main" id="{9DF65BEE-C716-08D0-8849-DEE09076F182}"/>
              </a:ext>
            </a:extLst>
          </p:cNvPr>
          <p:cNvSpPr>
            <a:spLocks noGrp="1"/>
          </p:cNvSpPr>
          <p:nvPr>
            <p:ph type="body" sz="quarter" idx="13"/>
          </p:nvPr>
        </p:nvSpPr>
        <p:spPr>
          <a:xfrm>
            <a:off x="292035" y="1005223"/>
            <a:ext cx="11620800"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4" name="Slide Number Placeholder 3">
            <a:extLst>
              <a:ext uri="{FF2B5EF4-FFF2-40B4-BE49-F238E27FC236}">
                <a16:creationId xmlns:a16="http://schemas.microsoft.com/office/drawing/2014/main" id="{4B0E84E9-F55E-454F-2885-234FBCA19966}"/>
              </a:ext>
            </a:extLst>
          </p:cNvPr>
          <p:cNvSpPr>
            <a:spLocks noGrp="1"/>
          </p:cNvSpPr>
          <p:nvPr>
            <p:ph type="sldNum" sz="quarter" idx="25"/>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Tree>
    <p:extLst>
      <p:ext uri="{BB962C8B-B14F-4D97-AF65-F5344CB8AC3E}">
        <p14:creationId xmlns:p14="http://schemas.microsoft.com/office/powerpoint/2010/main" val="121183096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25304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856993"/>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491016" y="164111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2744FD50-4670-9A89-E0F8-E2CCECF36B5A}"/>
              </a:ext>
            </a:extLst>
          </p:cNvPr>
          <p:cNvSpPr>
            <a:spLocks noGrp="1"/>
          </p:cNvSpPr>
          <p:nvPr>
            <p:ph idx="23"/>
          </p:nvPr>
        </p:nvSpPr>
        <p:spPr>
          <a:xfrm>
            <a:off x="8491014" y="2043834"/>
            <a:ext cx="3420000" cy="4078916"/>
          </a:xfrm>
        </p:spPr>
        <p:txBody>
          <a:bodyPr>
            <a:normAutofit/>
          </a:bodyPr>
          <a:lstStyle>
            <a:lvl1pPr marL="285750" indent="-285750">
              <a:buClr>
                <a:srgbClr val="22A28A"/>
              </a:buClr>
              <a:buFont typeface="Wingdings" panose="05000000000000000000" pitchFamily="2" charset="2"/>
              <a:buChar char="ü"/>
              <a:defRPr sz="1400"/>
            </a:lvl1pPr>
            <a:lvl2pPr marL="457200" indent="0">
              <a:buNone/>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600" y="1641115"/>
            <a:ext cx="4127400" cy="4481636"/>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601426"/>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1980263"/>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5186750"/>
            <a:ext cx="3419998"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0070509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7" y="1641115"/>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5" y="331769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5" y="5005734"/>
            <a:ext cx="3762727"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7" name="Content Placeholder 2">
            <a:extLst>
              <a:ext uri="{FF2B5EF4-FFF2-40B4-BE49-F238E27FC236}">
                <a16:creationId xmlns:a16="http://schemas.microsoft.com/office/drawing/2014/main" id="{78704F1E-6CFB-52CD-B2E8-5F0DD87FE7DF}"/>
              </a:ext>
            </a:extLst>
          </p:cNvPr>
          <p:cNvSpPr>
            <a:spLocks noGrp="1"/>
          </p:cNvSpPr>
          <p:nvPr>
            <p:ph idx="22"/>
          </p:nvPr>
        </p:nvSpPr>
        <p:spPr>
          <a:xfrm>
            <a:off x="8136669" y="1641115"/>
            <a:ext cx="3774345"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386000" y="1641114"/>
            <a:ext cx="3420001" cy="4630377"/>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6" y="3666078"/>
            <a:ext cx="3762727"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6" y="1980263"/>
            <a:ext cx="3762727"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6" y="5335491"/>
            <a:ext cx="3762727" cy="93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62D8FC8B-4986-9FAF-04E4-8433AE0C757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9" name="Text Placeholder 8">
            <a:extLst>
              <a:ext uri="{FF2B5EF4-FFF2-40B4-BE49-F238E27FC236}">
                <a16:creationId xmlns:a16="http://schemas.microsoft.com/office/drawing/2014/main" id="{D2EFCD93-7626-1F05-7C3E-FF62764C0261}"/>
              </a:ext>
            </a:extLst>
          </p:cNvPr>
          <p:cNvSpPr>
            <a:spLocks noGrp="1"/>
          </p:cNvSpPr>
          <p:nvPr>
            <p:ph type="body" sz="quarter" idx="28"/>
          </p:nvPr>
        </p:nvSpPr>
        <p:spPr>
          <a:xfrm>
            <a:off x="8136665" y="2043833"/>
            <a:ext cx="3774348" cy="42276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294894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872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096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320024"/>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872023"/>
            <a:ext cx="7872413" cy="3381465"/>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44408"/>
            <a:ext cx="3419998" cy="57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220408"/>
            <a:ext cx="3419998" cy="57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677489"/>
            <a:ext cx="3419998" cy="576000"/>
          </a:xfrm>
        </p:spPr>
        <p:txBody>
          <a:bodyPr/>
          <a:lstStyle>
            <a:lvl1pPr marL="0" indent="0">
              <a:buNone/>
              <a:defRPr/>
            </a:lvl1pPr>
          </a:lstStyle>
          <a:p>
            <a:pPr lvl="0"/>
            <a:r>
              <a:rPr lang="en-US"/>
              <a:t>Click to edit Master text styles</a:t>
            </a:r>
          </a:p>
        </p:txBody>
      </p:sp>
      <p:sp>
        <p:nvSpPr>
          <p:cNvPr id="3" name="Text Placeholder 8">
            <a:extLst>
              <a:ext uri="{FF2B5EF4-FFF2-40B4-BE49-F238E27FC236}">
                <a16:creationId xmlns:a16="http://schemas.microsoft.com/office/drawing/2014/main" id="{39F170C0-940B-C131-FF45-7320CABA6DF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41169281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1" name="Text Placeholder 10">
            <a:extLst>
              <a:ext uri="{FF2B5EF4-FFF2-40B4-BE49-F238E27FC236}">
                <a16:creationId xmlns:a16="http://schemas.microsoft.com/office/drawing/2014/main" id="{DB503BF9-2AB6-A4EB-452A-7C207A380F05}"/>
              </a:ext>
            </a:extLst>
          </p:cNvPr>
          <p:cNvSpPr>
            <a:spLocks noGrp="1"/>
          </p:cNvSpPr>
          <p:nvPr>
            <p:ph type="body" sz="quarter" idx="14"/>
          </p:nvPr>
        </p:nvSpPr>
        <p:spPr>
          <a:xfrm>
            <a:off x="292038" y="1005223"/>
            <a:ext cx="11618976" cy="270000"/>
          </a:xfrm>
        </p:spPr>
        <p:txBody>
          <a:bodyPr>
            <a:normAutofit/>
          </a:bodyPr>
          <a:lstStyle>
            <a:lvl1pPr marL="0" indent="0">
              <a:buNone/>
              <a:defRPr sz="1400" b="0">
                <a:solidFill>
                  <a:schemeClr val="tx1"/>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AF9A5DB1-E683-9CD4-F89A-863FF596BDBC}"/>
              </a:ext>
            </a:extLst>
          </p:cNvPr>
          <p:cNvSpPr>
            <a:spLocks noGrp="1"/>
          </p:cNvSpPr>
          <p:nvPr>
            <p:ph idx="16"/>
          </p:nvPr>
        </p:nvSpPr>
        <p:spPr>
          <a:xfrm>
            <a:off x="292608" y="1670225"/>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2">
            <a:extLst>
              <a:ext uri="{FF2B5EF4-FFF2-40B4-BE49-F238E27FC236}">
                <a16:creationId xmlns:a16="http://schemas.microsoft.com/office/drawing/2014/main" id="{03A7AE45-9689-6786-0F78-DAF4DE622401}"/>
              </a:ext>
            </a:extLst>
          </p:cNvPr>
          <p:cNvSpPr>
            <a:spLocks noGrp="1"/>
          </p:cNvSpPr>
          <p:nvPr>
            <p:ph idx="18"/>
          </p:nvPr>
        </p:nvSpPr>
        <p:spPr>
          <a:xfrm>
            <a:off x="292606" y="3120948"/>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4559312"/>
            <a:ext cx="3419998" cy="324000"/>
          </a:xfrm>
        </p:spPr>
        <p:txBody>
          <a:bodyPr>
            <a:normAutofit/>
          </a:bodyPr>
          <a:lstStyle>
            <a:lvl1pPr marL="0" indent="0">
              <a:buNone/>
              <a:defRPr sz="1600" b="1">
                <a:solidFill>
                  <a:srgbClr val="22A28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0" name="Picture Placeholder 29">
            <a:extLst>
              <a:ext uri="{FF2B5EF4-FFF2-40B4-BE49-F238E27FC236}">
                <a16:creationId xmlns:a16="http://schemas.microsoft.com/office/drawing/2014/main" id="{46570D76-052B-A68E-E2E2-119C24F58573}"/>
              </a:ext>
            </a:extLst>
          </p:cNvPr>
          <p:cNvSpPr>
            <a:spLocks noGrp="1"/>
          </p:cNvSpPr>
          <p:nvPr>
            <p:ph type="pic" sz="quarter" idx="24"/>
          </p:nvPr>
        </p:nvSpPr>
        <p:spPr>
          <a:xfrm>
            <a:off x="4038599" y="1670224"/>
            <a:ext cx="7872413" cy="4182553"/>
          </a:xfrm>
        </p:spPr>
        <p:txBody>
          <a:bodyPr/>
          <a:lstStyle/>
          <a:p>
            <a:r>
              <a:rPr lang="en-US"/>
              <a:t>Click icon to add picture</a:t>
            </a:r>
            <a:endParaRPr lang="en-IN"/>
          </a:p>
        </p:txBody>
      </p:sp>
      <p:sp>
        <p:nvSpPr>
          <p:cNvPr id="5" name="Text Placeholder 4">
            <a:extLst>
              <a:ext uri="{FF2B5EF4-FFF2-40B4-BE49-F238E27FC236}">
                <a16:creationId xmlns:a16="http://schemas.microsoft.com/office/drawing/2014/main" id="{B18221E9-8FAC-CB26-AC82-490526B06F29}"/>
              </a:ext>
            </a:extLst>
          </p:cNvPr>
          <p:cNvSpPr>
            <a:spLocks noGrp="1"/>
          </p:cNvSpPr>
          <p:nvPr>
            <p:ph type="body" sz="quarter" idx="25"/>
          </p:nvPr>
        </p:nvSpPr>
        <p:spPr>
          <a:xfrm>
            <a:off x="292037" y="3450860"/>
            <a:ext cx="3419998" cy="936000"/>
          </a:xfrm>
        </p:spPr>
        <p:txBody>
          <a:bodyPr/>
          <a:lstStyle>
            <a:lvl1pPr marL="0" indent="0">
              <a:buNone/>
              <a:defRPr/>
            </a:lvl1pPr>
          </a:lstStyle>
          <a:p>
            <a:pPr lvl="0"/>
            <a:r>
              <a:rPr lang="en-US"/>
              <a:t>Click to edit Master text styles</a:t>
            </a:r>
          </a:p>
        </p:txBody>
      </p:sp>
      <p:sp>
        <p:nvSpPr>
          <p:cNvPr id="7" name="Text Placeholder 4">
            <a:extLst>
              <a:ext uri="{FF2B5EF4-FFF2-40B4-BE49-F238E27FC236}">
                <a16:creationId xmlns:a16="http://schemas.microsoft.com/office/drawing/2014/main" id="{F631983C-5C92-8EBF-6079-25B795B2FD31}"/>
              </a:ext>
            </a:extLst>
          </p:cNvPr>
          <p:cNvSpPr>
            <a:spLocks noGrp="1"/>
          </p:cNvSpPr>
          <p:nvPr>
            <p:ph type="body" sz="quarter" idx="26"/>
          </p:nvPr>
        </p:nvSpPr>
        <p:spPr>
          <a:xfrm>
            <a:off x="292037" y="2018609"/>
            <a:ext cx="3419998" cy="936000"/>
          </a:xfrm>
        </p:spPr>
        <p:txBody>
          <a:bodyPr/>
          <a:lstStyle>
            <a:lvl1pPr marL="0" indent="0">
              <a:buNone/>
              <a:defRPr/>
            </a:lvl1pPr>
          </a:lstStyle>
          <a:p>
            <a:pPr lvl="0"/>
            <a:r>
              <a:rPr lang="en-US"/>
              <a:t>Click to edit Master text styles</a:t>
            </a:r>
          </a:p>
        </p:txBody>
      </p:sp>
      <p:sp>
        <p:nvSpPr>
          <p:cNvPr id="10" name="Text Placeholder 4">
            <a:extLst>
              <a:ext uri="{FF2B5EF4-FFF2-40B4-BE49-F238E27FC236}">
                <a16:creationId xmlns:a16="http://schemas.microsoft.com/office/drawing/2014/main" id="{93EE1440-3374-2E72-7589-94B42689B405}"/>
              </a:ext>
            </a:extLst>
          </p:cNvPr>
          <p:cNvSpPr>
            <a:spLocks noGrp="1"/>
          </p:cNvSpPr>
          <p:nvPr>
            <p:ph type="body" sz="quarter" idx="27"/>
          </p:nvPr>
        </p:nvSpPr>
        <p:spPr>
          <a:xfrm>
            <a:off x="292037" y="4916777"/>
            <a:ext cx="3419998" cy="936000"/>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8652398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18" name="Content Placeholder 2">
            <a:extLst>
              <a:ext uri="{FF2B5EF4-FFF2-40B4-BE49-F238E27FC236}">
                <a16:creationId xmlns:a16="http://schemas.microsoft.com/office/drawing/2014/main" id="{E78FCA6A-2C27-83DA-1720-783C8A105D7A}"/>
              </a:ext>
            </a:extLst>
          </p:cNvPr>
          <p:cNvSpPr>
            <a:spLocks noGrp="1"/>
          </p:cNvSpPr>
          <p:nvPr>
            <p:ph idx="20"/>
          </p:nvPr>
        </p:nvSpPr>
        <p:spPr>
          <a:xfrm>
            <a:off x="292606" y="1825842"/>
            <a:ext cx="2448000" cy="3344888"/>
          </a:xfrm>
        </p:spPr>
        <p:txBody>
          <a:bodyPr anchor="b">
            <a:normAutofit/>
          </a:bodyPr>
          <a:lstStyle>
            <a:lvl1pPr marL="0" indent="0">
              <a:buNone/>
              <a:defRPr sz="3200" b="1">
                <a:solidFill>
                  <a:srgbClr val="00325B"/>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hasCustomPrompt="1"/>
          </p:nvPr>
        </p:nvSpPr>
        <p:spPr>
          <a:xfrm>
            <a:off x="9463586" y="2722730"/>
            <a:ext cx="2447427" cy="2448000"/>
          </a:xfrm>
        </p:spPr>
        <p:txBody>
          <a:bodyPr anchor="b"/>
          <a:lstStyle>
            <a:lvl1pPr>
              <a:defRPr>
                <a:solidFill>
                  <a:schemeClr val="bg2"/>
                </a:solidFill>
              </a:defRPr>
            </a:lvl1pPr>
          </a:lstStyle>
          <a:p>
            <a:r>
              <a:rPr lang="en-IN"/>
              <a:t>Click to add icon</a:t>
            </a:r>
          </a:p>
        </p:txBody>
      </p:sp>
      <p:sp>
        <p:nvSpPr>
          <p:cNvPr id="5" name="Text Placeholder 4">
            <a:extLst>
              <a:ext uri="{FF2B5EF4-FFF2-40B4-BE49-F238E27FC236}">
                <a16:creationId xmlns:a16="http://schemas.microsoft.com/office/drawing/2014/main" id="{60E8066F-E886-A2F7-6BEF-6FF8D77B784F}"/>
              </a:ext>
            </a:extLst>
          </p:cNvPr>
          <p:cNvSpPr>
            <a:spLocks noGrp="1"/>
          </p:cNvSpPr>
          <p:nvPr>
            <p:ph type="body" sz="quarter" idx="22"/>
          </p:nvPr>
        </p:nvSpPr>
        <p:spPr>
          <a:xfrm>
            <a:off x="2985552" y="1825842"/>
            <a:ext cx="6231600" cy="3344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Text Placeholder 8">
            <a:extLst>
              <a:ext uri="{FF2B5EF4-FFF2-40B4-BE49-F238E27FC236}">
                <a16:creationId xmlns:a16="http://schemas.microsoft.com/office/drawing/2014/main" id="{83F83B0F-5FDA-1DA1-88B4-0E966CBDD29E}"/>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7664367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
        <p:nvSpPr>
          <p:cNvPr id="7" name="Picture Placeholder 6">
            <a:extLst>
              <a:ext uri="{FF2B5EF4-FFF2-40B4-BE49-F238E27FC236}">
                <a16:creationId xmlns:a16="http://schemas.microsoft.com/office/drawing/2014/main" id="{7A501C84-F490-91D4-EB48-398AF3ECB28E}"/>
              </a:ext>
            </a:extLst>
          </p:cNvPr>
          <p:cNvSpPr>
            <a:spLocks noGrp="1"/>
          </p:cNvSpPr>
          <p:nvPr>
            <p:ph type="pic" sz="quarter" idx="21"/>
          </p:nvPr>
        </p:nvSpPr>
        <p:spPr>
          <a:xfrm>
            <a:off x="9248910" y="1801858"/>
            <a:ext cx="2664000" cy="648000"/>
          </a:xfrm>
        </p:spPr>
        <p:txBody>
          <a:bodyPr/>
          <a:lstStyle/>
          <a:p>
            <a:r>
              <a:rPr lang="en-US"/>
              <a:t>Click icon to add picture</a:t>
            </a:r>
            <a:endParaRPr lang="en-IN"/>
          </a:p>
        </p:txBody>
      </p:sp>
      <p:sp>
        <p:nvSpPr>
          <p:cNvPr id="5" name="Picture Placeholder 6">
            <a:extLst>
              <a:ext uri="{FF2B5EF4-FFF2-40B4-BE49-F238E27FC236}">
                <a16:creationId xmlns:a16="http://schemas.microsoft.com/office/drawing/2014/main" id="{5A3A362D-F602-56C5-FCB7-4A01933897DC}"/>
              </a:ext>
            </a:extLst>
          </p:cNvPr>
          <p:cNvSpPr>
            <a:spLocks noGrp="1"/>
          </p:cNvSpPr>
          <p:nvPr>
            <p:ph type="pic" sz="quarter" idx="22"/>
          </p:nvPr>
        </p:nvSpPr>
        <p:spPr>
          <a:xfrm>
            <a:off x="6263286" y="1801858"/>
            <a:ext cx="2664000" cy="648000"/>
          </a:xfrm>
        </p:spPr>
        <p:txBody>
          <a:bodyPr/>
          <a:lstStyle/>
          <a:p>
            <a:r>
              <a:rPr lang="en-US"/>
              <a:t>Click icon to add picture</a:t>
            </a:r>
            <a:endParaRPr lang="en-IN"/>
          </a:p>
        </p:txBody>
      </p:sp>
      <p:sp>
        <p:nvSpPr>
          <p:cNvPr id="8" name="Picture Placeholder 6">
            <a:extLst>
              <a:ext uri="{FF2B5EF4-FFF2-40B4-BE49-F238E27FC236}">
                <a16:creationId xmlns:a16="http://schemas.microsoft.com/office/drawing/2014/main" id="{DF651032-1779-15D1-43FA-F44C5382DC3D}"/>
              </a:ext>
            </a:extLst>
          </p:cNvPr>
          <p:cNvSpPr>
            <a:spLocks noGrp="1"/>
          </p:cNvSpPr>
          <p:nvPr>
            <p:ph type="pic" sz="quarter" idx="23"/>
          </p:nvPr>
        </p:nvSpPr>
        <p:spPr>
          <a:xfrm>
            <a:off x="3277662" y="1801858"/>
            <a:ext cx="2664000" cy="648000"/>
          </a:xfrm>
        </p:spPr>
        <p:txBody>
          <a:bodyPr/>
          <a:lstStyle/>
          <a:p>
            <a:r>
              <a:rPr lang="en-US"/>
              <a:t>Click icon to add picture</a:t>
            </a:r>
            <a:endParaRPr lang="en-IN"/>
          </a:p>
        </p:txBody>
      </p:sp>
      <p:sp>
        <p:nvSpPr>
          <p:cNvPr id="10" name="Picture Placeholder 6">
            <a:extLst>
              <a:ext uri="{FF2B5EF4-FFF2-40B4-BE49-F238E27FC236}">
                <a16:creationId xmlns:a16="http://schemas.microsoft.com/office/drawing/2014/main" id="{AF573E1A-9CE0-D1F7-223C-BEF5EDF32344}"/>
              </a:ext>
            </a:extLst>
          </p:cNvPr>
          <p:cNvSpPr>
            <a:spLocks noGrp="1"/>
          </p:cNvSpPr>
          <p:nvPr>
            <p:ph type="pic" sz="quarter" idx="24"/>
          </p:nvPr>
        </p:nvSpPr>
        <p:spPr>
          <a:xfrm>
            <a:off x="292038" y="1801858"/>
            <a:ext cx="2664000" cy="648000"/>
          </a:xfrm>
        </p:spPr>
        <p:txBody>
          <a:bodyPr/>
          <a:lstStyle/>
          <a:p>
            <a:r>
              <a:rPr lang="en-US"/>
              <a:t>Click icon to add picture</a:t>
            </a:r>
            <a:endParaRPr lang="en-IN"/>
          </a:p>
        </p:txBody>
      </p:sp>
      <p:sp>
        <p:nvSpPr>
          <p:cNvPr id="12" name="Picture Placeholder 6">
            <a:extLst>
              <a:ext uri="{FF2B5EF4-FFF2-40B4-BE49-F238E27FC236}">
                <a16:creationId xmlns:a16="http://schemas.microsoft.com/office/drawing/2014/main" id="{63884552-F381-225D-FD45-E0B8CBB94B45}"/>
              </a:ext>
            </a:extLst>
          </p:cNvPr>
          <p:cNvSpPr>
            <a:spLocks noGrp="1"/>
          </p:cNvSpPr>
          <p:nvPr>
            <p:ph type="pic" sz="quarter" idx="25"/>
          </p:nvPr>
        </p:nvSpPr>
        <p:spPr>
          <a:xfrm>
            <a:off x="9248909" y="2751946"/>
            <a:ext cx="2664000" cy="648000"/>
          </a:xfrm>
        </p:spPr>
        <p:txBody>
          <a:bodyPr/>
          <a:lstStyle/>
          <a:p>
            <a:r>
              <a:rPr lang="en-US"/>
              <a:t>Click icon to add picture</a:t>
            </a:r>
            <a:endParaRPr lang="en-IN"/>
          </a:p>
        </p:txBody>
      </p:sp>
      <p:sp>
        <p:nvSpPr>
          <p:cNvPr id="13" name="Picture Placeholder 6">
            <a:extLst>
              <a:ext uri="{FF2B5EF4-FFF2-40B4-BE49-F238E27FC236}">
                <a16:creationId xmlns:a16="http://schemas.microsoft.com/office/drawing/2014/main" id="{29CB7A7E-C219-C9FF-A807-A6300FB932C6}"/>
              </a:ext>
            </a:extLst>
          </p:cNvPr>
          <p:cNvSpPr>
            <a:spLocks noGrp="1"/>
          </p:cNvSpPr>
          <p:nvPr>
            <p:ph type="pic" sz="quarter" idx="26"/>
          </p:nvPr>
        </p:nvSpPr>
        <p:spPr>
          <a:xfrm>
            <a:off x="6263285" y="2751946"/>
            <a:ext cx="2664000" cy="648000"/>
          </a:xfrm>
        </p:spPr>
        <p:txBody>
          <a:bodyPr/>
          <a:lstStyle/>
          <a:p>
            <a:r>
              <a:rPr lang="en-US"/>
              <a:t>Click icon to add picture</a:t>
            </a:r>
            <a:endParaRPr lang="en-IN"/>
          </a:p>
        </p:txBody>
      </p:sp>
      <p:sp>
        <p:nvSpPr>
          <p:cNvPr id="14" name="Picture Placeholder 6">
            <a:extLst>
              <a:ext uri="{FF2B5EF4-FFF2-40B4-BE49-F238E27FC236}">
                <a16:creationId xmlns:a16="http://schemas.microsoft.com/office/drawing/2014/main" id="{129A1016-8231-CB30-B003-5DC003E41EBD}"/>
              </a:ext>
            </a:extLst>
          </p:cNvPr>
          <p:cNvSpPr>
            <a:spLocks noGrp="1"/>
          </p:cNvSpPr>
          <p:nvPr>
            <p:ph type="pic" sz="quarter" idx="27"/>
          </p:nvPr>
        </p:nvSpPr>
        <p:spPr>
          <a:xfrm>
            <a:off x="3277661" y="2751946"/>
            <a:ext cx="2664000" cy="648000"/>
          </a:xfrm>
        </p:spPr>
        <p:txBody>
          <a:bodyPr/>
          <a:lstStyle/>
          <a:p>
            <a:r>
              <a:rPr lang="en-US"/>
              <a:t>Click icon to add picture</a:t>
            </a:r>
            <a:endParaRPr lang="en-IN"/>
          </a:p>
        </p:txBody>
      </p:sp>
      <p:sp>
        <p:nvSpPr>
          <p:cNvPr id="15" name="Picture Placeholder 6">
            <a:extLst>
              <a:ext uri="{FF2B5EF4-FFF2-40B4-BE49-F238E27FC236}">
                <a16:creationId xmlns:a16="http://schemas.microsoft.com/office/drawing/2014/main" id="{D7C69170-F756-6487-2DB5-1CF16D0F59F5}"/>
              </a:ext>
            </a:extLst>
          </p:cNvPr>
          <p:cNvSpPr>
            <a:spLocks noGrp="1"/>
          </p:cNvSpPr>
          <p:nvPr>
            <p:ph type="pic" sz="quarter" idx="28"/>
          </p:nvPr>
        </p:nvSpPr>
        <p:spPr>
          <a:xfrm>
            <a:off x="292037" y="2751946"/>
            <a:ext cx="2664000" cy="648000"/>
          </a:xfrm>
        </p:spPr>
        <p:txBody>
          <a:bodyPr/>
          <a:lstStyle/>
          <a:p>
            <a:r>
              <a:rPr lang="en-US"/>
              <a:t>Click icon to add picture</a:t>
            </a:r>
            <a:endParaRPr lang="en-IN"/>
          </a:p>
        </p:txBody>
      </p:sp>
      <p:sp>
        <p:nvSpPr>
          <p:cNvPr id="16" name="Picture Placeholder 6">
            <a:extLst>
              <a:ext uri="{FF2B5EF4-FFF2-40B4-BE49-F238E27FC236}">
                <a16:creationId xmlns:a16="http://schemas.microsoft.com/office/drawing/2014/main" id="{937B824B-D3C7-81B5-FDC5-A14913362B4D}"/>
              </a:ext>
            </a:extLst>
          </p:cNvPr>
          <p:cNvSpPr>
            <a:spLocks noGrp="1"/>
          </p:cNvSpPr>
          <p:nvPr>
            <p:ph type="pic" sz="quarter" idx="29"/>
          </p:nvPr>
        </p:nvSpPr>
        <p:spPr>
          <a:xfrm>
            <a:off x="9248909" y="3702034"/>
            <a:ext cx="2664000" cy="648000"/>
          </a:xfrm>
        </p:spPr>
        <p:txBody>
          <a:bodyPr/>
          <a:lstStyle/>
          <a:p>
            <a:r>
              <a:rPr lang="en-US"/>
              <a:t>Click icon to add picture</a:t>
            </a:r>
            <a:endParaRPr lang="en-IN"/>
          </a:p>
        </p:txBody>
      </p:sp>
      <p:sp>
        <p:nvSpPr>
          <p:cNvPr id="17" name="Picture Placeholder 6">
            <a:extLst>
              <a:ext uri="{FF2B5EF4-FFF2-40B4-BE49-F238E27FC236}">
                <a16:creationId xmlns:a16="http://schemas.microsoft.com/office/drawing/2014/main" id="{5EE398F9-6BC2-92CE-F8D4-D3255D6D7F58}"/>
              </a:ext>
            </a:extLst>
          </p:cNvPr>
          <p:cNvSpPr>
            <a:spLocks noGrp="1"/>
          </p:cNvSpPr>
          <p:nvPr>
            <p:ph type="pic" sz="quarter" idx="30"/>
          </p:nvPr>
        </p:nvSpPr>
        <p:spPr>
          <a:xfrm>
            <a:off x="6263285" y="3702034"/>
            <a:ext cx="2664000" cy="648000"/>
          </a:xfrm>
        </p:spPr>
        <p:txBody>
          <a:bodyPr/>
          <a:lstStyle/>
          <a:p>
            <a:r>
              <a:rPr lang="en-US"/>
              <a:t>Click icon to add picture</a:t>
            </a:r>
            <a:endParaRPr lang="en-IN"/>
          </a:p>
        </p:txBody>
      </p:sp>
      <p:sp>
        <p:nvSpPr>
          <p:cNvPr id="19" name="Picture Placeholder 6">
            <a:extLst>
              <a:ext uri="{FF2B5EF4-FFF2-40B4-BE49-F238E27FC236}">
                <a16:creationId xmlns:a16="http://schemas.microsoft.com/office/drawing/2014/main" id="{6F1BA959-FBA2-AE5B-E9CB-B5EC90C20E41}"/>
              </a:ext>
            </a:extLst>
          </p:cNvPr>
          <p:cNvSpPr>
            <a:spLocks noGrp="1"/>
          </p:cNvSpPr>
          <p:nvPr>
            <p:ph type="pic" sz="quarter" idx="31"/>
          </p:nvPr>
        </p:nvSpPr>
        <p:spPr>
          <a:xfrm>
            <a:off x="3277661" y="3702034"/>
            <a:ext cx="2664000" cy="648000"/>
          </a:xfrm>
        </p:spPr>
        <p:txBody>
          <a:bodyPr/>
          <a:lstStyle/>
          <a:p>
            <a:r>
              <a:rPr lang="en-US"/>
              <a:t>Click icon to add picture</a:t>
            </a:r>
            <a:endParaRPr lang="en-IN"/>
          </a:p>
        </p:txBody>
      </p:sp>
      <p:sp>
        <p:nvSpPr>
          <p:cNvPr id="20" name="Picture Placeholder 6">
            <a:extLst>
              <a:ext uri="{FF2B5EF4-FFF2-40B4-BE49-F238E27FC236}">
                <a16:creationId xmlns:a16="http://schemas.microsoft.com/office/drawing/2014/main" id="{A2E43473-4740-BE4E-2EEF-BB623D91C0F1}"/>
              </a:ext>
            </a:extLst>
          </p:cNvPr>
          <p:cNvSpPr>
            <a:spLocks noGrp="1"/>
          </p:cNvSpPr>
          <p:nvPr>
            <p:ph type="pic" sz="quarter" idx="32"/>
          </p:nvPr>
        </p:nvSpPr>
        <p:spPr>
          <a:xfrm>
            <a:off x="292037" y="3702034"/>
            <a:ext cx="2664000" cy="648000"/>
          </a:xfrm>
        </p:spPr>
        <p:txBody>
          <a:bodyPr/>
          <a:lstStyle/>
          <a:p>
            <a:r>
              <a:rPr lang="en-US"/>
              <a:t>Click icon to add picture</a:t>
            </a:r>
            <a:endParaRPr lang="en-IN"/>
          </a:p>
        </p:txBody>
      </p:sp>
      <p:sp>
        <p:nvSpPr>
          <p:cNvPr id="21" name="Picture Placeholder 6">
            <a:extLst>
              <a:ext uri="{FF2B5EF4-FFF2-40B4-BE49-F238E27FC236}">
                <a16:creationId xmlns:a16="http://schemas.microsoft.com/office/drawing/2014/main" id="{E8B478CD-157E-7D1F-403C-9C7FC1D27968}"/>
              </a:ext>
            </a:extLst>
          </p:cNvPr>
          <p:cNvSpPr>
            <a:spLocks noGrp="1"/>
          </p:cNvSpPr>
          <p:nvPr>
            <p:ph type="pic" sz="quarter" idx="33"/>
          </p:nvPr>
        </p:nvSpPr>
        <p:spPr>
          <a:xfrm>
            <a:off x="9248909" y="4652122"/>
            <a:ext cx="2664000" cy="648000"/>
          </a:xfrm>
        </p:spPr>
        <p:txBody>
          <a:bodyPr/>
          <a:lstStyle/>
          <a:p>
            <a:r>
              <a:rPr lang="en-US"/>
              <a:t>Click icon to add picture</a:t>
            </a:r>
            <a:endParaRPr lang="en-IN"/>
          </a:p>
        </p:txBody>
      </p:sp>
      <p:sp>
        <p:nvSpPr>
          <p:cNvPr id="22" name="Picture Placeholder 6">
            <a:extLst>
              <a:ext uri="{FF2B5EF4-FFF2-40B4-BE49-F238E27FC236}">
                <a16:creationId xmlns:a16="http://schemas.microsoft.com/office/drawing/2014/main" id="{3057D257-3410-9CF7-18FB-02B481A6AEB9}"/>
              </a:ext>
            </a:extLst>
          </p:cNvPr>
          <p:cNvSpPr>
            <a:spLocks noGrp="1"/>
          </p:cNvSpPr>
          <p:nvPr>
            <p:ph type="pic" sz="quarter" idx="34"/>
          </p:nvPr>
        </p:nvSpPr>
        <p:spPr>
          <a:xfrm>
            <a:off x="6263285" y="4652122"/>
            <a:ext cx="2664000" cy="648000"/>
          </a:xfrm>
        </p:spPr>
        <p:txBody>
          <a:bodyPr/>
          <a:lstStyle/>
          <a:p>
            <a:r>
              <a:rPr lang="en-US"/>
              <a:t>Click icon to add picture</a:t>
            </a:r>
            <a:endParaRPr lang="en-IN"/>
          </a:p>
        </p:txBody>
      </p:sp>
      <p:sp>
        <p:nvSpPr>
          <p:cNvPr id="23" name="Picture Placeholder 6">
            <a:extLst>
              <a:ext uri="{FF2B5EF4-FFF2-40B4-BE49-F238E27FC236}">
                <a16:creationId xmlns:a16="http://schemas.microsoft.com/office/drawing/2014/main" id="{E0E6AF5F-D423-6435-E813-D0D727843EAA}"/>
              </a:ext>
            </a:extLst>
          </p:cNvPr>
          <p:cNvSpPr>
            <a:spLocks noGrp="1"/>
          </p:cNvSpPr>
          <p:nvPr>
            <p:ph type="pic" sz="quarter" idx="35"/>
          </p:nvPr>
        </p:nvSpPr>
        <p:spPr>
          <a:xfrm>
            <a:off x="3277661" y="4652122"/>
            <a:ext cx="2664000" cy="648000"/>
          </a:xfrm>
        </p:spPr>
        <p:txBody>
          <a:bodyPr/>
          <a:lstStyle/>
          <a:p>
            <a:r>
              <a:rPr lang="en-US"/>
              <a:t>Click icon to add picture</a:t>
            </a:r>
            <a:endParaRPr lang="en-IN"/>
          </a:p>
        </p:txBody>
      </p:sp>
      <p:sp>
        <p:nvSpPr>
          <p:cNvPr id="24" name="Picture Placeholder 6">
            <a:extLst>
              <a:ext uri="{FF2B5EF4-FFF2-40B4-BE49-F238E27FC236}">
                <a16:creationId xmlns:a16="http://schemas.microsoft.com/office/drawing/2014/main" id="{BCDF81D2-D031-409E-A869-619A4C7C0500}"/>
              </a:ext>
            </a:extLst>
          </p:cNvPr>
          <p:cNvSpPr>
            <a:spLocks noGrp="1"/>
          </p:cNvSpPr>
          <p:nvPr>
            <p:ph type="pic" sz="quarter" idx="36"/>
          </p:nvPr>
        </p:nvSpPr>
        <p:spPr>
          <a:xfrm>
            <a:off x="292037" y="4652122"/>
            <a:ext cx="2664000" cy="648000"/>
          </a:xfrm>
        </p:spPr>
        <p:txBody>
          <a:bodyPr/>
          <a:lstStyle/>
          <a:p>
            <a:r>
              <a:rPr lang="en-US"/>
              <a:t>Click icon to add picture</a:t>
            </a:r>
            <a:endParaRPr lang="en-IN"/>
          </a:p>
        </p:txBody>
      </p:sp>
      <p:sp>
        <p:nvSpPr>
          <p:cNvPr id="3" name="Text Placeholder 8">
            <a:extLst>
              <a:ext uri="{FF2B5EF4-FFF2-40B4-BE49-F238E27FC236}">
                <a16:creationId xmlns:a16="http://schemas.microsoft.com/office/drawing/2014/main" id="{B4EB24F1-1A10-3659-435F-5FD08256D91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40171999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prator Slid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4ACBFF-7633-B7BF-2770-C02A9897960B}"/>
              </a:ext>
            </a:extLst>
          </p:cNvPr>
          <p:cNvPicPr>
            <a:picLocks noChangeAspect="1"/>
          </p:cNvPicPr>
          <p:nvPr isPhoto="1"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sp>
        <p:nvSpPr>
          <p:cNvPr id="20" name="Text Placeholder 8">
            <a:extLst>
              <a:ext uri="{FF2B5EF4-FFF2-40B4-BE49-F238E27FC236}">
                <a16:creationId xmlns:a16="http://schemas.microsoft.com/office/drawing/2014/main" id="{C37B6611-F6A9-BBED-3BF5-4706B737D646}"/>
              </a:ext>
            </a:extLst>
          </p:cNvPr>
          <p:cNvSpPr>
            <a:spLocks noGrp="1"/>
          </p:cNvSpPr>
          <p:nvPr>
            <p:ph type="body" sz="quarter" idx="13"/>
          </p:nvPr>
        </p:nvSpPr>
        <p:spPr>
          <a:xfrm>
            <a:off x="292037" y="2773063"/>
            <a:ext cx="5760000" cy="1420985"/>
          </a:xfrm>
        </p:spPr>
        <p:txBody>
          <a:bodyPr>
            <a:noAutofit/>
          </a:bodyPr>
          <a:lstStyle>
            <a:lvl1pPr marL="0" indent="0">
              <a:buNone/>
              <a:defRPr sz="4800" b="1">
                <a:solidFill>
                  <a:schemeClr val="bg2"/>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22" name="Text Placeholder 10">
            <a:extLst>
              <a:ext uri="{FF2B5EF4-FFF2-40B4-BE49-F238E27FC236}">
                <a16:creationId xmlns:a16="http://schemas.microsoft.com/office/drawing/2014/main" id="{7E678CCE-16EE-76B3-82C0-257178F28BF9}"/>
              </a:ext>
            </a:extLst>
          </p:cNvPr>
          <p:cNvSpPr>
            <a:spLocks noGrp="1"/>
          </p:cNvSpPr>
          <p:nvPr>
            <p:ph type="body" sz="quarter" idx="14"/>
          </p:nvPr>
        </p:nvSpPr>
        <p:spPr>
          <a:xfrm>
            <a:off x="292038" y="4318866"/>
            <a:ext cx="5760000" cy="314094"/>
          </a:xfrm>
        </p:spPr>
        <p:txBody>
          <a:bodyPr>
            <a:normAutofit/>
          </a:bodyPr>
          <a:lstStyle>
            <a:lvl1pPr marL="0" indent="0">
              <a:buNone/>
              <a:defRPr sz="1400" b="0">
                <a:solidFill>
                  <a:schemeClr val="bg1"/>
                </a:solidFill>
              </a:defRPr>
            </a:lvl1pPr>
          </a:lstStyle>
          <a:p>
            <a:pPr lvl="0"/>
            <a:r>
              <a:rPr lang="en-US"/>
              <a:t>Click to edit Master text styles</a:t>
            </a:r>
          </a:p>
        </p:txBody>
      </p:sp>
      <p:sp>
        <p:nvSpPr>
          <p:cNvPr id="5" name="Text Placeholder 4">
            <a:extLst>
              <a:ext uri="{FF2B5EF4-FFF2-40B4-BE49-F238E27FC236}">
                <a16:creationId xmlns:a16="http://schemas.microsoft.com/office/drawing/2014/main" id="{A24616D5-E28E-99AB-BC9C-31549586873D}"/>
              </a:ext>
            </a:extLst>
          </p:cNvPr>
          <p:cNvSpPr>
            <a:spLocks noGrp="1"/>
          </p:cNvSpPr>
          <p:nvPr>
            <p:ph type="body" sz="quarter" idx="15"/>
          </p:nvPr>
        </p:nvSpPr>
        <p:spPr>
          <a:xfrm>
            <a:off x="292037" y="1920875"/>
            <a:ext cx="5803963" cy="727370"/>
          </a:xfrm>
        </p:spPr>
        <p:txBody>
          <a:bodyPr>
            <a:normAutofit/>
          </a:bodyPr>
          <a:lstStyle>
            <a:lvl1pP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9076997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cxnSp>
        <p:nvCxnSpPr>
          <p:cNvPr id="6" name="Straight Connector 5">
            <a:extLst>
              <a:ext uri="{FF2B5EF4-FFF2-40B4-BE49-F238E27FC236}">
                <a16:creationId xmlns:a16="http://schemas.microsoft.com/office/drawing/2014/main" id="{F3F12ECD-00CA-92E7-FFA0-CDB0624EE08A}"/>
              </a:ext>
            </a:extLst>
          </p:cNvPr>
          <p:cNvCxnSpPr>
            <a:cxnSpLocks/>
          </p:cNvCxnSpPr>
          <p:nvPr userDrawn="1"/>
        </p:nvCxnSpPr>
        <p:spPr>
          <a:xfrm>
            <a:off x="2962064" y="2656117"/>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6A44D3D3-A735-AA77-6CD3-F8D1F730806E}"/>
              </a:ext>
            </a:extLst>
          </p:cNvPr>
          <p:cNvSpPr>
            <a:spLocks noGrp="1"/>
          </p:cNvSpPr>
          <p:nvPr>
            <p:ph type="body" sz="quarter" idx="22" hasCustomPrompt="1"/>
          </p:nvPr>
        </p:nvSpPr>
        <p:spPr>
          <a:xfrm>
            <a:off x="292037"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7">
            <a:extLst>
              <a:ext uri="{FF2B5EF4-FFF2-40B4-BE49-F238E27FC236}">
                <a16:creationId xmlns:a16="http://schemas.microsoft.com/office/drawing/2014/main" id="{81735BA7-4A28-A6FD-87FB-D8F430F5A0C8}"/>
              </a:ext>
            </a:extLst>
          </p:cNvPr>
          <p:cNvSpPr>
            <a:spLocks noGrp="1"/>
          </p:cNvSpPr>
          <p:nvPr>
            <p:ph type="body" sz="quarter" idx="24" hasCustomPrompt="1"/>
          </p:nvPr>
        </p:nvSpPr>
        <p:spPr>
          <a:xfrm>
            <a:off x="3425973"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02</a:t>
            </a:r>
            <a:endParaRPr lang="en-IN"/>
          </a:p>
        </p:txBody>
      </p:sp>
      <p:sp>
        <p:nvSpPr>
          <p:cNvPr id="14" name="Text Placeholder 7">
            <a:extLst>
              <a:ext uri="{FF2B5EF4-FFF2-40B4-BE49-F238E27FC236}">
                <a16:creationId xmlns:a16="http://schemas.microsoft.com/office/drawing/2014/main" id="{F383B5D3-7FD6-80D0-38DF-349C2B5C6A75}"/>
              </a:ext>
            </a:extLst>
          </p:cNvPr>
          <p:cNvSpPr>
            <a:spLocks noGrp="1"/>
          </p:cNvSpPr>
          <p:nvPr>
            <p:ph type="body" sz="quarter" idx="26" hasCustomPrompt="1"/>
          </p:nvPr>
        </p:nvSpPr>
        <p:spPr>
          <a:xfrm>
            <a:off x="6559909"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03</a:t>
            </a:r>
            <a:endParaRPr lang="en-IN"/>
          </a:p>
        </p:txBody>
      </p:sp>
      <p:sp>
        <p:nvSpPr>
          <p:cNvPr id="16" name="Text Placeholder 7">
            <a:extLst>
              <a:ext uri="{FF2B5EF4-FFF2-40B4-BE49-F238E27FC236}">
                <a16:creationId xmlns:a16="http://schemas.microsoft.com/office/drawing/2014/main" id="{7DC634D9-39F7-C70E-AFFC-5EBBA0620686}"/>
              </a:ext>
            </a:extLst>
          </p:cNvPr>
          <p:cNvSpPr>
            <a:spLocks noGrp="1"/>
          </p:cNvSpPr>
          <p:nvPr>
            <p:ph type="body" sz="quarter" idx="28" hasCustomPrompt="1"/>
          </p:nvPr>
        </p:nvSpPr>
        <p:spPr>
          <a:xfrm>
            <a:off x="9693846" y="2656118"/>
            <a:ext cx="2206117" cy="1002796"/>
          </a:xfrm>
        </p:spPr>
        <p:txBody>
          <a:bodyPr>
            <a:noAutofit/>
          </a:bodyPr>
          <a:lstStyle>
            <a:lvl1pPr marL="0" indent="0">
              <a:buNone/>
              <a:defRPr sz="72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04</a:t>
            </a:r>
            <a:endParaRPr lang="en-IN"/>
          </a:p>
        </p:txBody>
      </p:sp>
      <p:cxnSp>
        <p:nvCxnSpPr>
          <p:cNvPr id="22" name="Straight Connector 21">
            <a:extLst>
              <a:ext uri="{FF2B5EF4-FFF2-40B4-BE49-F238E27FC236}">
                <a16:creationId xmlns:a16="http://schemas.microsoft.com/office/drawing/2014/main" id="{00AB956A-CEAF-C730-39E0-0EB764293A9C}"/>
              </a:ext>
            </a:extLst>
          </p:cNvPr>
          <p:cNvCxnSpPr>
            <a:cxnSpLocks/>
          </p:cNvCxnSpPr>
          <p:nvPr userDrawn="1"/>
        </p:nvCxnSpPr>
        <p:spPr>
          <a:xfrm>
            <a:off x="6096000"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A46D25-A6D0-D6FF-104F-2A6778264F08}"/>
              </a:ext>
            </a:extLst>
          </p:cNvPr>
          <p:cNvCxnSpPr>
            <a:cxnSpLocks/>
          </p:cNvCxnSpPr>
          <p:nvPr userDrawn="1"/>
        </p:nvCxnSpPr>
        <p:spPr>
          <a:xfrm>
            <a:off x="9229936" y="2656118"/>
            <a:ext cx="0" cy="1656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3" name="Text Placeholder 9">
            <a:extLst>
              <a:ext uri="{FF2B5EF4-FFF2-40B4-BE49-F238E27FC236}">
                <a16:creationId xmlns:a16="http://schemas.microsoft.com/office/drawing/2014/main" id="{64FDE00B-FC54-7077-6265-442296A5F041}"/>
              </a:ext>
            </a:extLst>
          </p:cNvPr>
          <p:cNvSpPr>
            <a:spLocks noGrp="1"/>
          </p:cNvSpPr>
          <p:nvPr>
            <p:ph type="body" sz="quarter" idx="31"/>
          </p:nvPr>
        </p:nvSpPr>
        <p:spPr>
          <a:xfrm>
            <a:off x="292037" y="3767244"/>
            <a:ext cx="2206116" cy="544873"/>
          </a:xfrm>
        </p:spPr>
        <p:txBody>
          <a:bodyPr anchor="t"/>
          <a:lstStyle>
            <a:lvl1pPr marL="0" indent="0">
              <a:buNone/>
              <a:defRPr/>
            </a:lvl1pPr>
          </a:lstStyle>
          <a:p>
            <a:pPr lvl="0"/>
            <a:r>
              <a:rPr lang="en-US"/>
              <a:t>Click to edit Master text styles</a:t>
            </a:r>
          </a:p>
        </p:txBody>
      </p:sp>
      <p:sp>
        <p:nvSpPr>
          <p:cNvPr id="4" name="Text Placeholder 9">
            <a:extLst>
              <a:ext uri="{FF2B5EF4-FFF2-40B4-BE49-F238E27FC236}">
                <a16:creationId xmlns:a16="http://schemas.microsoft.com/office/drawing/2014/main" id="{2548E381-C354-E388-6C6C-71BBDFEB0F3D}"/>
              </a:ext>
            </a:extLst>
          </p:cNvPr>
          <p:cNvSpPr>
            <a:spLocks noGrp="1"/>
          </p:cNvSpPr>
          <p:nvPr>
            <p:ph type="body" sz="quarter" idx="32"/>
          </p:nvPr>
        </p:nvSpPr>
        <p:spPr>
          <a:xfrm>
            <a:off x="3425974" y="3767244"/>
            <a:ext cx="2206116" cy="544873"/>
          </a:xfrm>
        </p:spPr>
        <p:txBody>
          <a:bodyPr anchor="t"/>
          <a:lstStyle>
            <a:lvl1pPr marL="0" indent="0">
              <a:buNone/>
              <a:defRPr/>
            </a:lvl1pPr>
          </a:lstStyle>
          <a:p>
            <a:pPr lvl="0"/>
            <a:r>
              <a:rPr lang="en-US"/>
              <a:t>Click to edit Master text styles</a:t>
            </a:r>
          </a:p>
        </p:txBody>
      </p:sp>
      <p:sp>
        <p:nvSpPr>
          <p:cNvPr id="7" name="Text Placeholder 9">
            <a:extLst>
              <a:ext uri="{FF2B5EF4-FFF2-40B4-BE49-F238E27FC236}">
                <a16:creationId xmlns:a16="http://schemas.microsoft.com/office/drawing/2014/main" id="{FFF3DFC0-B46D-7A9D-895F-3AB613FEC7DC}"/>
              </a:ext>
            </a:extLst>
          </p:cNvPr>
          <p:cNvSpPr>
            <a:spLocks noGrp="1"/>
          </p:cNvSpPr>
          <p:nvPr>
            <p:ph type="body" sz="quarter" idx="33"/>
          </p:nvPr>
        </p:nvSpPr>
        <p:spPr>
          <a:xfrm>
            <a:off x="6559910" y="3767244"/>
            <a:ext cx="2206116" cy="544873"/>
          </a:xfrm>
        </p:spPr>
        <p:txBody>
          <a:bodyPr anchor="t"/>
          <a:lstStyle>
            <a:lvl1pPr marL="0" indent="0">
              <a:buNone/>
              <a:defRPr/>
            </a:lvl1pPr>
          </a:lstStyle>
          <a:p>
            <a:pPr lvl="0"/>
            <a:r>
              <a:rPr lang="en-US"/>
              <a:t>Click to edit Master text styles</a:t>
            </a:r>
          </a:p>
        </p:txBody>
      </p:sp>
      <p:sp>
        <p:nvSpPr>
          <p:cNvPr id="17" name="Text Placeholder 9">
            <a:extLst>
              <a:ext uri="{FF2B5EF4-FFF2-40B4-BE49-F238E27FC236}">
                <a16:creationId xmlns:a16="http://schemas.microsoft.com/office/drawing/2014/main" id="{328CDD41-3183-0EA5-43F9-10115DEF8EE4}"/>
              </a:ext>
            </a:extLst>
          </p:cNvPr>
          <p:cNvSpPr>
            <a:spLocks noGrp="1"/>
          </p:cNvSpPr>
          <p:nvPr>
            <p:ph type="body" sz="quarter" idx="34"/>
          </p:nvPr>
        </p:nvSpPr>
        <p:spPr>
          <a:xfrm>
            <a:off x="9693847" y="3767244"/>
            <a:ext cx="2206116" cy="544873"/>
          </a:xfrm>
        </p:spPr>
        <p:txBody>
          <a:bodyPr anchor="t"/>
          <a:lstStyle>
            <a:lvl1pPr marL="0" indent="0">
              <a:buNone/>
              <a:defRPr/>
            </a:lvl1pPr>
          </a:lstStyle>
          <a:p>
            <a:pPr lvl="0"/>
            <a:r>
              <a:rPr lang="en-US"/>
              <a:t>Click to edit Master text styles</a:t>
            </a:r>
          </a:p>
        </p:txBody>
      </p:sp>
      <p:sp>
        <p:nvSpPr>
          <p:cNvPr id="5" name="Slide Number Placeholder 20">
            <a:extLst>
              <a:ext uri="{FF2B5EF4-FFF2-40B4-BE49-F238E27FC236}">
                <a16:creationId xmlns:a16="http://schemas.microsoft.com/office/drawing/2014/main" id="{EEBB834E-04A0-6509-433A-6513C6BF2713}"/>
              </a:ext>
            </a:extLst>
          </p:cNvPr>
          <p:cNvSpPr>
            <a:spLocks noGrp="1"/>
          </p:cNvSpPr>
          <p:nvPr>
            <p:ph type="sldNum" sz="quarter" idx="17"/>
          </p:nvPr>
        </p:nvSpPr>
        <p:spPr>
          <a:xfrm>
            <a:off x="9927336" y="6423984"/>
            <a:ext cx="1404000" cy="365125"/>
          </a:xfrm>
          <a:prstGeom prst="rect">
            <a:avLst/>
          </a:prstGeom>
        </p:spPr>
        <p:txBody>
          <a:bodyPr/>
          <a:lstStyle/>
          <a:p>
            <a:fld id="{168B8272-985F-49F0-9308-1DD0A25D397C}" type="slidenum">
              <a:rPr lang="en-IN" smtClean="0"/>
              <a:pPr/>
              <a:t>‹#›</a:t>
            </a:fld>
            <a:endParaRPr lang="en-IN"/>
          </a:p>
        </p:txBody>
      </p:sp>
      <p:sp>
        <p:nvSpPr>
          <p:cNvPr id="10" name="Text Placeholder 8">
            <a:extLst>
              <a:ext uri="{FF2B5EF4-FFF2-40B4-BE49-F238E27FC236}">
                <a16:creationId xmlns:a16="http://schemas.microsoft.com/office/drawing/2014/main" id="{B60B0DD7-BD3A-528D-679C-202F9DC2F831}"/>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Tree>
    <p:extLst>
      <p:ext uri="{BB962C8B-B14F-4D97-AF65-F5344CB8AC3E}">
        <p14:creationId xmlns:p14="http://schemas.microsoft.com/office/powerpoint/2010/main" val="34201285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21" name="Slide Number Placeholder 20">
            <a:extLst>
              <a:ext uri="{FF2B5EF4-FFF2-40B4-BE49-F238E27FC236}">
                <a16:creationId xmlns:a16="http://schemas.microsoft.com/office/drawing/2014/main" id="{CC346FC8-1417-C64D-C98B-EF58E193E897}"/>
              </a:ext>
            </a:extLst>
          </p:cNvPr>
          <p:cNvSpPr>
            <a:spLocks noGrp="1"/>
          </p:cNvSpPr>
          <p:nvPr>
            <p:ph type="sldNum" sz="quarter" idx="17"/>
          </p:nvPr>
        </p:nvSpPr>
        <p:spPr>
          <a:xfrm>
            <a:off x="9927336" y="6455668"/>
            <a:ext cx="1404000" cy="301756"/>
          </a:xfrm>
          <a:prstGeom prst="rect">
            <a:avLst/>
          </a:prstGeom>
        </p:spPr>
        <p:txBody>
          <a:bodyPr/>
          <a:lstStyle/>
          <a:p>
            <a:fld id="{168B8272-985F-49F0-9308-1DD0A25D397C}" type="slidenum">
              <a:rPr lang="en-IN" smtClean="0"/>
              <a:pPr/>
              <a:t>‹#›</a:t>
            </a:fld>
            <a:endParaRPr lang="en-IN"/>
          </a:p>
        </p:txBody>
      </p:sp>
      <p:sp>
        <p:nvSpPr>
          <p:cNvPr id="5" name="Text Placeholder 8">
            <a:extLst>
              <a:ext uri="{FF2B5EF4-FFF2-40B4-BE49-F238E27FC236}">
                <a16:creationId xmlns:a16="http://schemas.microsoft.com/office/drawing/2014/main" id="{F9BDF48F-347B-5F3C-E095-9439BDD76000}"/>
              </a:ext>
            </a:extLst>
          </p:cNvPr>
          <p:cNvSpPr>
            <a:spLocks noGrp="1"/>
          </p:cNvSpPr>
          <p:nvPr>
            <p:ph type="body" sz="quarter" idx="13"/>
          </p:nvPr>
        </p:nvSpPr>
        <p:spPr>
          <a:xfrm>
            <a:off x="292037" y="685300"/>
            <a:ext cx="11618976" cy="640697"/>
          </a:xfrm>
        </p:spPr>
        <p:txBody>
          <a:bodyPr>
            <a:normAutofit/>
          </a:bodyPr>
          <a:lstStyle>
            <a:lvl1pPr marL="0" indent="0">
              <a:buNone/>
              <a:defRPr sz="4000" b="1">
                <a:solidFill>
                  <a:srgbClr val="00325B"/>
                </a:solidFill>
              </a:defRPr>
            </a:lvl1pPr>
            <a:lvl2pPr marL="457200" indent="0">
              <a:buNone/>
              <a:defRPr>
                <a:solidFill>
                  <a:srgbClr val="00325B"/>
                </a:solidFill>
              </a:defRPr>
            </a:lvl2pPr>
            <a:lvl3pPr marL="914400" indent="0">
              <a:buNone/>
              <a:defRPr>
                <a:solidFill>
                  <a:srgbClr val="00325B"/>
                </a:solidFill>
              </a:defRPr>
            </a:lvl3pPr>
            <a:lvl4pPr marL="1371600" indent="0">
              <a:buNone/>
              <a:defRPr>
                <a:solidFill>
                  <a:srgbClr val="00325B"/>
                </a:solidFill>
              </a:defRPr>
            </a:lvl4pPr>
            <a:lvl5pPr marL="1828800" indent="0">
              <a:buNone/>
              <a:defRPr>
                <a:solidFill>
                  <a:srgbClr val="00325B"/>
                </a:solidFill>
              </a:defRPr>
            </a:lvl5pPr>
          </a:lstStyle>
          <a:p>
            <a:pPr lvl="0"/>
            <a:r>
              <a:rPr lang="en-US"/>
              <a:t>Click to edit Master text styles</a:t>
            </a:r>
          </a:p>
        </p:txBody>
      </p:sp>
      <p:sp>
        <p:nvSpPr>
          <p:cNvPr id="3" name="Text Placeholder 7">
            <a:extLst>
              <a:ext uri="{FF2B5EF4-FFF2-40B4-BE49-F238E27FC236}">
                <a16:creationId xmlns:a16="http://schemas.microsoft.com/office/drawing/2014/main" id="{DEE7BC07-3659-BFF6-2163-5C66F5270F44}"/>
              </a:ext>
            </a:extLst>
          </p:cNvPr>
          <p:cNvSpPr>
            <a:spLocks noGrp="1"/>
          </p:cNvSpPr>
          <p:nvPr>
            <p:ph type="body" sz="quarter" idx="22" hasCustomPrompt="1"/>
          </p:nvPr>
        </p:nvSpPr>
        <p:spPr>
          <a:xfrm>
            <a:off x="292038" y="2654700"/>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cxnSp>
        <p:nvCxnSpPr>
          <p:cNvPr id="4" name="Straight Connector 3">
            <a:extLst>
              <a:ext uri="{FF2B5EF4-FFF2-40B4-BE49-F238E27FC236}">
                <a16:creationId xmlns:a16="http://schemas.microsoft.com/office/drawing/2014/main" id="{6D839CF6-25CB-0F1A-412F-38CFC888DF4C}"/>
              </a:ext>
            </a:extLst>
          </p:cNvPr>
          <p:cNvCxnSpPr>
            <a:cxnSpLocks/>
          </p:cNvCxnSpPr>
          <p:nvPr userDrawn="1"/>
        </p:nvCxnSpPr>
        <p:spPr>
          <a:xfrm>
            <a:off x="6096000" y="2654700"/>
            <a:ext cx="0" cy="2628000"/>
          </a:xfrm>
          <a:prstGeom prst="line">
            <a:avLst/>
          </a:prstGeom>
          <a:ln>
            <a:solidFill>
              <a:srgbClr val="22A28A"/>
            </a:solidFill>
          </a:ln>
        </p:spPr>
        <p:style>
          <a:lnRef idx="1">
            <a:schemeClr val="accent1"/>
          </a:lnRef>
          <a:fillRef idx="0">
            <a:schemeClr val="accent1"/>
          </a:fillRef>
          <a:effectRef idx="0">
            <a:schemeClr val="accent1"/>
          </a:effectRef>
          <a:fontRef idx="minor">
            <a:schemeClr val="tx1"/>
          </a:fontRef>
        </p:style>
      </p:cxnSp>
      <p:sp>
        <p:nvSpPr>
          <p:cNvPr id="6" name="Text Placeholder 7">
            <a:extLst>
              <a:ext uri="{FF2B5EF4-FFF2-40B4-BE49-F238E27FC236}">
                <a16:creationId xmlns:a16="http://schemas.microsoft.com/office/drawing/2014/main" id="{70D00B23-3A30-5B3C-8459-3C924165C23E}"/>
              </a:ext>
            </a:extLst>
          </p:cNvPr>
          <p:cNvSpPr>
            <a:spLocks noGrp="1"/>
          </p:cNvSpPr>
          <p:nvPr>
            <p:ph type="body" sz="quarter" idx="30" hasCustomPrompt="1"/>
          </p:nvPr>
        </p:nvSpPr>
        <p:spPr>
          <a:xfrm>
            <a:off x="292037" y="4717353"/>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7" name="Text Placeholder 9">
            <a:extLst>
              <a:ext uri="{FF2B5EF4-FFF2-40B4-BE49-F238E27FC236}">
                <a16:creationId xmlns:a16="http://schemas.microsoft.com/office/drawing/2014/main" id="{12ADA12A-62F9-CE48-5597-F1A58A65FEE6}"/>
              </a:ext>
            </a:extLst>
          </p:cNvPr>
          <p:cNvSpPr>
            <a:spLocks noGrp="1"/>
          </p:cNvSpPr>
          <p:nvPr>
            <p:ph type="body" sz="quarter" idx="31"/>
          </p:nvPr>
        </p:nvSpPr>
        <p:spPr>
          <a:xfrm>
            <a:off x="1433193" y="2654825"/>
            <a:ext cx="4210006" cy="539750"/>
          </a:xfrm>
        </p:spPr>
        <p:txBody>
          <a:bodyPr anchor="ctr"/>
          <a:lstStyle>
            <a:lvl1pPr marL="0" indent="0">
              <a:buNone/>
              <a:defRPr/>
            </a:lvl1pPr>
          </a:lstStyle>
          <a:p>
            <a:pPr lvl="0"/>
            <a:r>
              <a:rPr lang="en-US"/>
              <a:t>Click to edit Master text styles</a:t>
            </a:r>
          </a:p>
        </p:txBody>
      </p:sp>
      <p:sp>
        <p:nvSpPr>
          <p:cNvPr id="8" name="Text Placeholder 7">
            <a:extLst>
              <a:ext uri="{FF2B5EF4-FFF2-40B4-BE49-F238E27FC236}">
                <a16:creationId xmlns:a16="http://schemas.microsoft.com/office/drawing/2014/main" id="{3CF53C06-B73B-03E3-DBF6-875FB91092FE}"/>
              </a:ext>
            </a:extLst>
          </p:cNvPr>
          <p:cNvSpPr>
            <a:spLocks noGrp="1"/>
          </p:cNvSpPr>
          <p:nvPr>
            <p:ph type="body" sz="quarter" idx="32" hasCustomPrompt="1"/>
          </p:nvPr>
        </p:nvSpPr>
        <p:spPr>
          <a:xfrm>
            <a:off x="292038" y="3686027"/>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9" name="Text Placeholder 9">
            <a:extLst>
              <a:ext uri="{FF2B5EF4-FFF2-40B4-BE49-F238E27FC236}">
                <a16:creationId xmlns:a16="http://schemas.microsoft.com/office/drawing/2014/main" id="{A9764354-AF08-3A26-B38D-901445DC3479}"/>
              </a:ext>
            </a:extLst>
          </p:cNvPr>
          <p:cNvSpPr>
            <a:spLocks noGrp="1"/>
          </p:cNvSpPr>
          <p:nvPr>
            <p:ph type="body" sz="quarter" idx="33"/>
          </p:nvPr>
        </p:nvSpPr>
        <p:spPr>
          <a:xfrm>
            <a:off x="1433193" y="3686089"/>
            <a:ext cx="4210006" cy="539750"/>
          </a:xfrm>
        </p:spPr>
        <p:txBody>
          <a:bodyPr anchor="ctr"/>
          <a:lstStyle>
            <a:lvl1pPr marL="0" indent="0">
              <a:buNone/>
              <a:defRPr/>
            </a:lvl1pPr>
          </a:lstStyle>
          <a:p>
            <a:pPr lvl="0"/>
            <a:r>
              <a:rPr lang="en-US"/>
              <a:t>Click to edit Master text styles</a:t>
            </a:r>
          </a:p>
        </p:txBody>
      </p:sp>
      <p:sp>
        <p:nvSpPr>
          <p:cNvPr id="10" name="Text Placeholder 7">
            <a:extLst>
              <a:ext uri="{FF2B5EF4-FFF2-40B4-BE49-F238E27FC236}">
                <a16:creationId xmlns:a16="http://schemas.microsoft.com/office/drawing/2014/main" id="{FCF7D5C2-8292-320B-86B2-0C47483AAC5A}"/>
              </a:ext>
            </a:extLst>
          </p:cNvPr>
          <p:cNvSpPr>
            <a:spLocks noGrp="1"/>
          </p:cNvSpPr>
          <p:nvPr>
            <p:ph type="body" sz="quarter" idx="34" hasCustomPrompt="1"/>
          </p:nvPr>
        </p:nvSpPr>
        <p:spPr>
          <a:xfrm>
            <a:off x="6548801" y="2654575"/>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1" name="Text Placeholder 7">
            <a:extLst>
              <a:ext uri="{FF2B5EF4-FFF2-40B4-BE49-F238E27FC236}">
                <a16:creationId xmlns:a16="http://schemas.microsoft.com/office/drawing/2014/main" id="{69D2D97D-01C9-AC63-C58E-DF03604276DD}"/>
              </a:ext>
            </a:extLst>
          </p:cNvPr>
          <p:cNvSpPr>
            <a:spLocks noGrp="1"/>
          </p:cNvSpPr>
          <p:nvPr>
            <p:ph type="body" sz="quarter" idx="36" hasCustomPrompt="1"/>
          </p:nvPr>
        </p:nvSpPr>
        <p:spPr>
          <a:xfrm>
            <a:off x="6548800" y="4717228"/>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2" name="Text Placeholder 9">
            <a:extLst>
              <a:ext uri="{FF2B5EF4-FFF2-40B4-BE49-F238E27FC236}">
                <a16:creationId xmlns:a16="http://schemas.microsoft.com/office/drawing/2014/main" id="{25F0DF73-2020-D0E4-0E14-E79132347356}"/>
              </a:ext>
            </a:extLst>
          </p:cNvPr>
          <p:cNvSpPr>
            <a:spLocks noGrp="1"/>
          </p:cNvSpPr>
          <p:nvPr>
            <p:ph type="body" sz="quarter" idx="37"/>
          </p:nvPr>
        </p:nvSpPr>
        <p:spPr>
          <a:xfrm>
            <a:off x="7689956" y="2654700"/>
            <a:ext cx="4210006" cy="539750"/>
          </a:xfrm>
        </p:spPr>
        <p:txBody>
          <a:bodyPr anchor="ctr"/>
          <a:lstStyle>
            <a:lvl1pPr marL="0" indent="0">
              <a:buNone/>
              <a:defRPr/>
            </a:lvl1pPr>
          </a:lstStyle>
          <a:p>
            <a:pPr lvl="0"/>
            <a:r>
              <a:rPr lang="en-US"/>
              <a:t>Click to edit Master text styles</a:t>
            </a:r>
          </a:p>
        </p:txBody>
      </p:sp>
      <p:sp>
        <p:nvSpPr>
          <p:cNvPr id="13" name="Text Placeholder 7">
            <a:extLst>
              <a:ext uri="{FF2B5EF4-FFF2-40B4-BE49-F238E27FC236}">
                <a16:creationId xmlns:a16="http://schemas.microsoft.com/office/drawing/2014/main" id="{992373EB-340B-19F8-864D-E25B0BC36480}"/>
              </a:ext>
            </a:extLst>
          </p:cNvPr>
          <p:cNvSpPr>
            <a:spLocks noGrp="1"/>
          </p:cNvSpPr>
          <p:nvPr>
            <p:ph type="body" sz="quarter" idx="38" hasCustomPrompt="1"/>
          </p:nvPr>
        </p:nvSpPr>
        <p:spPr>
          <a:xfrm>
            <a:off x="6548801" y="3685902"/>
            <a:ext cx="890586" cy="540000"/>
          </a:xfrm>
        </p:spPr>
        <p:txBody>
          <a:bodyPr anchor="ctr">
            <a:noAutofit/>
          </a:bodyPr>
          <a:lstStyle>
            <a:lvl1pPr marL="0" indent="0">
              <a:buNone/>
              <a:defRPr sz="3600" b="1">
                <a:solidFill>
                  <a:srgbClr val="22A28A"/>
                </a:solidFill>
              </a:defRPr>
            </a:lvl1pPr>
            <a:lvl2pPr marL="457200" indent="0">
              <a:buNone/>
              <a:defRPr b="1">
                <a:solidFill>
                  <a:srgbClr val="22A28A"/>
                </a:solidFill>
              </a:defRPr>
            </a:lvl2pPr>
            <a:lvl3pPr marL="914400" indent="0">
              <a:buNone/>
              <a:defRPr b="1">
                <a:solidFill>
                  <a:srgbClr val="22A28A"/>
                </a:solidFill>
              </a:defRPr>
            </a:lvl3pPr>
            <a:lvl4pPr marL="1371600" indent="0">
              <a:buNone/>
              <a:defRPr b="1">
                <a:solidFill>
                  <a:srgbClr val="22A28A"/>
                </a:solidFill>
              </a:defRPr>
            </a:lvl4pPr>
            <a:lvl5pPr marL="1828800" indent="0">
              <a:buNone/>
              <a:defRPr b="1">
                <a:solidFill>
                  <a:srgbClr val="22A28A"/>
                </a:solidFill>
              </a:defRPr>
            </a:lvl5pPr>
          </a:lstStyle>
          <a:p>
            <a:pPr lvl="0"/>
            <a:r>
              <a:rPr lang="en-US"/>
              <a:t>01</a:t>
            </a:r>
            <a:endParaRPr lang="en-IN"/>
          </a:p>
        </p:txBody>
      </p:sp>
      <p:sp>
        <p:nvSpPr>
          <p:cNvPr id="14" name="Text Placeholder 9">
            <a:extLst>
              <a:ext uri="{FF2B5EF4-FFF2-40B4-BE49-F238E27FC236}">
                <a16:creationId xmlns:a16="http://schemas.microsoft.com/office/drawing/2014/main" id="{F3D3FF71-5BF6-220D-61E9-69FA0B638A0E}"/>
              </a:ext>
            </a:extLst>
          </p:cNvPr>
          <p:cNvSpPr>
            <a:spLocks noGrp="1"/>
          </p:cNvSpPr>
          <p:nvPr>
            <p:ph type="body" sz="quarter" idx="39"/>
          </p:nvPr>
        </p:nvSpPr>
        <p:spPr>
          <a:xfrm>
            <a:off x="7689956" y="3685964"/>
            <a:ext cx="4210006" cy="539750"/>
          </a:xfrm>
        </p:spPr>
        <p:txBody>
          <a:bodyPr anchor="ctr"/>
          <a:lstStyle>
            <a:lvl1pPr marL="0" indent="0">
              <a:buNone/>
              <a:defRPr/>
            </a:lvl1pPr>
          </a:lstStyle>
          <a:p>
            <a:pPr lvl="0"/>
            <a:r>
              <a:rPr lang="en-US"/>
              <a:t>Click to edit Master text styles</a:t>
            </a:r>
          </a:p>
        </p:txBody>
      </p:sp>
      <p:sp>
        <p:nvSpPr>
          <p:cNvPr id="15" name="Text Placeholder 9">
            <a:extLst>
              <a:ext uri="{FF2B5EF4-FFF2-40B4-BE49-F238E27FC236}">
                <a16:creationId xmlns:a16="http://schemas.microsoft.com/office/drawing/2014/main" id="{EFECBB6D-6B13-3B95-627D-90ED1DA949C8}"/>
              </a:ext>
            </a:extLst>
          </p:cNvPr>
          <p:cNvSpPr>
            <a:spLocks noGrp="1"/>
          </p:cNvSpPr>
          <p:nvPr>
            <p:ph type="body" sz="quarter" idx="40"/>
          </p:nvPr>
        </p:nvSpPr>
        <p:spPr>
          <a:xfrm>
            <a:off x="1433193" y="4717603"/>
            <a:ext cx="4210006" cy="539750"/>
          </a:xfrm>
        </p:spPr>
        <p:txBody>
          <a:bodyPr anchor="ctr"/>
          <a:lstStyle>
            <a:lvl1pPr marL="0" indent="0">
              <a:buNone/>
              <a:defRPr/>
            </a:lvl1pPr>
          </a:lstStyle>
          <a:p>
            <a:pPr lvl="0"/>
            <a:r>
              <a:rPr lang="en-US"/>
              <a:t>Click to edit Master text styles</a:t>
            </a:r>
          </a:p>
        </p:txBody>
      </p:sp>
      <p:sp>
        <p:nvSpPr>
          <p:cNvPr id="16" name="Text Placeholder 9">
            <a:extLst>
              <a:ext uri="{FF2B5EF4-FFF2-40B4-BE49-F238E27FC236}">
                <a16:creationId xmlns:a16="http://schemas.microsoft.com/office/drawing/2014/main" id="{51AFB8FC-539F-8B04-6BDF-75F5DD4A3B97}"/>
              </a:ext>
            </a:extLst>
          </p:cNvPr>
          <p:cNvSpPr>
            <a:spLocks noGrp="1"/>
          </p:cNvSpPr>
          <p:nvPr>
            <p:ph type="body" sz="quarter" idx="41"/>
          </p:nvPr>
        </p:nvSpPr>
        <p:spPr>
          <a:xfrm>
            <a:off x="7689956" y="4717478"/>
            <a:ext cx="4210006" cy="539750"/>
          </a:xfrm>
        </p:spPr>
        <p:txBody>
          <a:bodyPr anchor="ct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40681957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A581-2EE9-A0E1-3BBC-9CDE2A5073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7D08EA-7637-2358-9017-D236084D0A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a:extLst>
              <a:ext uri="{FF2B5EF4-FFF2-40B4-BE49-F238E27FC236}">
                <a16:creationId xmlns:a16="http://schemas.microsoft.com/office/drawing/2014/main" id="{77F02243-4299-6486-6A64-14423354DA2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0591061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55D7-7905-F3C8-2A92-4DE8523133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0C6AF-0627-3CEB-B11C-1BEA21EAA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ECB7A460-18EF-25B0-8CDB-7448B266F73A}"/>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16671018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8A202-CD55-0A13-4A67-D7E11E7A04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441FDC-DBE6-179E-55C7-F447A9865C0E}"/>
              </a:ext>
            </a:extLst>
          </p:cNvPr>
          <p:cNvSpPr>
            <a:spLocks noGrp="1"/>
          </p:cNvSpPr>
          <p:nvPr>
            <p:ph sz="half" idx="1"/>
          </p:nvPr>
        </p:nvSpPr>
        <p:spPr>
          <a:xfrm>
            <a:off x="838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C9A615-B1DE-0AEF-EF01-A5E428D48406}"/>
              </a:ext>
            </a:extLst>
          </p:cNvPr>
          <p:cNvSpPr>
            <a:spLocks noGrp="1"/>
          </p:cNvSpPr>
          <p:nvPr>
            <p:ph sz="half" idx="2"/>
          </p:nvPr>
        </p:nvSpPr>
        <p:spPr>
          <a:xfrm>
            <a:off x="6172200" y="876300"/>
            <a:ext cx="5181600" cy="4859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a:extLst>
              <a:ext uri="{FF2B5EF4-FFF2-40B4-BE49-F238E27FC236}">
                <a16:creationId xmlns:a16="http://schemas.microsoft.com/office/drawing/2014/main" id="{4324E3E4-C2B7-4EBC-DB31-AD76D8E8838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40421492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25E0-3B1B-FF97-BC82-774AAC14F8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09D31E-00AA-D6D9-833C-0A31ED9F4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FFBE51-1818-78BC-FEFB-7F37E8F60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6548AE-BAEE-E2E0-4862-FC81D056F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3EA984-81B7-FC06-FFEE-46A07FE71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a:extLst>
              <a:ext uri="{FF2B5EF4-FFF2-40B4-BE49-F238E27FC236}">
                <a16:creationId xmlns:a16="http://schemas.microsoft.com/office/drawing/2014/main" id="{1E9493B2-B6EC-38BF-74B8-4CB35C9CAD05}"/>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6455485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40348056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4291-6853-832D-3DDA-06CE5FB04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6F12DEE-26BF-AA89-001F-4CC30F69D6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633511-6AC7-F27A-471A-73140F2E71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2D67C3F-8E89-7F46-47C0-B92F2BC03AF9}"/>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20304478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27C470-CD06-8E9D-328A-3FA41E3ED2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99F062C-C2F8-DE56-0334-307D9F5B0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CD950C41-3E33-9009-5316-1CF6205824EE}"/>
              </a:ext>
            </a:extLst>
          </p:cNvPr>
          <p:cNvSpPr>
            <a:spLocks noGrp="1"/>
          </p:cNvSpPr>
          <p:nvPr>
            <p:ph type="sldNum" sz="quarter" idx="12"/>
          </p:nvPr>
        </p:nvSpPr>
        <p:spPr>
          <a:xfrm>
            <a:off x="9927336" y="6455668"/>
            <a:ext cx="1404000" cy="301756"/>
          </a:xfrm>
          <a:prstGeom prst="rect">
            <a:avLst/>
          </a:prstGeom>
        </p:spPr>
        <p:txBody>
          <a:bodyPr/>
          <a:lstStyle/>
          <a:p>
            <a:fld id="{168B8272-985F-49F0-9308-1DD0A25D397C}" type="slidenum">
              <a:rPr lang="en-IN" smtClean="0"/>
              <a:t>‹#›</a:t>
            </a:fld>
            <a:endParaRPr lang="en-IN"/>
          </a:p>
        </p:txBody>
      </p:sp>
    </p:spTree>
    <p:extLst>
      <p:ext uri="{BB962C8B-B14F-4D97-AF65-F5344CB8AC3E}">
        <p14:creationId xmlns:p14="http://schemas.microsoft.com/office/powerpoint/2010/main" val="3595054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D91D-98DB-6E74-C35A-C089BB7A5065}"/>
              </a:ext>
            </a:extLst>
          </p:cNvPr>
          <p:cNvSpPr>
            <a:spLocks noGrp="1"/>
          </p:cNvSpPr>
          <p:nvPr>
            <p:ph type="title" hasCustomPrompt="1"/>
          </p:nvPr>
        </p:nvSpPr>
        <p:spPr>
          <a:xfrm>
            <a:off x="292608" y="2427231"/>
            <a:ext cx="3932237" cy="607291"/>
          </a:xfrm>
        </p:spPr>
        <p:txBody>
          <a:bodyPr anchor="b">
            <a:noAutofit/>
          </a:bodyPr>
          <a:lstStyle>
            <a:lvl1pPr>
              <a:defRPr sz="4000"/>
            </a:lvl1pPr>
          </a:lstStyle>
          <a:p>
            <a:r>
              <a:rPr lang="en-US"/>
              <a:t>Thank You!</a:t>
            </a:r>
            <a:endParaRPr lang="en-IN"/>
          </a:p>
        </p:txBody>
      </p:sp>
      <p:sp>
        <p:nvSpPr>
          <p:cNvPr id="10" name="Text Placeholder 3">
            <a:extLst>
              <a:ext uri="{FF2B5EF4-FFF2-40B4-BE49-F238E27FC236}">
                <a16:creationId xmlns:a16="http://schemas.microsoft.com/office/drawing/2014/main" id="{CA785B9C-C2C1-9BA6-B4EA-B39067399D3B}"/>
              </a:ext>
            </a:extLst>
          </p:cNvPr>
          <p:cNvSpPr>
            <a:spLocks noGrp="1"/>
          </p:cNvSpPr>
          <p:nvPr>
            <p:ph type="body" sz="half" idx="13" hasCustomPrompt="1"/>
          </p:nvPr>
        </p:nvSpPr>
        <p:spPr>
          <a:xfrm>
            <a:off x="292608" y="3285981"/>
            <a:ext cx="3932237" cy="251461"/>
          </a:xfrm>
        </p:spPr>
        <p:txBody>
          <a:bodyPr>
            <a:normAutofit/>
          </a:bodyPr>
          <a:lstStyle>
            <a:lvl1pPr marL="0" indent="0">
              <a:buNone/>
              <a:defRPr sz="1100" b="1"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For more information, please contact:</a:t>
            </a:r>
          </a:p>
        </p:txBody>
      </p:sp>
      <p:sp>
        <p:nvSpPr>
          <p:cNvPr id="11" name="Text Placeholder 3">
            <a:extLst>
              <a:ext uri="{FF2B5EF4-FFF2-40B4-BE49-F238E27FC236}">
                <a16:creationId xmlns:a16="http://schemas.microsoft.com/office/drawing/2014/main" id="{83546EF3-0B27-25F3-6015-704E4C5AB221}"/>
              </a:ext>
            </a:extLst>
          </p:cNvPr>
          <p:cNvSpPr>
            <a:spLocks noGrp="1"/>
          </p:cNvSpPr>
          <p:nvPr>
            <p:ph type="body" sz="half" idx="14" hasCustomPrompt="1"/>
          </p:nvPr>
        </p:nvSpPr>
        <p:spPr>
          <a:xfrm>
            <a:off x="292608" y="3627956"/>
            <a:ext cx="3932237" cy="536172"/>
          </a:xfrm>
        </p:spPr>
        <p:txBody>
          <a:bodyPr>
            <a:normAutofit/>
          </a:bodyPr>
          <a:lstStyle>
            <a:lvl1pPr marL="0" indent="0">
              <a:buNone/>
              <a:defRPr sz="1100" b="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100">
                <a:solidFill>
                  <a:schemeClr val="tx1"/>
                </a:solidFill>
                <a:latin typeface="Calibri" panose="020F0502020204030204" pitchFamily="34" charset="0"/>
                <a:cs typeface="Calibri" panose="020F0502020204030204" pitchFamily="34" charset="0"/>
              </a:rPr>
              <a:t>Contact details to be included here</a:t>
            </a:r>
          </a:p>
        </p:txBody>
      </p:sp>
      <p:sp>
        <p:nvSpPr>
          <p:cNvPr id="3" name="Text Placeholder 6">
            <a:extLst>
              <a:ext uri="{FF2B5EF4-FFF2-40B4-BE49-F238E27FC236}">
                <a16:creationId xmlns:a16="http://schemas.microsoft.com/office/drawing/2014/main" id="{0B0AC042-FAC9-8B08-E786-4BADB60E62D1}"/>
              </a:ext>
            </a:extLst>
          </p:cNvPr>
          <p:cNvSpPr>
            <a:spLocks noGrp="1"/>
          </p:cNvSpPr>
          <p:nvPr>
            <p:ph type="body" sz="half" idx="10"/>
          </p:nvPr>
        </p:nvSpPr>
        <p:spPr>
          <a:xfrm>
            <a:off x="4546156" y="2217906"/>
            <a:ext cx="7224312" cy="2288780"/>
          </a:xfrm>
        </p:spPr>
        <p:txBody>
          <a:bodyPr>
            <a:noAutofit/>
          </a:bodyPr>
          <a:lstStyle>
            <a:lvl1pPr marL="0" indent="0">
              <a:buNone/>
              <a:defRPr sz="1100"/>
            </a:lvl1pPr>
          </a:lstStyle>
          <a:p>
            <a:pPr lvl="0"/>
            <a:r>
              <a:rPr lang="en-US"/>
              <a:t>Click to edit Master text styles</a:t>
            </a:r>
          </a:p>
          <a:p>
            <a:pPr lvl="1"/>
            <a:r>
              <a:rPr lang="en-US"/>
              <a:t>Second level</a:t>
            </a:r>
          </a:p>
          <a:p>
            <a:pPr lvl="2"/>
            <a:r>
              <a:rPr lang="en-US"/>
              <a:t>Third level</a:t>
            </a:r>
          </a:p>
        </p:txBody>
      </p:sp>
      <p:sp>
        <p:nvSpPr>
          <p:cNvPr id="4" name="Text Placeholder 3">
            <a:extLst>
              <a:ext uri="{FF2B5EF4-FFF2-40B4-BE49-F238E27FC236}">
                <a16:creationId xmlns:a16="http://schemas.microsoft.com/office/drawing/2014/main" id="{65050049-9E85-EDAA-CFDA-BBF3E5B766DE}"/>
              </a:ext>
            </a:extLst>
          </p:cNvPr>
          <p:cNvSpPr>
            <a:spLocks noGrp="1"/>
          </p:cNvSpPr>
          <p:nvPr>
            <p:ph type="body" sz="half" idx="2" hasCustomPrompt="1"/>
          </p:nvPr>
        </p:nvSpPr>
        <p:spPr>
          <a:xfrm>
            <a:off x="4546156" y="1828514"/>
            <a:ext cx="7224312" cy="298877"/>
          </a:xfrm>
        </p:spPr>
        <p:txBody>
          <a:bodyPr>
            <a:noAutofit/>
          </a:bodyPr>
          <a:lstStyle>
            <a:lvl1pPr marL="0" indent="0">
              <a:buNone/>
              <a:defRPr sz="1100" b="1">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About Mphasis</a:t>
            </a:r>
          </a:p>
        </p:txBody>
      </p:sp>
      <p:sp>
        <p:nvSpPr>
          <p:cNvPr id="7" name="Text Placeholder 8">
            <a:extLst>
              <a:ext uri="{FF2B5EF4-FFF2-40B4-BE49-F238E27FC236}">
                <a16:creationId xmlns:a16="http://schemas.microsoft.com/office/drawing/2014/main" id="{98276732-B238-2655-9572-296677AF2732}"/>
              </a:ext>
            </a:extLst>
          </p:cNvPr>
          <p:cNvSpPr>
            <a:spLocks noGrp="1"/>
          </p:cNvSpPr>
          <p:nvPr>
            <p:ph type="body" sz="half" idx="4294967295"/>
          </p:nvPr>
        </p:nvSpPr>
        <p:spPr>
          <a:xfrm>
            <a:off x="4546156" y="4725072"/>
            <a:ext cx="7185676" cy="1132599"/>
          </a:xfrm>
        </p:spPr>
        <p:txBody>
          <a:bodyPr lIns="90000">
            <a:noAutofit/>
          </a:bodyPr>
          <a:lstStyle>
            <a:lvl1pPr marL="0" indent="0">
              <a:buNone/>
              <a:defRPr/>
            </a:lvl1pPr>
          </a:lstStyle>
          <a:p>
            <a:pPr lvl="0"/>
            <a:r>
              <a:rPr lang="en-US" sz="1100" b="1"/>
              <a:t>Click to edit Master text styles</a:t>
            </a:r>
          </a:p>
          <a:p>
            <a:pPr lvl="1"/>
            <a:r>
              <a:rPr lang="en-US" sz="1100" b="1"/>
              <a:t>Second level</a:t>
            </a:r>
          </a:p>
        </p:txBody>
      </p:sp>
    </p:spTree>
    <p:extLst>
      <p:ext uri="{BB962C8B-B14F-4D97-AF65-F5344CB8AC3E}">
        <p14:creationId xmlns:p14="http://schemas.microsoft.com/office/powerpoint/2010/main" val="33557863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ver Slide">
    <p:bg>
      <p:bgPr>
        <a:gradFill>
          <a:gsLst>
            <a:gs pos="0">
              <a:schemeClr val="bg1"/>
            </a:gs>
            <a:gs pos="100000">
              <a:schemeClr val="bg1"/>
            </a:gs>
          </a:gsLst>
          <a:path path="rect">
            <a:fillToRect t="100000" r="100000"/>
          </a:path>
        </a:gradFill>
        <a:effectLst/>
      </p:bgPr>
    </p:bg>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8DED38E5-CA4A-490F-8006-81716ED6E779}"/>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1">
            <a:extLst>
              <a:ext uri="{FF2B5EF4-FFF2-40B4-BE49-F238E27FC236}">
                <a16:creationId xmlns:a16="http://schemas.microsoft.com/office/drawing/2014/main" id="{92EFF61A-66BE-4C39-8623-F6146C927F92}"/>
              </a:ext>
            </a:extLst>
          </p:cNvPr>
          <p:cNvSpPr>
            <a:spLocks noGrp="1" noChangeAspect="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53" name="Picture Placeholder 26">
            <a:extLst>
              <a:ext uri="{FF2B5EF4-FFF2-40B4-BE49-F238E27FC236}">
                <a16:creationId xmlns:a16="http://schemas.microsoft.com/office/drawing/2014/main" id="{7E32683B-257C-4CEB-8827-F17A9BABB5A0}"/>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42" name="Picture Placeholder 41">
            <a:extLst>
              <a:ext uri="{FF2B5EF4-FFF2-40B4-BE49-F238E27FC236}">
                <a16:creationId xmlns:a16="http://schemas.microsoft.com/office/drawing/2014/main" id="{F2E234BF-811A-4CDF-9653-1FBF83A646D2}"/>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9" name="Text Placeholder 16">
            <a:extLst>
              <a:ext uri="{FF2B5EF4-FFF2-40B4-BE49-F238E27FC236}">
                <a16:creationId xmlns:a16="http://schemas.microsoft.com/office/drawing/2014/main" id="{FCA814D6-AA9D-44A2-953D-9CBBD6778E50}"/>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0" name="Text Placeholder 16">
            <a:extLst>
              <a:ext uri="{FF2B5EF4-FFF2-40B4-BE49-F238E27FC236}">
                <a16:creationId xmlns:a16="http://schemas.microsoft.com/office/drawing/2014/main" id="{6AF01C19-8AEB-42FD-9527-72EC3C2D5DDC}"/>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sp>
        <p:nvSpPr>
          <p:cNvPr id="12" name="Picture Placeholder 52">
            <a:extLst>
              <a:ext uri="{FF2B5EF4-FFF2-40B4-BE49-F238E27FC236}">
                <a16:creationId xmlns:a16="http://schemas.microsoft.com/office/drawing/2014/main" id="{01C64258-5A1D-4406-9795-828AF6DBA0C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4" name="Picture 13" descr="A close up of a sign&#10;&#10;Description automatically generated">
            <a:extLst>
              <a:ext uri="{FF2B5EF4-FFF2-40B4-BE49-F238E27FC236}">
                <a16:creationId xmlns:a16="http://schemas.microsoft.com/office/drawing/2014/main" id="{899CB662-7432-4EF6-AB37-E2FA0B12E67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3885769702"/>
      </p:ext>
    </p:extLst>
  </p:cSld>
  <p:clrMapOvr>
    <a:masterClrMapping/>
  </p:clrMapOvr>
  <p:extLst>
    <p:ext uri="{DCECCB84-F9BA-43D5-87BE-67443E8EF086}">
      <p15:sldGuideLst xmlns:p15="http://schemas.microsoft.com/office/powerpoint/2012/main">
        <p15:guide id="1" orient="horz" pos="2112">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ver page + Client Relationship logo">
    <p:bg>
      <p:bgPr>
        <a:gradFill>
          <a:gsLst>
            <a:gs pos="0">
              <a:schemeClr val="bg1"/>
            </a:gs>
            <a:gs pos="100000">
              <a:schemeClr val="bg1"/>
            </a:gs>
          </a:gsLst>
          <a:path path="rect">
            <a:fillToRect t="100000" r="100000"/>
          </a:path>
        </a:gradFill>
        <a:effectLst/>
      </p:bgPr>
    </p:bg>
    <p:spTree>
      <p:nvGrpSpPr>
        <p:cNvPr id="1" name=""/>
        <p:cNvGrpSpPr/>
        <p:nvPr/>
      </p:nvGrpSpPr>
      <p:grpSpPr>
        <a:xfrm>
          <a:off x="0" y="0"/>
          <a:ext cx="0" cy="0"/>
          <a:chOff x="0" y="0"/>
          <a:chExt cx="0" cy="0"/>
        </a:xfrm>
      </p:grpSpPr>
      <p:sp>
        <p:nvSpPr>
          <p:cNvPr id="14" name="Parallelogram 13">
            <a:extLst>
              <a:ext uri="{FF2B5EF4-FFF2-40B4-BE49-F238E27FC236}">
                <a16:creationId xmlns:a16="http://schemas.microsoft.com/office/drawing/2014/main" id="{EDE600F6-02DB-4697-9F4F-3468CE6293DF}"/>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1">
            <a:extLst>
              <a:ext uri="{FF2B5EF4-FFF2-40B4-BE49-F238E27FC236}">
                <a16:creationId xmlns:a16="http://schemas.microsoft.com/office/drawing/2014/main" id="{92EFF61A-66BE-4C39-8623-F6146C927F92}"/>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53" name="Picture Placeholder 26">
            <a:extLst>
              <a:ext uri="{FF2B5EF4-FFF2-40B4-BE49-F238E27FC236}">
                <a16:creationId xmlns:a16="http://schemas.microsoft.com/office/drawing/2014/main" id="{7E32683B-257C-4CEB-8827-F17A9BABB5A0}"/>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42" name="Picture Placeholder 41">
            <a:extLst>
              <a:ext uri="{FF2B5EF4-FFF2-40B4-BE49-F238E27FC236}">
                <a16:creationId xmlns:a16="http://schemas.microsoft.com/office/drawing/2014/main" id="{F2E234BF-811A-4CDF-9653-1FBF83A646D2}"/>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12" name="Text Placeholder 16">
            <a:extLst>
              <a:ext uri="{FF2B5EF4-FFF2-40B4-BE49-F238E27FC236}">
                <a16:creationId xmlns:a16="http://schemas.microsoft.com/office/drawing/2014/main" id="{07F730D6-E682-41E4-81B3-5F97C144150E}"/>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3" name="Text Placeholder 16">
            <a:extLst>
              <a:ext uri="{FF2B5EF4-FFF2-40B4-BE49-F238E27FC236}">
                <a16:creationId xmlns:a16="http://schemas.microsoft.com/office/drawing/2014/main" id="{E5E05C68-04BA-4646-96E4-1CF6150B4B9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sp>
        <p:nvSpPr>
          <p:cNvPr id="10" name="Picture Placeholder 52">
            <a:extLst>
              <a:ext uri="{FF2B5EF4-FFF2-40B4-BE49-F238E27FC236}">
                <a16:creationId xmlns:a16="http://schemas.microsoft.com/office/drawing/2014/main" id="{43BB21E4-9A33-49EA-A74F-F10DD3304F20}"/>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5" name="Picture 14" descr="A close up of a sign&#10;&#10;Description automatically generated">
            <a:extLst>
              <a:ext uri="{FF2B5EF4-FFF2-40B4-BE49-F238E27FC236}">
                <a16:creationId xmlns:a16="http://schemas.microsoft.com/office/drawing/2014/main" id="{3CEC4D73-87E6-4004-A7DC-EF28E99C910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17497821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ver page + Client Logo+Relationship Logo">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4B018225-481B-4A95-924C-3B614E0060BB}"/>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1">
            <a:extLst>
              <a:ext uri="{FF2B5EF4-FFF2-40B4-BE49-F238E27FC236}">
                <a16:creationId xmlns:a16="http://schemas.microsoft.com/office/drawing/2014/main" id="{80C76747-9A63-40E6-BBCB-340DD5D5F815}"/>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p>
        </p:txBody>
      </p:sp>
      <p:sp>
        <p:nvSpPr>
          <p:cNvPr id="8" name="Picture Placeholder 26">
            <a:extLst>
              <a:ext uri="{FF2B5EF4-FFF2-40B4-BE49-F238E27FC236}">
                <a16:creationId xmlns:a16="http://schemas.microsoft.com/office/drawing/2014/main" id="{54D2F146-2110-4D2B-8862-F37F1FA891D9}"/>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p>
        </p:txBody>
      </p:sp>
      <p:sp>
        <p:nvSpPr>
          <p:cNvPr id="9" name="Picture Placeholder 41">
            <a:extLst>
              <a:ext uri="{FF2B5EF4-FFF2-40B4-BE49-F238E27FC236}">
                <a16:creationId xmlns:a16="http://schemas.microsoft.com/office/drawing/2014/main" id="{A503F355-8C7E-4015-905D-92C12C0CCEC3}"/>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p>
        </p:txBody>
      </p:sp>
      <p:sp>
        <p:nvSpPr>
          <p:cNvPr id="11" name="Text Placeholder 16">
            <a:extLst>
              <a:ext uri="{FF2B5EF4-FFF2-40B4-BE49-F238E27FC236}">
                <a16:creationId xmlns:a16="http://schemas.microsoft.com/office/drawing/2014/main" id="{AFF201C3-D496-40D7-9B9F-4533EE9528C5}"/>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a:t>Text</a:t>
            </a:r>
          </a:p>
        </p:txBody>
      </p:sp>
      <p:sp>
        <p:nvSpPr>
          <p:cNvPr id="12" name="Text Placeholder 16">
            <a:extLst>
              <a:ext uri="{FF2B5EF4-FFF2-40B4-BE49-F238E27FC236}">
                <a16:creationId xmlns:a16="http://schemas.microsoft.com/office/drawing/2014/main" id="{734CF9CB-5EDA-4CEB-BB79-3CD1A22704B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a:t>Date</a:t>
            </a:r>
          </a:p>
        </p:txBody>
      </p:sp>
      <p:cxnSp>
        <p:nvCxnSpPr>
          <p:cNvPr id="15" name="Straight Connector 14">
            <a:extLst>
              <a:ext uri="{FF2B5EF4-FFF2-40B4-BE49-F238E27FC236}">
                <a16:creationId xmlns:a16="http://schemas.microsoft.com/office/drawing/2014/main" id="{CF4990F5-20FF-4869-B8B2-590018C7E348}"/>
              </a:ext>
            </a:extLst>
          </p:cNvPr>
          <p:cNvCxnSpPr/>
          <p:nvPr userDrawn="1"/>
        </p:nvCxnSpPr>
        <p:spPr>
          <a:xfrm>
            <a:off x="2890345" y="198757"/>
            <a:ext cx="0" cy="1144588"/>
          </a:xfrm>
          <a:prstGeom prst="line">
            <a:avLst/>
          </a:prstGeom>
        </p:spPr>
        <p:style>
          <a:lnRef idx="1">
            <a:schemeClr val="accent1"/>
          </a:lnRef>
          <a:fillRef idx="0">
            <a:schemeClr val="accent1"/>
          </a:fillRef>
          <a:effectRef idx="0">
            <a:schemeClr val="accent1"/>
          </a:effectRef>
          <a:fontRef idx="minor">
            <a:schemeClr val="tx1"/>
          </a:fontRef>
        </p:style>
      </p:cxnSp>
      <p:sp>
        <p:nvSpPr>
          <p:cNvPr id="16" name="Picture Placeholder 52">
            <a:extLst>
              <a:ext uri="{FF2B5EF4-FFF2-40B4-BE49-F238E27FC236}">
                <a16:creationId xmlns:a16="http://schemas.microsoft.com/office/drawing/2014/main" id="{A11FBD97-5683-4CC6-A3C3-08A632C70372}"/>
              </a:ext>
            </a:extLst>
          </p:cNvPr>
          <p:cNvSpPr>
            <a:spLocks noGrp="1"/>
          </p:cNvSpPr>
          <p:nvPr>
            <p:ph type="pic" sz="quarter" idx="25" hasCustomPrompt="1"/>
          </p:nvPr>
        </p:nvSpPr>
        <p:spPr>
          <a:xfrm>
            <a:off x="2974019" y="198438"/>
            <a:ext cx="2628269" cy="1144587"/>
          </a:xfrm>
        </p:spPr>
        <p:txBody>
          <a:bodyPr wrap="none" lIns="0" tIns="0" rIns="0" bIns="0">
            <a:normAutofit/>
          </a:bodyPr>
          <a:lstStyle>
            <a:lvl1pPr marL="0" indent="0">
              <a:buNone/>
              <a:defRPr sz="1800"/>
            </a:lvl1pPr>
          </a:lstStyle>
          <a:p>
            <a:r>
              <a:rPr lang="en-US"/>
              <a:t> Client Logo</a:t>
            </a:r>
          </a:p>
        </p:txBody>
      </p:sp>
      <p:sp>
        <p:nvSpPr>
          <p:cNvPr id="17" name="Picture Placeholder 52">
            <a:extLst>
              <a:ext uri="{FF2B5EF4-FFF2-40B4-BE49-F238E27FC236}">
                <a16:creationId xmlns:a16="http://schemas.microsoft.com/office/drawing/2014/main" id="{14B441C5-140F-480B-9B81-6F305B47C22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a:t>Relationship Logo</a:t>
            </a:r>
          </a:p>
        </p:txBody>
      </p:sp>
      <p:pic>
        <p:nvPicPr>
          <p:cNvPr id="14" name="Picture 13" descr="A close up of a sign&#10;&#10;Description automatically generated">
            <a:extLst>
              <a:ext uri="{FF2B5EF4-FFF2-40B4-BE49-F238E27FC236}">
                <a16:creationId xmlns:a16="http://schemas.microsoft.com/office/drawing/2014/main" id="{E4B610A4-C8BD-41E1-84D9-0C05761EBAA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181752040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_Custom Layout">
    <p:bg>
      <p:bgRef idx="1001">
        <a:schemeClr val="bg1"/>
      </p:bgRef>
    </p:bg>
    <p:spTree>
      <p:nvGrpSpPr>
        <p:cNvPr id="1" name=""/>
        <p:cNvGrpSpPr/>
        <p:nvPr/>
      </p:nvGrpSpPr>
      <p:grpSpPr>
        <a:xfrm>
          <a:off x="0" y="0"/>
          <a:ext cx="0" cy="0"/>
          <a:chOff x="0" y="0"/>
          <a:chExt cx="0" cy="0"/>
        </a:xfrm>
      </p:grpSpPr>
      <p:pic>
        <p:nvPicPr>
          <p:cNvPr id="47" name="Picture 46" descr="A close up of a sign&#10;&#10;Description automatically generated">
            <a:extLst>
              <a:ext uri="{FF2B5EF4-FFF2-40B4-BE49-F238E27FC236}">
                <a16:creationId xmlns:a16="http://schemas.microsoft.com/office/drawing/2014/main" id="{908C4E5E-F9CB-425B-BC08-BAD09F946C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
        <p:nvSpPr>
          <p:cNvPr id="62" name="Text Placeholder 61">
            <a:extLst>
              <a:ext uri="{FF2B5EF4-FFF2-40B4-BE49-F238E27FC236}">
                <a16:creationId xmlns:a16="http://schemas.microsoft.com/office/drawing/2014/main" id="{75B34779-B21D-430F-83CA-2B3A7DF80BC9}"/>
              </a:ext>
            </a:extLst>
          </p:cNvPr>
          <p:cNvSpPr>
            <a:spLocks noGrp="1"/>
          </p:cNvSpPr>
          <p:nvPr>
            <p:ph type="body" sz="quarter" idx="20" hasCustomPrompt="1"/>
          </p:nvPr>
        </p:nvSpPr>
        <p:spPr>
          <a:xfrm>
            <a:off x="523598" y="192443"/>
            <a:ext cx="11410189" cy="438708"/>
          </a:xfrm>
          <a:prstGeom prst="rect">
            <a:avLst/>
          </a:prstGeom>
        </p:spPr>
        <p:txBody>
          <a:bodyPr>
            <a:normAutofit/>
          </a:bodyPr>
          <a:lstStyle>
            <a:lvl1pPr marL="0" indent="0">
              <a:buNone/>
              <a:defRPr lang="en-US" sz="2400" kern="1200" dirty="0">
                <a:solidFill>
                  <a:srgbClr val="BC1056"/>
                </a:solidFill>
                <a:latin typeface="+mj-lt"/>
                <a:ea typeface="+mn-ea"/>
                <a:cs typeface="+mn-cs"/>
              </a:defRPr>
            </a:lvl1pPr>
          </a:lstStyle>
          <a:p>
            <a:pPr lvl="0"/>
            <a:r>
              <a:rPr lang="en-US"/>
              <a:t>Title - 24pt</a:t>
            </a:r>
          </a:p>
        </p:txBody>
      </p:sp>
      <p:sp>
        <p:nvSpPr>
          <p:cNvPr id="15" name="TextBox 14">
            <a:extLst>
              <a:ext uri="{FF2B5EF4-FFF2-40B4-BE49-F238E27FC236}">
                <a16:creationId xmlns:a16="http://schemas.microsoft.com/office/drawing/2014/main" id="{3A26F0D1-D919-48B0-9670-F0A7CA7EA829}"/>
              </a:ext>
            </a:extLst>
          </p:cNvPr>
          <p:cNvSpPr txBox="1"/>
          <p:nvPr userDrawn="1"/>
        </p:nvSpPr>
        <p:spPr>
          <a:xfrm>
            <a:off x="530225" y="6523496"/>
            <a:ext cx="3957363" cy="274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solidFill>
                  <a:schemeClr val="tx1"/>
                </a:solidFill>
              </a:rPr>
              <a:t>© Mphasis 2022  Proprietary and confidential information    I  </a:t>
            </a:r>
            <a:endParaRPr lang="en-US" sz="1200">
              <a:solidFill>
                <a:schemeClr val="tx1"/>
              </a:solidFill>
            </a:endParaRPr>
          </a:p>
        </p:txBody>
      </p:sp>
      <p:sp>
        <p:nvSpPr>
          <p:cNvPr id="16" name="Date Placeholder 14">
            <a:extLst>
              <a:ext uri="{FF2B5EF4-FFF2-40B4-BE49-F238E27FC236}">
                <a16:creationId xmlns:a16="http://schemas.microsoft.com/office/drawing/2014/main" id="{795D0959-05AD-4EA2-B67D-FE52348674AD}"/>
              </a:ext>
            </a:extLst>
          </p:cNvPr>
          <p:cNvSpPr txBox="1">
            <a:spLocks/>
          </p:cNvSpPr>
          <p:nvPr userDrawn="1"/>
        </p:nvSpPr>
        <p:spPr>
          <a:xfrm>
            <a:off x="4441409" y="6523496"/>
            <a:ext cx="1119665"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0C99D87-AFAD-4B11-8D22-9469FA50E3E6}" type="datetime1">
              <a:rPr lang="en-US" smtClean="0">
                <a:solidFill>
                  <a:schemeClr val="tx1"/>
                </a:solidFill>
              </a:rPr>
              <a:pPr/>
              <a:t>1/16/2026</a:t>
            </a:fld>
            <a:endParaRPr lang="en-US">
              <a:solidFill>
                <a:schemeClr val="tx1"/>
              </a:solidFill>
            </a:endParaRPr>
          </a:p>
        </p:txBody>
      </p:sp>
      <p:sp>
        <p:nvSpPr>
          <p:cNvPr id="17" name="Slide Number Placeholder 6">
            <a:extLst>
              <a:ext uri="{FF2B5EF4-FFF2-40B4-BE49-F238E27FC236}">
                <a16:creationId xmlns:a16="http://schemas.microsoft.com/office/drawing/2014/main" id="{2B5EA731-F13C-4061-8B9B-C90C7300D862}"/>
              </a:ext>
            </a:extLst>
          </p:cNvPr>
          <p:cNvSpPr txBox="1">
            <a:spLocks/>
          </p:cNvSpPr>
          <p:nvPr userDrawn="1"/>
        </p:nvSpPr>
        <p:spPr>
          <a:xfrm>
            <a:off x="11329750" y="6523496"/>
            <a:ext cx="405124" cy="27432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F7E0CF8-545D-8B43-A48D-40FB624B20AA}" type="slidenum">
              <a:rPr lang="en-US" smtClean="0">
                <a:solidFill>
                  <a:schemeClr val="tx1"/>
                </a:solidFill>
              </a:rPr>
              <a:pPr algn="ctr"/>
              <a:t>‹#›</a:t>
            </a:fld>
            <a:endParaRPr lang="en-US">
              <a:solidFill>
                <a:schemeClr val="tx1"/>
              </a:solidFill>
            </a:endParaRPr>
          </a:p>
        </p:txBody>
      </p:sp>
      <p:sp>
        <p:nvSpPr>
          <p:cNvPr id="18" name="Date Placeholder 14">
            <a:extLst>
              <a:ext uri="{FF2B5EF4-FFF2-40B4-BE49-F238E27FC236}">
                <a16:creationId xmlns:a16="http://schemas.microsoft.com/office/drawing/2014/main" id="{6E0E427B-45A6-4871-B333-92011D751BAA}"/>
              </a:ext>
            </a:extLst>
          </p:cNvPr>
          <p:cNvSpPr txBox="1">
            <a:spLocks/>
          </p:cNvSpPr>
          <p:nvPr userDrawn="1"/>
        </p:nvSpPr>
        <p:spPr>
          <a:xfrm>
            <a:off x="11206005"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
        <p:nvSpPr>
          <p:cNvPr id="19" name="Date Placeholder 14">
            <a:extLst>
              <a:ext uri="{FF2B5EF4-FFF2-40B4-BE49-F238E27FC236}">
                <a16:creationId xmlns:a16="http://schemas.microsoft.com/office/drawing/2014/main" id="{7652254C-1B19-46A7-B600-41EF7D15D774}"/>
              </a:ext>
            </a:extLst>
          </p:cNvPr>
          <p:cNvSpPr txBox="1">
            <a:spLocks/>
          </p:cNvSpPr>
          <p:nvPr userDrawn="1"/>
        </p:nvSpPr>
        <p:spPr>
          <a:xfrm>
            <a:off x="11686296" y="6523496"/>
            <a:ext cx="247491" cy="27432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I</a:t>
            </a:r>
          </a:p>
        </p:txBody>
      </p:sp>
    </p:spTree>
    <p:extLst>
      <p:ext uri="{BB962C8B-B14F-4D97-AF65-F5344CB8AC3E}">
        <p14:creationId xmlns:p14="http://schemas.microsoft.com/office/powerpoint/2010/main" val="468821875"/>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1F199-8DFA-4B32-A155-C165D2E1EE92}"/>
              </a:ext>
            </a:extLst>
          </p:cNvPr>
          <p:cNvSpPr>
            <a:spLocks noGrp="1"/>
          </p:cNvSpPr>
          <p:nvPr>
            <p:ph type="title"/>
          </p:nvPr>
        </p:nvSpPr>
        <p:spPr>
          <a:xfrm>
            <a:off x="643718" y="192444"/>
            <a:ext cx="10515600" cy="475652"/>
          </a:xfrm>
          <a:prstGeom prst="rect">
            <a:avLst/>
          </a:prstGeom>
        </p:spPr>
        <p:txBody>
          <a:bodyPr anchor="ctr">
            <a:noAutofit/>
          </a:bodyPr>
          <a:lstStyle>
            <a:lvl1pPr algn="l">
              <a:defRPr sz="2400" b="1">
                <a:solidFill>
                  <a:schemeClr val="accent1"/>
                </a:solidFill>
                <a:latin typeface="+mn-lt"/>
              </a:defRPr>
            </a:lvl1pPr>
          </a:lstStyle>
          <a:p>
            <a:r>
              <a:rPr lang="en-US"/>
              <a:t>Click to edit Master title style</a:t>
            </a:r>
          </a:p>
        </p:txBody>
      </p:sp>
      <p:pic>
        <p:nvPicPr>
          <p:cNvPr id="2" name="Picture 1" descr="A close up of a sign&#10;&#10;Description automatically generated">
            <a:extLst>
              <a:ext uri="{FF2B5EF4-FFF2-40B4-BE49-F238E27FC236}">
                <a16:creationId xmlns:a16="http://schemas.microsoft.com/office/drawing/2014/main" id="{1A61CF9C-374F-451A-8576-20475AE8700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284" y="118820"/>
            <a:ext cx="419033" cy="640080"/>
          </a:xfrm>
          <a:prstGeom prst="rect">
            <a:avLst/>
          </a:prstGeom>
        </p:spPr>
      </p:pic>
    </p:spTree>
    <p:extLst>
      <p:ext uri="{BB962C8B-B14F-4D97-AF65-F5344CB8AC3E}">
        <p14:creationId xmlns:p14="http://schemas.microsoft.com/office/powerpoint/2010/main" val="1545275607"/>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D9FCA-849B-4ACC-B593-675FA9FB7303}"/>
              </a:ext>
            </a:extLst>
          </p:cNvPr>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id="{BB4C25FE-EF18-41B1-A554-529471212956}"/>
              </a:ext>
            </a:extLst>
          </p:cNvPr>
          <p:cNvSpPr>
            <a:spLocks noGrp="1"/>
          </p:cNvSpPr>
          <p:nvPr>
            <p:ph type="body" sz="quarter" idx="66" hasCustomPrompt="1"/>
          </p:nvPr>
        </p:nvSpPr>
        <p:spPr>
          <a:xfrm>
            <a:off x="528638" y="668095"/>
            <a:ext cx="11404600" cy="322505"/>
          </a:xfrm>
          <a:noFill/>
        </p:spPr>
        <p:txBody>
          <a:bodyPr lIns="45720" tIns="9144" rIns="45720" bIns="9144" anchor="ctr">
            <a:normAutofit/>
          </a:bodyPr>
          <a:lstStyle>
            <a:lvl1pPr marL="0" indent="0">
              <a:buNone/>
              <a:defRPr sz="1800" b="1">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Sub Head</a:t>
            </a:r>
          </a:p>
        </p:txBody>
      </p:sp>
    </p:spTree>
    <p:extLst>
      <p:ext uri="{BB962C8B-B14F-4D97-AF65-F5344CB8AC3E}">
        <p14:creationId xmlns:p14="http://schemas.microsoft.com/office/powerpoint/2010/main" val="23735826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slideLayout" Target="../slideLayouts/slideLayout21.xml"/><Relationship Id="rId14" Type="http://schemas.openxmlformats.org/officeDocument/2006/relationships/slideLayout" Target="../slideLayouts/slideLayout22.xml"/><Relationship Id="rId15" Type="http://schemas.openxmlformats.org/officeDocument/2006/relationships/slideLayout" Target="../slideLayouts/slideLayout23.xml"/><Relationship Id="rId16" Type="http://schemas.openxmlformats.org/officeDocument/2006/relationships/slideLayout" Target="../slideLayouts/slideLayout24.xml"/><Relationship Id="rId17" Type="http://schemas.openxmlformats.org/officeDocument/2006/relationships/slideLayout" Target="../slideLayouts/slideLayout25.xml"/><Relationship Id="rId18" Type="http://schemas.openxmlformats.org/officeDocument/2006/relationships/slideLayout" Target="../slideLayouts/slideLayout26.xml"/><Relationship Id="rId19" Type="http://schemas.openxmlformats.org/officeDocument/2006/relationships/slideLayout" Target="../slideLayouts/slideLayout27.xml"/><Relationship Id="rId20" Type="http://schemas.openxmlformats.org/officeDocument/2006/relationships/slideLayout" Target="../slideLayouts/slideLayout28.xml"/><Relationship Id="rId21" Type="http://schemas.openxmlformats.org/officeDocument/2006/relationships/slideLayout" Target="../slideLayouts/slideLayout29.xml"/><Relationship Id="rId22" Type="http://schemas.openxmlformats.org/officeDocument/2006/relationships/slideLayout" Target="../slideLayouts/slideLayout30.xml"/><Relationship Id="rId23" Type="http://schemas.openxmlformats.org/officeDocument/2006/relationships/slideLayout" Target="../slideLayouts/slideLayout31.xml"/><Relationship Id="rId24" Type="http://schemas.openxmlformats.org/officeDocument/2006/relationships/slideLayout" Target="../slideLayouts/slideLayout32.xml"/><Relationship Id="rId25" Type="http://schemas.openxmlformats.org/officeDocument/2006/relationships/slideLayout" Target="../slideLayouts/slideLayout33.xml"/><Relationship Id="rId26" Type="http://schemas.openxmlformats.org/officeDocument/2006/relationships/slideLayout" Target="../slideLayouts/slideLayout34.xml"/><Relationship Id="rId27" Type="http://schemas.openxmlformats.org/officeDocument/2006/relationships/slideLayout" Target="../slideLayouts/slideLayout35.xml"/><Relationship Id="rId28" Type="http://schemas.openxmlformats.org/officeDocument/2006/relationships/slideLayout" Target="../slideLayouts/slideLayout36.xml"/><Relationship Id="rId29" Type="http://schemas.openxmlformats.org/officeDocument/2006/relationships/slideLayout" Target="../slideLayouts/slideLayout37.xml"/><Relationship Id="rId30" Type="http://schemas.openxmlformats.org/officeDocument/2006/relationships/theme" Target="../theme/theme3.xml"/><Relationship Id="rId31" Type="http://schemas.openxmlformats.org/officeDocument/2006/relationships/image" Target="../media/image7.jpeg"/><Relationship Id="rId32"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 Id="rId9" Type="http://schemas.openxmlformats.org/officeDocument/2006/relationships/slideLayout" Target="../slideLayouts/slideLayout46.xml"/><Relationship Id="rId10" Type="http://schemas.openxmlformats.org/officeDocument/2006/relationships/slideLayout" Target="../slideLayouts/slideLayout47.xml"/><Relationship Id="rId11" Type="http://schemas.openxmlformats.org/officeDocument/2006/relationships/slideLayout" Target="../slideLayouts/slideLayout48.xml"/><Relationship Id="rId12" Type="http://schemas.openxmlformats.org/officeDocument/2006/relationships/slideLayout" Target="../slideLayouts/slideLayout49.xml"/><Relationship Id="rId13" Type="http://schemas.openxmlformats.org/officeDocument/2006/relationships/slideLayout" Target="../slideLayouts/slideLayout50.xml"/><Relationship Id="rId14" Type="http://schemas.openxmlformats.org/officeDocument/2006/relationships/slideLayout" Target="../slideLayouts/slideLayout51.xml"/><Relationship Id="rId15" Type="http://schemas.openxmlformats.org/officeDocument/2006/relationships/slideLayout" Target="../slideLayouts/slideLayout52.xml"/><Relationship Id="rId16" Type="http://schemas.openxmlformats.org/officeDocument/2006/relationships/slideLayout" Target="../slideLayouts/slideLayout53.xml"/><Relationship Id="rId17" Type="http://schemas.openxmlformats.org/officeDocument/2006/relationships/slideLayout" Target="../slideLayouts/slideLayout54.xml"/><Relationship Id="rId18" Type="http://schemas.openxmlformats.org/officeDocument/2006/relationships/slideLayout" Target="../slideLayouts/slideLayout55.xml"/><Relationship Id="rId19" Type="http://schemas.openxmlformats.org/officeDocument/2006/relationships/slideLayout" Target="../slideLayouts/slideLayout56.xml"/><Relationship Id="rId20" Type="http://schemas.openxmlformats.org/officeDocument/2006/relationships/slideLayout" Target="../slideLayouts/slideLayout57.xml"/><Relationship Id="rId21" Type="http://schemas.openxmlformats.org/officeDocument/2006/relationships/slideLayout" Target="../slideLayouts/slideLayout58.xml"/><Relationship Id="rId22" Type="http://schemas.openxmlformats.org/officeDocument/2006/relationships/slideLayout" Target="../slideLayouts/slideLayout59.xml"/><Relationship Id="rId23" Type="http://schemas.openxmlformats.org/officeDocument/2006/relationships/slideLayout" Target="../slideLayouts/slideLayout60.xml"/><Relationship Id="rId24" Type="http://schemas.openxmlformats.org/officeDocument/2006/relationships/slideLayout" Target="../slideLayouts/slideLayout61.xml"/><Relationship Id="rId25" Type="http://schemas.openxmlformats.org/officeDocument/2006/relationships/slideLayout" Target="../slideLayouts/slideLayout62.xml"/><Relationship Id="rId26" Type="http://schemas.openxmlformats.org/officeDocument/2006/relationships/slideLayout" Target="../slideLayouts/slideLayout63.xml"/><Relationship Id="rId27" Type="http://schemas.openxmlformats.org/officeDocument/2006/relationships/slideLayout" Target="../slideLayouts/slideLayout64.xml"/><Relationship Id="rId28" Type="http://schemas.openxmlformats.org/officeDocument/2006/relationships/slideLayout" Target="../slideLayouts/slideLayout65.xml"/><Relationship Id="rId29" Type="http://schemas.openxmlformats.org/officeDocument/2006/relationships/theme" Target="../theme/theme4.xml"/><Relationship Id="rId30" Type="http://schemas.openxmlformats.org/officeDocument/2006/relationships/image" Target="../media/image9.png"/><Relationship Id="rId31"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F25C12-8A09-1CE8-6874-31532B5A10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4A981-F306-43B2-BB59-912FAACBBEEE}" type="datetimeFigureOut">
              <a:rPr lang="en-US" smtClean="0"/>
              <a:t>1/16/2026</a:t>
            </a:fld>
            <a:endParaRPr lang="en-US"/>
          </a:p>
        </p:txBody>
      </p:sp>
      <p:sp>
        <p:nvSpPr>
          <p:cNvPr id="5" name="Footer Placeholder 4">
            <a:extLst>
              <a:ext uri="{FF2B5EF4-FFF2-40B4-BE49-F238E27FC236}">
                <a16:creationId xmlns:a16="http://schemas.microsoft.com/office/drawing/2014/main" id="{01B98308-976A-33AE-99B9-21E7BE9E1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C95F3C-EE93-825A-E6BD-4AFDC7CA6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C26AA8-D9EB-45B6-86B1-F4A91B315C64}" type="slidenum">
              <a:rPr lang="en-US" smtClean="0"/>
              <a:t>‹#›</a:t>
            </a:fld>
            <a:endParaRPr lang="en-US"/>
          </a:p>
        </p:txBody>
      </p:sp>
      <p:sp>
        <p:nvSpPr>
          <p:cNvPr id="7" name="TextBox 6">
            <a:extLst>
              <a:ext uri="{FF2B5EF4-FFF2-40B4-BE49-F238E27FC236}">
                <a16:creationId xmlns:a16="http://schemas.microsoft.com/office/drawing/2014/main" id="{A683A42D-0EFE-7865-2E2B-D22DCC717CEB}"/>
              </a:ext>
            </a:extLst>
          </p:cNvPr>
          <p:cNvSpPr txBox="1"/>
          <p:nvPr userDrawn="1">
            <p:extLst>
              <p:ext uri="{1162E1C5-73C7-4A58-AE30-91384D911F3F}">
                <p184:classification xmlns:p184="http://schemas.microsoft.com/office/powerpoint/2018/4/main" val="ftr"/>
              </p:ext>
            </p:extLst>
          </p:nvPr>
        </p:nvSpPr>
        <p:spPr>
          <a:xfrm>
            <a:off x="63500" y="6642100"/>
            <a:ext cx="181133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   Classification: Schwab Internal</a:t>
            </a:r>
          </a:p>
        </p:txBody>
      </p:sp>
    </p:spTree>
    <p:extLst>
      <p:ext uri="{BB962C8B-B14F-4D97-AF65-F5344CB8AC3E}">
        <p14:creationId xmlns:p14="http://schemas.microsoft.com/office/powerpoint/2010/main" val="258543955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745" r:id="rId3"/>
  </p:sldLayoutIdLst>
  <p:txStyles>
    <p:titleStyle>
      <a:lvl1pPr algn="l" defTabSz="914400" rtl="0" eaLnBrk="1" latinLnBrk="0" hangingPunct="1">
        <a:lnSpc>
          <a:spcPct val="90000"/>
        </a:lnSpc>
        <a:spcBef>
          <a:spcPct val="0"/>
        </a:spcBef>
        <a:buNone/>
        <a:defRPr sz="44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82795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EC1BFF-A91B-4242-DBE2-8AC501A1BF79}"/>
              </a:ext>
            </a:extLst>
          </p:cNvPr>
          <p:cNvPicPr>
            <a:picLocks noChangeAspect="1"/>
          </p:cNvPicPr>
          <p:nvPr/>
        </p:nvPicPr>
        <p:blipFill>
          <a:blip r:embed="rId31" cstate="print">
            <a:extLst>
              <a:ext uri="{28A0092B-C50C-407E-A947-70E740481C1C}">
                <a14:useLocalDpi xmlns:a14="http://schemas.microsoft.com/office/drawing/2010/main"/>
              </a:ext>
            </a:extLst>
          </a:blip>
          <a:srcRect t="93145"/>
          <a:stretch/>
        </p:blipFill>
        <p:spPr>
          <a:xfrm>
            <a:off x="1526" y="6387151"/>
            <a:ext cx="12190474" cy="469983"/>
          </a:xfrm>
          <a:prstGeom prst="rect">
            <a:avLst/>
          </a:prstGeom>
        </p:spPr>
      </p:pic>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Footer Placeholder 4">
            <a:extLst>
              <a:ext uri="{FF2B5EF4-FFF2-40B4-BE49-F238E27FC236}">
                <a16:creationId xmlns:a16="http://schemas.microsoft.com/office/drawing/2014/main" id="{02BE612D-CAD0-B2F6-FE03-8B620D5FB3D3}"/>
              </a:ext>
            </a:extLst>
          </p:cNvPr>
          <p:cNvSpPr txBox="1">
            <a:spLocks/>
          </p:cNvSpPr>
          <p:nvPr/>
        </p:nvSpPr>
        <p:spPr>
          <a:xfrm>
            <a:off x="292608" y="6455668"/>
            <a:ext cx="3207974"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 Mphasis 2025  Proprietary and confidential information</a:t>
            </a:r>
            <a:endParaRPr lang="en-IN" sz="1000"/>
          </a:p>
        </p:txBody>
      </p:sp>
      <p:sp>
        <p:nvSpPr>
          <p:cNvPr id="5" name="Footer Placeholder 4">
            <a:extLst>
              <a:ext uri="{FF2B5EF4-FFF2-40B4-BE49-F238E27FC236}">
                <a16:creationId xmlns:a16="http://schemas.microsoft.com/office/drawing/2014/main" id="{30D85B22-4AB0-59BC-D67E-01DB098B8FB7}"/>
              </a:ext>
            </a:extLst>
          </p:cNvPr>
          <p:cNvSpPr txBox="1">
            <a:spLocks/>
          </p:cNvSpPr>
          <p:nvPr/>
        </p:nvSpPr>
        <p:spPr>
          <a:xfrm>
            <a:off x="3586250" y="6455668"/>
            <a:ext cx="1004223"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C4C312-C9D8-434F-B375-261D124326DB}" type="datetime1">
              <a:rPr lang="en-IN" sz="1000" smtClean="0"/>
              <a:pPr/>
              <a:t>16-01-2026</a:t>
            </a:fld>
            <a:endParaRPr lang="en-IN" sz="1000"/>
          </a:p>
        </p:txBody>
      </p:sp>
      <p:pic>
        <p:nvPicPr>
          <p:cNvPr id="4" name="Picture 3">
            <a:extLst>
              <a:ext uri="{FF2B5EF4-FFF2-40B4-BE49-F238E27FC236}">
                <a16:creationId xmlns:a16="http://schemas.microsoft.com/office/drawing/2014/main" id="{E810CBB2-82FF-0BE6-ECA9-77662F9BA303}"/>
              </a:ext>
            </a:extLst>
          </p:cNvPr>
          <p:cNvPicPr>
            <a:picLocks noChangeAspect="1"/>
          </p:cNvPicPr>
          <p:nvPr/>
        </p:nvPicPr>
        <p:blipFill>
          <a:blip r:embed="rId32">
            <a:extLst>
              <a:ext uri="{28A0092B-C50C-407E-A947-70E740481C1C}">
                <a14:useLocalDpi xmlns:a14="http://schemas.microsoft.com/office/drawing/2010/main" val="0"/>
              </a:ext>
            </a:extLst>
          </a:blip>
          <a:srcRect/>
          <a:stretch/>
        </p:blipFill>
        <p:spPr>
          <a:xfrm>
            <a:off x="10811606" y="199943"/>
            <a:ext cx="1099978" cy="365760"/>
          </a:xfrm>
          <a:prstGeom prst="rect">
            <a:avLst/>
          </a:prstGeom>
        </p:spPr>
      </p:pic>
      <p:sp>
        <p:nvSpPr>
          <p:cNvPr id="7" name="TextBox 6">
            <a:extLst>
              <a:ext uri="{FF2B5EF4-FFF2-40B4-BE49-F238E27FC236}">
                <a16:creationId xmlns:a16="http://schemas.microsoft.com/office/drawing/2014/main" id="{6F6D33B9-F0DD-572B-41BA-7DB31BA8EA74}"/>
              </a:ext>
            </a:extLst>
          </p:cNvPr>
          <p:cNvSpPr txBox="1"/>
          <p:nvPr/>
        </p:nvSpPr>
        <p:spPr>
          <a:xfrm>
            <a:off x="6010275" y="6469384"/>
            <a:ext cx="184731" cy="369332"/>
          </a:xfrm>
          <a:prstGeom prst="rect">
            <a:avLst/>
          </a:prstGeom>
          <a:noFill/>
        </p:spPr>
        <p:txBody>
          <a:bodyPr wrap="none" rtlCol="0">
            <a:spAutoFit/>
          </a:bodyPr>
          <a:lstStyle/>
          <a:p>
            <a:endParaRPr lang="en-IN"/>
          </a:p>
        </p:txBody>
      </p:sp>
      <p:sp>
        <p:nvSpPr>
          <p:cNvPr id="10" name="TextBox 9">
            <a:extLst>
              <a:ext uri="{FF2B5EF4-FFF2-40B4-BE49-F238E27FC236}">
                <a16:creationId xmlns:a16="http://schemas.microsoft.com/office/drawing/2014/main" id="{AB3C4B5D-DBD4-6BB5-0873-20A1C577D40D}"/>
              </a:ext>
            </a:extLst>
          </p:cNvPr>
          <p:cNvSpPr txBox="1"/>
          <p:nvPr/>
        </p:nvSpPr>
        <p:spPr>
          <a:xfrm>
            <a:off x="10597911" y="6480876"/>
            <a:ext cx="733425" cy="251341"/>
          </a:xfrm>
          <a:prstGeom prst="rect">
            <a:avLst/>
          </a:prstGeom>
          <a:noFill/>
        </p:spPr>
        <p:txBody>
          <a:bodyPr wrap="square" anchor="ctr">
            <a:spAutoFit/>
          </a:bodyPr>
          <a:lstStyle/>
          <a:p>
            <a:pPr algn="r"/>
            <a:fld id="{168B8272-985F-49F0-9308-1DD0A25D397C}" type="slidenum">
              <a:rPr lang="en-IN" sz="1000" smtClean="0"/>
              <a:pPr algn="r"/>
              <a:t>‹#›</a:t>
            </a:fld>
            <a:endParaRPr lang="en-IN" sz="1000"/>
          </a:p>
        </p:txBody>
      </p:sp>
    </p:spTree>
    <p:extLst>
      <p:ext uri="{BB962C8B-B14F-4D97-AF65-F5344CB8AC3E}">
        <p14:creationId xmlns:p14="http://schemas.microsoft.com/office/powerpoint/2010/main" val="383921209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1417004" y="6368768"/>
            <a:ext cx="579924" cy="475556"/>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p:nvSpPr>
        <p:spPr>
          <a:xfrm>
            <a:off x="292608" y="6455668"/>
            <a:ext cx="3207974"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t>© Mphasis 2025  Proprietary and confidential information</a:t>
            </a:r>
            <a:endParaRPr lang="en-IN" sz="1000"/>
          </a:p>
        </p:txBody>
      </p:sp>
      <p:sp>
        <p:nvSpPr>
          <p:cNvPr id="5" name="Footer Placeholder 4">
            <a:extLst>
              <a:ext uri="{FF2B5EF4-FFF2-40B4-BE49-F238E27FC236}">
                <a16:creationId xmlns:a16="http://schemas.microsoft.com/office/drawing/2014/main" id="{30D85B22-4AB0-59BC-D67E-01DB098B8FB7}"/>
              </a:ext>
            </a:extLst>
          </p:cNvPr>
          <p:cNvSpPr txBox="1">
            <a:spLocks/>
          </p:cNvSpPr>
          <p:nvPr/>
        </p:nvSpPr>
        <p:spPr>
          <a:xfrm>
            <a:off x="3586250" y="6455668"/>
            <a:ext cx="1004223" cy="30175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3C4C312-C9D8-434F-B375-261D124326DB}" type="datetime1">
              <a:rPr lang="en-IN" sz="1000" smtClean="0"/>
              <a:pPr/>
              <a:t>16-01-2026</a:t>
            </a:fld>
            <a:endParaRPr lang="en-IN" sz="1000"/>
          </a:p>
        </p:txBody>
      </p:sp>
      <p:pic>
        <p:nvPicPr>
          <p:cNvPr id="4" name="Picture 3">
            <a:extLst>
              <a:ext uri="{FF2B5EF4-FFF2-40B4-BE49-F238E27FC236}">
                <a16:creationId xmlns:a16="http://schemas.microsoft.com/office/drawing/2014/main" id="{E810CBB2-82FF-0BE6-ECA9-77662F9BA303}"/>
              </a:ext>
            </a:extLst>
          </p:cNvPr>
          <p:cNvPicPr>
            <a:picLocks noChangeAspect="1"/>
          </p:cNvPicPr>
          <p:nvPr/>
        </p:nvPicPr>
        <p:blipFill>
          <a:blip r:embed="rId31">
            <a:extLst>
              <a:ext uri="{28A0092B-C50C-407E-A947-70E740481C1C}">
                <a14:useLocalDpi xmlns:a14="http://schemas.microsoft.com/office/drawing/2010/main" val="0"/>
              </a:ext>
            </a:extLst>
          </a:blip>
          <a:srcRect/>
          <a:stretch/>
        </p:blipFill>
        <p:spPr>
          <a:xfrm>
            <a:off x="10811606" y="199943"/>
            <a:ext cx="1099978" cy="365760"/>
          </a:xfrm>
          <a:prstGeom prst="rect">
            <a:avLst/>
          </a:prstGeom>
        </p:spPr>
      </p:pic>
      <p:sp>
        <p:nvSpPr>
          <p:cNvPr id="7" name="TextBox 6">
            <a:extLst>
              <a:ext uri="{FF2B5EF4-FFF2-40B4-BE49-F238E27FC236}">
                <a16:creationId xmlns:a16="http://schemas.microsoft.com/office/drawing/2014/main" id="{6F6D33B9-F0DD-572B-41BA-7DB31BA8EA74}"/>
              </a:ext>
            </a:extLst>
          </p:cNvPr>
          <p:cNvSpPr txBox="1"/>
          <p:nvPr/>
        </p:nvSpPr>
        <p:spPr>
          <a:xfrm>
            <a:off x="6010275" y="6469384"/>
            <a:ext cx="184731" cy="369332"/>
          </a:xfrm>
          <a:prstGeom prst="rect">
            <a:avLst/>
          </a:prstGeom>
          <a:noFill/>
        </p:spPr>
        <p:txBody>
          <a:bodyPr wrap="none" rtlCol="0">
            <a:spAutoFit/>
          </a:bodyPr>
          <a:lstStyle/>
          <a:p>
            <a:endParaRPr lang="en-IN"/>
          </a:p>
        </p:txBody>
      </p:sp>
      <p:sp>
        <p:nvSpPr>
          <p:cNvPr id="10" name="TextBox 9">
            <a:extLst>
              <a:ext uri="{FF2B5EF4-FFF2-40B4-BE49-F238E27FC236}">
                <a16:creationId xmlns:a16="http://schemas.microsoft.com/office/drawing/2014/main" id="{AB3C4B5D-DBD4-6BB5-0873-20A1C577D40D}"/>
              </a:ext>
            </a:extLst>
          </p:cNvPr>
          <p:cNvSpPr txBox="1"/>
          <p:nvPr/>
        </p:nvSpPr>
        <p:spPr>
          <a:xfrm>
            <a:off x="10597911" y="6480876"/>
            <a:ext cx="733425" cy="251341"/>
          </a:xfrm>
          <a:prstGeom prst="rect">
            <a:avLst/>
          </a:prstGeom>
          <a:noFill/>
        </p:spPr>
        <p:txBody>
          <a:bodyPr wrap="square" anchor="ctr">
            <a:spAutoFit/>
          </a:bodyPr>
          <a:lstStyle/>
          <a:p>
            <a:pPr algn="r"/>
            <a:fld id="{168B8272-985F-49F0-9308-1DD0A25D397C}" type="slidenum">
              <a:rPr lang="en-IN" sz="1000" smtClean="0"/>
              <a:pPr algn="r"/>
              <a:t>‹#›</a:t>
            </a:fld>
            <a:endParaRPr lang="en-IN" sz="1000"/>
          </a:p>
        </p:txBody>
      </p:sp>
    </p:spTree>
    <p:extLst>
      <p:ext uri="{BB962C8B-B14F-4D97-AF65-F5344CB8AC3E}">
        <p14:creationId xmlns:p14="http://schemas.microsoft.com/office/powerpoint/2010/main" val="139363612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8EC10F-208E-0147-97A6-B8FBD50313BF}"/>
              </a:ext>
            </a:extLst>
          </p:cNvPr>
          <p:cNvSpPr>
            <a:spLocks noGrp="1"/>
          </p:cNvSpPr>
          <p:nvPr>
            <p:ph type="body" idx="1"/>
          </p:nvPr>
        </p:nvSpPr>
        <p:spPr>
          <a:xfrm>
            <a:off x="838200" y="1160607"/>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Placeholder 1">
            <a:extLst>
              <a:ext uri="{FF2B5EF4-FFF2-40B4-BE49-F238E27FC236}">
                <a16:creationId xmlns:a16="http://schemas.microsoft.com/office/drawing/2014/main" id="{2BD5861D-2D0D-4F02-8AA2-AE9135153C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5" name="Date Placeholder 3">
            <a:extLst>
              <a:ext uri="{FF2B5EF4-FFF2-40B4-BE49-F238E27FC236}">
                <a16:creationId xmlns:a16="http://schemas.microsoft.com/office/drawing/2014/main" id="{54164993-6186-4734-B098-BFD28743CE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830A7-0C15-4F6E-81FE-DDB0DAA966ED}" type="datetime1">
              <a:rPr lang="en-US" smtClean="0"/>
              <a:t>1/16/2026</a:t>
            </a:fld>
            <a:endParaRPr lang="en-US"/>
          </a:p>
        </p:txBody>
      </p:sp>
      <p:sp>
        <p:nvSpPr>
          <p:cNvPr id="16" name="Footer Placeholder 4">
            <a:extLst>
              <a:ext uri="{FF2B5EF4-FFF2-40B4-BE49-F238E27FC236}">
                <a16:creationId xmlns:a16="http://schemas.microsoft.com/office/drawing/2014/main" id="{D83F028F-A162-4BCE-85A2-44BCA98131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7" name="Slide Number Placeholder 5">
            <a:extLst>
              <a:ext uri="{FF2B5EF4-FFF2-40B4-BE49-F238E27FC236}">
                <a16:creationId xmlns:a16="http://schemas.microsoft.com/office/drawing/2014/main" id="{E3BF9FD8-99E5-4539-B682-1757DF54CD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7315D7-A8D9-644F-A62D-5AE051F531E2}" type="slidenum">
              <a:rPr lang="en-US" smtClean="0"/>
              <a:t>‹#›</a:t>
            </a:fld>
            <a:endParaRPr lang="en-US"/>
          </a:p>
        </p:txBody>
      </p:sp>
    </p:spTree>
    <p:extLst>
      <p:ext uri="{BB962C8B-B14F-4D97-AF65-F5344CB8AC3E}">
        <p14:creationId xmlns:p14="http://schemas.microsoft.com/office/powerpoint/2010/main" val="2946100521"/>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600" b="1">
                <a:solidFill>
                  <a:srgbClr val="FFFFFF"/>
                </a:solidFill>
                <a:latin typeface="Segoe UI"/>
              </a:rPr>
              <a:t>Bank Sweep Modernization</a:t>
            </a:r>
          </a:p>
        </p:txBody>
      </p:sp>
      <p:sp>
        <p:nvSpPr>
          <p:cNvPr id="3" name="Subtitle 2"/>
          <p:cNvSpPr>
            <a:spLocks noGrp="1"/>
          </p:cNvSpPr>
          <p:nvPr>
            <p:ph type="subTitle" idx="1"/>
          </p:nvPr>
        </p:nvSpPr>
        <p:spPr/>
        <p:txBody>
          <a:bodyPr/>
          <a:lstStyle/>
          <a:p>
            <a:r>
              <a:rPr sz="2200" b="0">
                <a:solidFill>
                  <a:srgbClr val="FFFFFF"/>
                </a:solidFill>
                <a:latin typeface="Segoe UI"/>
              </a:rPr>
              <a:t>Pure Greenfield  •  All Personas via Chat UI / 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Agenda</a:t>
            </a:r>
          </a:p>
        </p:txBody>
      </p:sp>
      <p:sp>
        <p:nvSpPr>
          <p:cNvPr id="4" name="TextBox 3"/>
          <p:cNvSpPr txBox="1"/>
          <p:nvPr/>
        </p:nvSpPr>
        <p:spPr>
          <a:xfrm>
            <a:off x="548640" y="1188720"/>
            <a:ext cx="10515600" cy="4754880"/>
          </a:xfrm>
          <a:prstGeom prst="rect">
            <a:avLst/>
          </a:prstGeom>
          <a:noFill/>
        </p:spPr>
        <p:txBody>
          <a:bodyPr wrap="square">
            <a:spAutoFit/>
          </a:bodyPr>
          <a:lstStyle/>
          <a:p>
            <a:pPr>
              <a:spcAft>
                <a:spcPts val="400"/>
              </a:spcAft>
            </a:pPr>
            <a:r>
              <a:rPr sz="1800" b="0">
                <a:solidFill>
                  <a:srgbClr val="333333"/>
                </a:solidFill>
                <a:latin typeface="Segoe UI"/>
              </a:rPr>
              <a:t>●  Approach Overview – Pure Greenfield via Chat UI / Studio</a:t>
            </a:r>
          </a:p>
          <a:p>
            <a:pPr>
              <a:spcAft>
                <a:spcPts val="400"/>
              </a:spcAft>
            </a:pPr>
            <a:r>
              <a:rPr sz="1800" b="0">
                <a:solidFill>
                  <a:srgbClr val="333333"/>
                </a:solidFill>
                <a:latin typeface="Segoe UI"/>
              </a:rPr>
              <a:t>●  The Chat UI / Studio Concept</a:t>
            </a:r>
          </a:p>
          <a:p>
            <a:pPr>
              <a:spcAft>
                <a:spcPts val="400"/>
              </a:spcAft>
            </a:pPr>
            <a:r>
              <a:rPr sz="1800" b="0">
                <a:solidFill>
                  <a:srgbClr val="333333"/>
                </a:solidFill>
                <a:latin typeface="Segoe UI"/>
              </a:rPr>
              <a:t>●  End-to-End Flow – All Personas, All Prompts</a:t>
            </a:r>
          </a:p>
          <a:p>
            <a:pPr>
              <a:spcAft>
                <a:spcPts val="400"/>
              </a:spcAft>
            </a:pPr>
            <a:r>
              <a:rPr sz="1800" b="0">
                <a:solidFill>
                  <a:srgbClr val="333333"/>
                </a:solidFill>
                <a:latin typeface="Segoe UI"/>
              </a:rPr>
              <a:t>●  BA → Epics &amp; Stories via Prompts</a:t>
            </a:r>
          </a:p>
          <a:p>
            <a:pPr>
              <a:spcAft>
                <a:spcPts val="400"/>
              </a:spcAft>
            </a:pPr>
            <a:r>
              <a:rPr sz="1800" b="0">
                <a:solidFill>
                  <a:srgbClr val="333333"/>
                </a:solidFill>
                <a:latin typeface="Segoe UI"/>
              </a:rPr>
              <a:t>●  Architect → Design &amp; API Specs via Prompts</a:t>
            </a:r>
          </a:p>
          <a:p>
            <a:pPr>
              <a:spcAft>
                <a:spcPts val="400"/>
              </a:spcAft>
            </a:pPr>
            <a:r>
              <a:rPr sz="1800" b="0">
                <a:solidFill>
                  <a:srgbClr val="333333"/>
                </a:solidFill>
                <a:latin typeface="Segoe UI"/>
              </a:rPr>
              <a:t>●  Developer → Code Generation via Prompts</a:t>
            </a:r>
          </a:p>
          <a:p>
            <a:pPr>
              <a:spcAft>
                <a:spcPts val="400"/>
              </a:spcAft>
            </a:pPr>
            <a:r>
              <a:rPr sz="1800" b="0">
                <a:solidFill>
                  <a:srgbClr val="333333"/>
                </a:solidFill>
                <a:latin typeface="Segoe UI"/>
              </a:rPr>
              <a:t>●  QA → Test Suite Generation via Prompts</a:t>
            </a:r>
          </a:p>
          <a:p>
            <a:pPr>
              <a:spcAft>
                <a:spcPts val="400"/>
              </a:spcAft>
            </a:pPr>
            <a:r>
              <a:rPr sz="1800" b="0">
                <a:solidFill>
                  <a:srgbClr val="333333"/>
                </a:solidFill>
                <a:latin typeface="Segoe UI"/>
              </a:rPr>
              <a:t>●  DevOps → CI/CD &amp; Deployment via Prompts</a:t>
            </a:r>
          </a:p>
          <a:p>
            <a:pPr>
              <a:spcAft>
                <a:spcPts val="400"/>
              </a:spcAft>
            </a:pPr>
            <a:r>
              <a:rPr sz="1800" b="0">
                <a:solidFill>
                  <a:srgbClr val="333333"/>
                </a:solidFill>
                <a:latin typeface="Segoe UI"/>
              </a:rPr>
              <a:t>●  Prompt-Driven SDLC – Persona Summary</a:t>
            </a:r>
          </a:p>
          <a:p>
            <a:pPr>
              <a:spcAft>
                <a:spcPts val="400"/>
              </a:spcAft>
            </a:pPr>
            <a:r>
              <a:rPr sz="1800" b="0">
                <a:solidFill>
                  <a:srgbClr val="333333"/>
                </a:solidFill>
                <a:latin typeface="Segoe UI"/>
              </a:rPr>
              <a:t>●  Advantages of the Chat UI / Studio Approach</a:t>
            </a:r>
          </a:p>
        </p:txBody>
      </p:sp>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Approach Overview – Pure Greenfield via Chat UI / Studio</a:t>
            </a:r>
          </a:p>
        </p:txBody>
      </p:sp>
      <p:sp>
        <p:nvSpPr>
          <p:cNvPr id="4" name="TextBox 3"/>
          <p:cNvSpPr txBox="1"/>
          <p:nvPr/>
        </p:nvSpPr>
        <p:spPr>
          <a:xfrm>
            <a:off x="548640" y="1051560"/>
            <a:ext cx="10972800" cy="4754880"/>
          </a:xfrm>
          <a:prstGeom prst="rect">
            <a:avLst/>
          </a:prstGeom>
          <a:noFill/>
        </p:spPr>
        <p:txBody>
          <a:bodyPr wrap="square">
            <a:spAutoFit/>
          </a:bodyPr>
          <a:lstStyle/>
          <a:p>
            <a:pPr>
              <a:spcAft>
                <a:spcPts val="600"/>
              </a:spcAft>
            </a:pPr>
            <a:r>
              <a:rPr sz="1600" b="0">
                <a:solidFill>
                  <a:srgbClr val="333333"/>
                </a:solidFill>
                <a:latin typeface="Segoe UI"/>
              </a:rPr>
              <a:t>Bank Sweep is built entirely from scratch – no legacy code, no conversion, no migration.</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Every persona on the team works through a Chat UI / Studio interface:</a:t>
            </a:r>
          </a:p>
          <a:p>
            <a:pPr>
              <a:spcAft>
                <a:spcPts val="600"/>
              </a:spcAft>
            </a:pPr>
            <a:r>
              <a:rPr sz="1600" b="0">
                <a:solidFill>
                  <a:srgbClr val="333333"/>
                </a:solidFill>
                <a:latin typeface="Segoe UI"/>
              </a:rPr>
              <a:t>prompts in → artifacts out.</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    💬  BA prompts → Epics, stories, and acceptance criteria in Jira</a:t>
            </a:r>
          </a:p>
          <a:p>
            <a:pPr>
              <a:spcAft>
                <a:spcPts val="600"/>
              </a:spcAft>
            </a:pPr>
            <a:r>
              <a:rPr sz="1600" b="0">
                <a:solidFill>
                  <a:srgbClr val="333333"/>
                </a:solidFill>
                <a:latin typeface="Segoe UI"/>
              </a:rPr>
              <a:t>    💬  Architect prompts → Domain models, OpenAPI specs, ADRs</a:t>
            </a:r>
          </a:p>
          <a:p>
            <a:pPr>
              <a:spcAft>
                <a:spcPts val="600"/>
              </a:spcAft>
            </a:pPr>
            <a:r>
              <a:rPr sz="1600" b="0">
                <a:solidFill>
                  <a:srgbClr val="333333"/>
                </a:solidFill>
                <a:latin typeface="Segoe UI"/>
              </a:rPr>
              <a:t>    💬  Developer prompts → Spring Boot code, unit tests, PRs</a:t>
            </a:r>
          </a:p>
          <a:p>
            <a:pPr>
              <a:spcAft>
                <a:spcPts val="600"/>
              </a:spcAft>
            </a:pPr>
            <a:r>
              <a:rPr sz="1600" b="0">
                <a:solidFill>
                  <a:srgbClr val="333333"/>
                </a:solidFill>
                <a:latin typeface="Segoe UI"/>
              </a:rPr>
              <a:t>    💬  QA prompts → Test suites, BDD scenarios, test data</a:t>
            </a:r>
          </a:p>
          <a:p>
            <a:pPr>
              <a:spcAft>
                <a:spcPts val="600"/>
              </a:spcAft>
            </a:pPr>
            <a:r>
              <a:rPr sz="1600" b="0">
                <a:solidFill>
                  <a:srgbClr val="333333"/>
                </a:solidFill>
                <a:latin typeface="Segoe UI"/>
              </a:rPr>
              <a:t>    💬  DevOps prompts → CI/CD pipelines, deployment manifests, observability</a:t>
            </a:r>
          </a:p>
          <a:p>
            <a:pPr>
              <a:spcAft>
                <a:spcPts val="600"/>
              </a:spcAft>
            </a:pPr>
            <a:r>
              <a:rPr sz="1600" b="0">
                <a:solidFill>
                  <a:srgbClr val="333333"/>
                </a:solidFill>
                <a:latin typeface="Segoe UI"/>
              </a:rPr>
              <a:t/>
            </a:r>
          </a:p>
          <a:p>
            <a:pPr>
              <a:spcAft>
                <a:spcPts val="600"/>
              </a:spcAft>
            </a:pPr>
            <a:r>
              <a:rPr sz="1600" b="0">
                <a:solidFill>
                  <a:srgbClr val="333333"/>
                </a:solidFill>
                <a:latin typeface="Segoe UI"/>
              </a:rPr>
              <a:t>The Chat UI / Studio is the single interface for the entire SDLC.</a:t>
            </a:r>
          </a:p>
          <a:p>
            <a:pPr>
              <a:spcAft>
                <a:spcPts val="600"/>
              </a:spcAft>
            </a:pPr>
            <a:r>
              <a:rPr sz="1600" b="0">
                <a:solidFill>
                  <a:srgbClr val="333333"/>
                </a:solidFill>
                <a:latin typeface="Segoe UI"/>
              </a:rPr>
              <a:t>Each persona brings domain expertise; the AI agent does the heavy lifting.</a:t>
            </a:r>
          </a:p>
        </p:txBody>
      </p:sp>
      <p:sp>
        <p:nvSpPr>
          <p:cNvPr id="5" name="Rounded Rectangle 4"/>
          <p:cNvSpPr/>
          <p:nvPr/>
        </p:nvSpPr>
        <p:spPr>
          <a:xfrm>
            <a:off x="365760" y="5669280"/>
            <a:ext cx="11338560" cy="50292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a:solidFill>
                  <a:srgbClr val="FFFFFF"/>
                </a:solidFill>
                <a:latin typeface="Segoe UI"/>
              </a:rPr>
              <a:t>No Legacy Code  •  No Conversion  •  Pure Greenfield  •  All Prompts via Chat UI / Studio</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The Chat UI / Studio – Single Interface for the Entire SDLC</a:t>
            </a:r>
          </a:p>
        </p:txBody>
      </p:sp>
      <p:sp>
        <p:nvSpPr>
          <p:cNvPr id="4" name="Rounded Rectangle 3"/>
          <p:cNvSpPr/>
          <p:nvPr/>
        </p:nvSpPr>
        <p:spPr>
          <a:xfrm>
            <a:off x="4114800" y="1188720"/>
            <a:ext cx="3931920" cy="6400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2000" b="1">
                <a:solidFill>
                  <a:srgbClr val="FFFFFF"/>
                </a:solidFill>
                <a:latin typeface="Segoe UI"/>
              </a:rPr>
              <a:t>Chat UI / Studio</a:t>
            </a:r>
          </a:p>
        </p:txBody>
      </p:sp>
      <p:sp>
        <p:nvSpPr>
          <p:cNvPr id="5" name="Rounded Rectangle 4"/>
          <p:cNvSpPr/>
          <p:nvPr/>
        </p:nvSpPr>
        <p:spPr>
          <a:xfrm>
            <a:off x="274320" y="2286000"/>
            <a:ext cx="2011680" cy="68580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Business
Analyst</a:t>
            </a:r>
          </a:p>
        </p:txBody>
      </p:sp>
      <p:sp>
        <p:nvSpPr>
          <p:cNvPr id="6" name="Rounded Rectangle 5"/>
          <p:cNvSpPr/>
          <p:nvPr/>
        </p:nvSpPr>
        <p:spPr>
          <a:xfrm>
            <a:off x="2743200" y="2286000"/>
            <a:ext cx="2011680" cy="68580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Architect</a:t>
            </a:r>
          </a:p>
        </p:txBody>
      </p:sp>
      <p:sp>
        <p:nvSpPr>
          <p:cNvPr id="7" name="Rounded Rectangle 6"/>
          <p:cNvSpPr/>
          <p:nvPr/>
        </p:nvSpPr>
        <p:spPr>
          <a:xfrm>
            <a:off x="5212080" y="2286000"/>
            <a:ext cx="2011680" cy="68580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Developer</a:t>
            </a:r>
          </a:p>
        </p:txBody>
      </p:sp>
      <p:sp>
        <p:nvSpPr>
          <p:cNvPr id="8" name="Rounded Rectangle 7"/>
          <p:cNvSpPr/>
          <p:nvPr/>
        </p:nvSpPr>
        <p:spPr>
          <a:xfrm>
            <a:off x="7680960" y="2286000"/>
            <a:ext cx="2011680" cy="68580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QA Engineer</a:t>
            </a:r>
          </a:p>
        </p:txBody>
      </p:sp>
      <p:sp>
        <p:nvSpPr>
          <p:cNvPr id="9" name="Rounded Rectangle 8"/>
          <p:cNvSpPr/>
          <p:nvPr/>
        </p:nvSpPr>
        <p:spPr>
          <a:xfrm>
            <a:off x="10149840" y="2286000"/>
            <a:ext cx="2011680" cy="685800"/>
          </a:xfrm>
          <a:prstGeom prst="round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DevOps</a:t>
            </a:r>
          </a:p>
        </p:txBody>
      </p:sp>
      <p:sp>
        <p:nvSpPr>
          <p:cNvPr id="10" name="Rounded Rectangle 9"/>
          <p:cNvSpPr/>
          <p:nvPr/>
        </p:nvSpPr>
        <p:spPr>
          <a:xfrm>
            <a:off x="274320" y="3291840"/>
            <a:ext cx="11612880" cy="502920"/>
          </a:xfrm>
          <a:prstGeom prst="round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002B5C"/>
                </a:solidFill>
                <a:latin typeface="Segoe UI"/>
              </a:rPr>
              <a:t>Each persona types natural-language prompts  →  AI Agent generates artifacts  →  Human reviews &amp; approves</a:t>
            </a:r>
          </a:p>
        </p:txBody>
      </p:sp>
      <p:sp>
        <p:nvSpPr>
          <p:cNvPr id="11" name="TextBox 10"/>
          <p:cNvSpPr txBox="1"/>
          <p:nvPr/>
        </p:nvSpPr>
        <p:spPr>
          <a:xfrm>
            <a:off x="457200" y="4114800"/>
            <a:ext cx="11247120" cy="2011680"/>
          </a:xfrm>
          <a:prstGeom prst="rect">
            <a:avLst/>
          </a:prstGeom>
          <a:noFill/>
        </p:spPr>
        <p:txBody>
          <a:bodyPr wrap="square">
            <a:spAutoFit/>
          </a:bodyPr>
          <a:lstStyle/>
          <a:p>
            <a:r>
              <a:rPr sz="1800" b="1">
                <a:solidFill>
                  <a:srgbClr val="002B5C"/>
                </a:solidFill>
                <a:latin typeface="Segoe UI"/>
              </a:rPr>
              <a:t>What Comes Out of the Chat UI / Studio</a:t>
            </a:r>
          </a:p>
          <a:p>
            <a:pPr>
              <a:spcBef>
                <a:spcPts val="600"/>
              </a:spcBef>
            </a:pPr>
            <a:r>
              <a:rPr sz="1400" b="1">
                <a:solidFill>
                  <a:srgbClr val="006BA6"/>
                </a:solidFill>
                <a:latin typeface="Segoe UI"/>
              </a:rPr>
              <a:t>💬 BA:  </a:t>
            </a:r>
            <a:r>
              <a:rPr sz="1400" b="0">
                <a:solidFill>
                  <a:srgbClr val="333333"/>
                </a:solidFill>
                <a:latin typeface="Segoe UI"/>
              </a:rPr>
              <a:t>Jira Epics, User Stories, Acceptance Criteria, BRDs</a:t>
            </a:r>
          </a:p>
          <a:p>
            <a:pPr>
              <a:spcBef>
                <a:spcPts val="600"/>
              </a:spcBef>
            </a:pPr>
            <a:r>
              <a:rPr sz="1400" b="1">
                <a:solidFill>
                  <a:srgbClr val="006BA6"/>
                </a:solidFill>
                <a:latin typeface="Segoe UI"/>
              </a:rPr>
              <a:t>💬 Architect:  </a:t>
            </a:r>
            <a:r>
              <a:rPr sz="1400" b="0">
                <a:solidFill>
                  <a:srgbClr val="333333"/>
                </a:solidFill>
                <a:latin typeface="Segoe UI"/>
              </a:rPr>
              <a:t>DDD Models, OpenAPI Specs, ADRs, Database Schemas, Sequence Diagrams</a:t>
            </a:r>
          </a:p>
          <a:p>
            <a:pPr>
              <a:spcBef>
                <a:spcPts val="600"/>
              </a:spcBef>
            </a:pPr>
            <a:r>
              <a:rPr sz="1400" b="1">
                <a:solidFill>
                  <a:srgbClr val="006BA6"/>
                </a:solidFill>
                <a:latin typeface="Segoe UI"/>
              </a:rPr>
              <a:t>💬 Developer:  </a:t>
            </a:r>
            <a:r>
              <a:rPr sz="1400" b="0">
                <a:solidFill>
                  <a:srgbClr val="333333"/>
                </a:solidFill>
                <a:latin typeface="Segoe UI"/>
              </a:rPr>
              <a:t>Spring Boot Code, Unit Tests, Integration Code, Pull Requests</a:t>
            </a:r>
          </a:p>
          <a:p>
            <a:pPr>
              <a:spcBef>
                <a:spcPts val="600"/>
              </a:spcBef>
            </a:pPr>
            <a:r>
              <a:rPr sz="1400" b="1">
                <a:solidFill>
                  <a:srgbClr val="006BA6"/>
                </a:solidFill>
                <a:latin typeface="Segoe UI"/>
              </a:rPr>
              <a:t>💬 QA:  </a:t>
            </a:r>
            <a:r>
              <a:rPr sz="1400" b="0">
                <a:solidFill>
                  <a:srgbClr val="333333"/>
                </a:solidFill>
                <a:latin typeface="Segoe UI"/>
              </a:rPr>
              <a:t>JUnit Suites, Gherkin/BDD Scenarios, Test Data, Coverage Reports</a:t>
            </a:r>
          </a:p>
          <a:p>
            <a:pPr>
              <a:spcBef>
                <a:spcPts val="600"/>
              </a:spcBef>
            </a:pPr>
            <a:r>
              <a:rPr sz="1400" b="1">
                <a:solidFill>
                  <a:srgbClr val="006BA6"/>
                </a:solidFill>
                <a:latin typeface="Segoe UI"/>
              </a:rPr>
              <a:t>💬 DevOps:  </a:t>
            </a:r>
            <a:r>
              <a:rPr sz="1400" b="0">
                <a:solidFill>
                  <a:srgbClr val="333333"/>
                </a:solidFill>
                <a:latin typeface="Segoe UI"/>
              </a:rPr>
              <a:t>Dockerfiles, K8s/PCF Manifests, CI/CD Configs, Monitoring Dashboards</a:t>
            </a:r>
          </a:p>
        </p:txBody>
      </p:sp>
      <p:sp>
        <p:nvSpPr>
          <p:cNvPr id="12" name="TextBox 11"/>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End-to-End Greenfield Flow – All Personas via Chat UI</a:t>
            </a:r>
          </a:p>
        </p:txBody>
      </p:sp>
      <p:sp>
        <p:nvSpPr>
          <p:cNvPr id="4" name="Rounded Rectangle 3"/>
          <p:cNvSpPr/>
          <p:nvPr/>
        </p:nvSpPr>
        <p:spPr>
          <a:xfrm>
            <a:off x="365760" y="1188720"/>
            <a:ext cx="3200400" cy="100584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1
BA → Epics
&amp; Stories</a:t>
            </a:r>
          </a:p>
        </p:txBody>
      </p:sp>
      <p:sp>
        <p:nvSpPr>
          <p:cNvPr id="5" name="Right Arrow 4"/>
          <p:cNvSpPr/>
          <p:nvPr/>
        </p:nvSpPr>
        <p:spPr>
          <a:xfrm>
            <a:off x="3657600" y="1508760"/>
            <a:ext cx="457200" cy="32004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60520" y="1188720"/>
            <a:ext cx="3200400" cy="100584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2
Architect →
Design &amp; Specs</a:t>
            </a:r>
          </a:p>
        </p:txBody>
      </p:sp>
      <p:sp>
        <p:nvSpPr>
          <p:cNvPr id="7" name="Right Arrow 6"/>
          <p:cNvSpPr/>
          <p:nvPr/>
        </p:nvSpPr>
        <p:spPr>
          <a:xfrm>
            <a:off x="7452360" y="1508760"/>
            <a:ext cx="457200" cy="32004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955280" y="1188720"/>
            <a:ext cx="3200400" cy="100584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3
Developer →
Code Gen</a:t>
            </a:r>
          </a:p>
        </p:txBody>
      </p:sp>
      <p:sp>
        <p:nvSpPr>
          <p:cNvPr id="9" name="Rounded Rectangle 8"/>
          <p:cNvSpPr/>
          <p:nvPr/>
        </p:nvSpPr>
        <p:spPr>
          <a:xfrm>
            <a:off x="365760" y="2651760"/>
            <a:ext cx="3200400" cy="100584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4
QA → Test
Suite Gen</a:t>
            </a:r>
          </a:p>
        </p:txBody>
      </p:sp>
      <p:sp>
        <p:nvSpPr>
          <p:cNvPr id="10" name="Right Arrow 9"/>
          <p:cNvSpPr/>
          <p:nvPr/>
        </p:nvSpPr>
        <p:spPr>
          <a:xfrm>
            <a:off x="3657600" y="2971800"/>
            <a:ext cx="457200" cy="32004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60520" y="2651760"/>
            <a:ext cx="3200400" cy="100584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5
Code Review
&amp; PRs</a:t>
            </a:r>
          </a:p>
        </p:txBody>
      </p:sp>
      <p:sp>
        <p:nvSpPr>
          <p:cNvPr id="12" name="Right Arrow 11"/>
          <p:cNvSpPr/>
          <p:nvPr/>
        </p:nvSpPr>
        <p:spPr>
          <a:xfrm>
            <a:off x="7452360" y="2971800"/>
            <a:ext cx="457200" cy="32004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80" y="2651760"/>
            <a:ext cx="3200400" cy="100584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Step 6
DevOps → CI/CD
&amp; Deploy</a:t>
            </a:r>
          </a:p>
        </p:txBody>
      </p:sp>
      <p:sp>
        <p:nvSpPr>
          <p:cNvPr id="14" name="Down Arrow 13"/>
          <p:cNvSpPr/>
          <p:nvPr/>
        </p:nvSpPr>
        <p:spPr>
          <a:xfrm>
            <a:off x="11247120" y="2240280"/>
            <a:ext cx="274320" cy="320040"/>
          </a:xfrm>
          <a:prstGeom prst="down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 y="4023360"/>
            <a:ext cx="11338560" cy="50292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a:solidFill>
                  <a:srgbClr val="FFFFFF"/>
                </a:solidFill>
                <a:latin typeface="Segoe UI"/>
              </a:rPr>
              <a:t>💬  Chat UI / Studio  –  The Single Interface for Every Step Above</a:t>
            </a:r>
          </a:p>
        </p:txBody>
      </p:sp>
      <p:sp>
        <p:nvSpPr>
          <p:cNvPr id="16" name="TextBox 15"/>
          <p:cNvSpPr txBox="1"/>
          <p:nvPr/>
        </p:nvSpPr>
        <p:spPr>
          <a:xfrm>
            <a:off x="457200" y="4754880"/>
            <a:ext cx="11247120" cy="1371600"/>
          </a:xfrm>
          <a:prstGeom prst="rect">
            <a:avLst/>
          </a:prstGeom>
          <a:noFill/>
        </p:spPr>
        <p:txBody>
          <a:bodyPr wrap="square">
            <a:spAutoFit/>
          </a:bodyPr>
          <a:lstStyle/>
          <a:p>
            <a:r>
              <a:rPr sz="1600" b="1">
                <a:solidFill>
                  <a:srgbClr val="002B5C"/>
                </a:solidFill>
                <a:latin typeface="Segoe UI"/>
              </a:rPr>
              <a:t>How It Works at Every Step:</a:t>
            </a:r>
          </a:p>
          <a:p>
            <a:pPr>
              <a:spcBef>
                <a:spcPts val="400"/>
              </a:spcBef>
            </a:pPr>
            <a:r>
              <a:rPr sz="1400" b="0">
                <a:solidFill>
                  <a:srgbClr val="333333"/>
                </a:solidFill>
                <a:latin typeface="Segoe UI"/>
              </a:rPr>
              <a:t>1.  Persona opens the Chat UI / Studio</a:t>
            </a:r>
          </a:p>
          <a:p>
            <a:pPr>
              <a:spcBef>
                <a:spcPts val="400"/>
              </a:spcBef>
            </a:pPr>
            <a:r>
              <a:rPr sz="1400" b="0">
                <a:solidFill>
                  <a:srgbClr val="333333"/>
                </a:solidFill>
                <a:latin typeface="Segoe UI"/>
              </a:rPr>
              <a:t>2.  Types a natural-language prompt describing what they need</a:t>
            </a:r>
          </a:p>
          <a:p>
            <a:pPr>
              <a:spcBef>
                <a:spcPts val="400"/>
              </a:spcBef>
            </a:pPr>
            <a:r>
              <a:rPr sz="1400" b="0">
                <a:solidFill>
                  <a:srgbClr val="333333"/>
                </a:solidFill>
                <a:latin typeface="Segoe UI"/>
              </a:rPr>
              <a:t>3.  AI Agent generates the artifact (stories, code, tests, manifests, etc.)</a:t>
            </a:r>
          </a:p>
          <a:p>
            <a:pPr>
              <a:spcBef>
                <a:spcPts val="400"/>
              </a:spcBef>
            </a:pPr>
            <a:r>
              <a:rPr sz="1400" b="0">
                <a:solidFill>
                  <a:srgbClr val="333333"/>
                </a:solidFill>
                <a:latin typeface="Segoe UI"/>
              </a:rPr>
              <a:t>4.  Persona reviews, refines via follow-up prompts, and approves</a:t>
            </a:r>
          </a:p>
          <a:p>
            <a:pPr>
              <a:spcBef>
                <a:spcPts val="400"/>
              </a:spcBef>
            </a:pPr>
            <a:r>
              <a:rPr sz="1400" b="0">
                <a:solidFill>
                  <a:srgbClr val="333333"/>
                </a:solidFill>
                <a:latin typeface="Segoe UI"/>
              </a:rPr>
              <a:t>5.  Approved artifact is pushed to the target system (Jira, GitHub, CI/CD, etc.)</a:t>
            </a:r>
          </a:p>
        </p:txBody>
      </p:sp>
      <p:sp>
        <p:nvSpPr>
          <p:cNvPr id="17" name="TextBox 16"/>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1 – BA → Epics &amp; Stories via Prompts</a:t>
            </a:r>
          </a:p>
        </p:txBody>
      </p:sp>
      <p:sp>
        <p:nvSpPr>
          <p:cNvPr id="4" name="Rounded Rectangle 3"/>
          <p:cNvSpPr/>
          <p:nvPr/>
        </p:nvSpPr>
        <p:spPr>
          <a:xfrm>
            <a:off x="10058400" y="274320"/>
            <a:ext cx="1371600" cy="292608"/>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00" b="1">
                <a:solidFill>
                  <a:srgbClr val="FFFFFF"/>
                </a:solidFill>
                <a:latin typeface="Segoe UI"/>
              </a:rPr>
              <a:t>👤 Business Analyst</a:t>
            </a:r>
          </a:p>
        </p:txBody>
      </p:sp>
      <p:sp>
        <p:nvSpPr>
          <p:cNvPr id="5" name="Rounded Rectangle 4"/>
          <p:cNvSpPr/>
          <p:nvPr/>
        </p:nvSpPr>
        <p:spPr>
          <a:xfrm>
            <a:off x="365760" y="1280160"/>
            <a:ext cx="2743200" cy="73152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BA types prompt
in Chat UI</a:t>
            </a:r>
          </a:p>
        </p:txBody>
      </p:sp>
      <p:sp>
        <p:nvSpPr>
          <p:cNvPr id="6" name="Right Arrow 5"/>
          <p:cNvSpPr/>
          <p:nvPr/>
        </p:nvSpPr>
        <p:spPr>
          <a:xfrm>
            <a:off x="320040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49039" y="1280160"/>
            <a:ext cx="2743200" cy="73152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AI Agent generates
Epics &amp; Stories</a:t>
            </a:r>
          </a:p>
        </p:txBody>
      </p:sp>
      <p:sp>
        <p:nvSpPr>
          <p:cNvPr id="8" name="Right Arrow 7"/>
          <p:cNvSpPr/>
          <p:nvPr/>
        </p:nvSpPr>
        <p:spPr>
          <a:xfrm>
            <a:off x="658368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0" y="1280160"/>
            <a:ext cx="2743200" cy="73152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BA reviews,
refines, approves</a:t>
            </a:r>
          </a:p>
        </p:txBody>
      </p:sp>
      <p:sp>
        <p:nvSpPr>
          <p:cNvPr id="10" name="Right Arrow 9"/>
          <p:cNvSpPr/>
          <p:nvPr/>
        </p:nvSpPr>
        <p:spPr>
          <a:xfrm>
            <a:off x="996696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0" y="1280160"/>
            <a:ext cx="1280160" cy="73152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Jira</a:t>
            </a:r>
          </a:p>
        </p:txBody>
      </p:sp>
      <p:sp>
        <p:nvSpPr>
          <p:cNvPr id="12" name="TextBox 11"/>
          <p:cNvSpPr txBox="1"/>
          <p:nvPr/>
        </p:nvSpPr>
        <p:spPr>
          <a:xfrm>
            <a:off x="457200" y="2377440"/>
            <a:ext cx="11247120" cy="3657600"/>
          </a:xfrm>
          <a:prstGeom prst="rect">
            <a:avLst/>
          </a:prstGeom>
          <a:noFill/>
        </p:spPr>
        <p:txBody>
          <a:bodyPr wrap="square">
            <a:spAutoFit/>
          </a:bodyPr>
          <a:lstStyle/>
          <a:p>
            <a:r>
              <a:rPr sz="1700" b="1">
                <a:solidFill>
                  <a:srgbClr val="002B5C"/>
                </a:solidFill>
                <a:latin typeface="Segoe UI"/>
              </a:rPr>
              <a:t>Example Prompts the BA Would Type</a:t>
            </a:r>
          </a:p>
          <a:p>
            <a:pPr>
              <a:spcBef>
                <a:spcPts val="1000"/>
              </a:spcBef>
            </a:pPr>
            <a:r>
              <a:rPr sz="1400" b="1">
                <a:solidFill>
                  <a:srgbClr val="006BA6"/>
                </a:solidFill>
                <a:latin typeface="Segoe UI"/>
              </a:rPr>
              <a:t>💬  Define the epics:</a:t>
            </a:r>
          </a:p>
          <a:p>
            <a:r>
              <a:rPr sz="1300" b="0">
                <a:solidFill>
                  <a:srgbClr val="333333"/>
                </a:solidFill>
                <a:latin typeface="Segoe UI"/>
              </a:rPr>
              <a:t>    "Create epics for the Bank Sweep cash management module. Include sweep scheduling, threshold management, and account linking."</a:t>
            </a:r>
          </a:p>
          <a:p>
            <a:pPr>
              <a:spcBef>
                <a:spcPts val="1000"/>
              </a:spcBef>
            </a:pPr>
            <a:r>
              <a:rPr sz="1400" b="1">
                <a:solidFill>
                  <a:srgbClr val="006BA6"/>
                </a:solidFill>
                <a:latin typeface="Segoe UI"/>
              </a:rPr>
              <a:t>💬  Break into stories:</a:t>
            </a:r>
          </a:p>
          <a:p>
            <a:r>
              <a:rPr sz="1300" b="0">
                <a:solidFill>
                  <a:srgbClr val="333333"/>
                </a:solidFill>
                <a:latin typeface="Segoe UI"/>
              </a:rPr>
              <a:t>    "Break the sweep scheduling epic into user stories with acceptance criteria. Use Given-When-Then format."</a:t>
            </a:r>
          </a:p>
          <a:p>
            <a:pPr>
              <a:spcBef>
                <a:spcPts val="1000"/>
              </a:spcBef>
            </a:pPr>
            <a:r>
              <a:rPr sz="1400" b="1">
                <a:solidFill>
                  <a:srgbClr val="006BA6"/>
                </a:solidFill>
                <a:latin typeface="Segoe UI"/>
              </a:rPr>
              <a:t>💬  Add edge cases:</a:t>
            </a:r>
          </a:p>
          <a:p>
            <a:r>
              <a:rPr sz="1300" b="0">
                <a:solidFill>
                  <a:srgbClr val="333333"/>
                </a:solidFill>
                <a:latin typeface="Segoe UI"/>
              </a:rPr>
              <a:t>    "Add stories for error handling: what happens when a sweep fails mid-transfer? What about insufficient funds?"</a:t>
            </a:r>
          </a:p>
          <a:p>
            <a:pPr>
              <a:spcBef>
                <a:spcPts val="1000"/>
              </a:spcBef>
            </a:pPr>
            <a:r>
              <a:rPr sz="1400" b="1">
                <a:solidFill>
                  <a:srgbClr val="006BA6"/>
                </a:solidFill>
                <a:latin typeface="Segoe UI"/>
              </a:rPr>
              <a:t>💬  Refine acceptance:</a:t>
            </a:r>
          </a:p>
          <a:p>
            <a:r>
              <a:rPr sz="1300" b="0">
                <a:solidFill>
                  <a:srgbClr val="333333"/>
                </a:solidFill>
                <a:latin typeface="Segoe UI"/>
              </a:rPr>
              <a:t>    "Update the threshold management stories – thresholds should be configurable per account type, not global."</a:t>
            </a:r>
          </a:p>
          <a:p>
            <a:pPr>
              <a:spcBef>
                <a:spcPts val="1000"/>
              </a:spcBef>
            </a:pPr>
            <a:r>
              <a:rPr sz="1400" b="1">
                <a:solidFill>
                  <a:srgbClr val="006BA6"/>
                </a:solidFill>
                <a:latin typeface="Segoe UI"/>
              </a:rPr>
              <a:t>💬  Push to Jira:</a:t>
            </a:r>
          </a:p>
          <a:p>
            <a:r>
              <a:rPr sz="1300" b="0">
                <a:solidFill>
                  <a:srgbClr val="333333"/>
                </a:solidFill>
                <a:latin typeface="Segoe UI"/>
              </a:rPr>
              <a:t>    "Create these epics and stories in Jira project BSWP, assign to Sprint 3 backlog."</a:t>
            </a:r>
          </a:p>
        </p:txBody>
      </p:sp>
      <p:sp>
        <p:nvSpPr>
          <p:cNvPr id="13" name="TextBox 12"/>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2 – Architect → Design &amp; API Specs via Prompts</a:t>
            </a:r>
          </a:p>
        </p:txBody>
      </p:sp>
      <p:sp>
        <p:nvSpPr>
          <p:cNvPr id="4" name="Rounded Rectangle 3"/>
          <p:cNvSpPr/>
          <p:nvPr/>
        </p:nvSpPr>
        <p:spPr>
          <a:xfrm>
            <a:off x="10424160" y="274320"/>
            <a:ext cx="1371600" cy="292608"/>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00" b="1">
                <a:solidFill>
                  <a:srgbClr val="FFFFFF"/>
                </a:solidFill>
                <a:latin typeface="Segoe UI"/>
              </a:rPr>
              <a:t>👤 Architect</a:t>
            </a:r>
          </a:p>
        </p:txBody>
      </p:sp>
      <p:sp>
        <p:nvSpPr>
          <p:cNvPr id="5" name="Rounded Rectangle 4"/>
          <p:cNvSpPr/>
          <p:nvPr/>
        </p:nvSpPr>
        <p:spPr>
          <a:xfrm>
            <a:off x="365760" y="1280160"/>
            <a:ext cx="2743200" cy="73152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Architect types
prompt in Chat UI</a:t>
            </a:r>
          </a:p>
        </p:txBody>
      </p:sp>
      <p:sp>
        <p:nvSpPr>
          <p:cNvPr id="6" name="Right Arrow 5"/>
          <p:cNvSpPr/>
          <p:nvPr/>
        </p:nvSpPr>
        <p:spPr>
          <a:xfrm>
            <a:off x="320040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49039" y="1280160"/>
            <a:ext cx="2743200" cy="73152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AI Agent generates
Design Artifacts</a:t>
            </a:r>
          </a:p>
        </p:txBody>
      </p:sp>
      <p:sp>
        <p:nvSpPr>
          <p:cNvPr id="8" name="Right Arrow 7"/>
          <p:cNvSpPr/>
          <p:nvPr/>
        </p:nvSpPr>
        <p:spPr>
          <a:xfrm>
            <a:off x="658368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0" y="1280160"/>
            <a:ext cx="2743200" cy="73152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Architect reviews,
iterates, approves</a:t>
            </a:r>
          </a:p>
        </p:txBody>
      </p:sp>
      <p:sp>
        <p:nvSpPr>
          <p:cNvPr id="10" name="Right Arrow 9"/>
          <p:cNvSpPr/>
          <p:nvPr/>
        </p:nvSpPr>
        <p:spPr>
          <a:xfrm>
            <a:off x="996696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0" y="1280160"/>
            <a:ext cx="1280160" cy="73152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300" b="1">
                <a:solidFill>
                  <a:srgbClr val="FFFFFF"/>
                </a:solidFill>
                <a:latin typeface="Segoe UI"/>
              </a:rPr>
              <a:t>→ Repo</a:t>
            </a:r>
          </a:p>
        </p:txBody>
      </p:sp>
      <p:sp>
        <p:nvSpPr>
          <p:cNvPr id="12" name="TextBox 11"/>
          <p:cNvSpPr txBox="1"/>
          <p:nvPr/>
        </p:nvSpPr>
        <p:spPr>
          <a:xfrm>
            <a:off x="457200" y="2377440"/>
            <a:ext cx="5303520" cy="3657600"/>
          </a:xfrm>
          <a:prstGeom prst="rect">
            <a:avLst/>
          </a:prstGeom>
          <a:noFill/>
        </p:spPr>
        <p:txBody>
          <a:bodyPr wrap="square">
            <a:spAutoFit/>
          </a:bodyPr>
          <a:lstStyle/>
          <a:p>
            <a:r>
              <a:rPr sz="1700" b="1">
                <a:solidFill>
                  <a:srgbClr val="002B5C"/>
                </a:solidFill>
                <a:latin typeface="Segoe UI"/>
              </a:rPr>
              <a:t>Example Prompts</a:t>
            </a:r>
          </a:p>
          <a:p>
            <a:pPr>
              <a:spcBef>
                <a:spcPts val="800"/>
              </a:spcBef>
            </a:pPr>
            <a:r>
              <a:rPr sz="1300" b="0">
                <a:solidFill>
                  <a:srgbClr val="333333"/>
                </a:solidFill>
                <a:latin typeface="Segoe UI"/>
              </a:rPr>
              <a:t>💬  "Design a microservice architecture for Bank Sweep with bounded contexts for Scheduling, Accounts, and Transfers."</a:t>
            </a:r>
          </a:p>
          <a:p>
            <a:pPr>
              <a:spcBef>
                <a:spcPts val="800"/>
              </a:spcBef>
            </a:pPr>
            <a:r>
              <a:rPr sz="1300" b="0">
                <a:solidFill>
                  <a:srgbClr val="333333"/>
                </a:solidFill>
                <a:latin typeface="Segoe UI"/>
              </a:rPr>
              <a:t>💬  "Generate an OpenAPI 3.0 spec for the Sweep Scheduling service with CRUD operations and webhook notifications."</a:t>
            </a:r>
          </a:p>
          <a:p>
            <a:pPr>
              <a:spcBef>
                <a:spcPts val="800"/>
              </a:spcBef>
            </a:pPr>
            <a:r>
              <a:rPr sz="1300" b="0">
                <a:solidFill>
                  <a:srgbClr val="333333"/>
                </a:solidFill>
                <a:latin typeface="Segoe UI"/>
              </a:rPr>
              <a:t>💬  "Create a database schema for the Accounts service using PostgreSQL. Include audit columns and soft deletes."</a:t>
            </a:r>
          </a:p>
          <a:p>
            <a:pPr>
              <a:spcBef>
                <a:spcPts val="800"/>
              </a:spcBef>
            </a:pPr>
            <a:r>
              <a:rPr sz="1300" b="0">
                <a:solidFill>
                  <a:srgbClr val="333333"/>
                </a:solidFill>
                <a:latin typeface="Segoe UI"/>
              </a:rPr>
              <a:t>💬  "Write an ADR for choosing event-driven communication between Scheduling and Transfers services."</a:t>
            </a:r>
          </a:p>
          <a:p>
            <a:pPr>
              <a:spcBef>
                <a:spcPts val="800"/>
              </a:spcBef>
            </a:pPr>
            <a:r>
              <a:rPr sz="1300" b="0">
                <a:solidFill>
                  <a:srgbClr val="333333"/>
                </a:solidFill>
                <a:latin typeface="Segoe UI"/>
              </a:rPr>
              <a:t>💬  "Generate a sequence diagram for the end-to-end sweep execution flow."</a:t>
            </a:r>
          </a:p>
        </p:txBody>
      </p:sp>
      <p:sp>
        <p:nvSpPr>
          <p:cNvPr id="13" name="TextBox 12"/>
          <p:cNvSpPr txBox="1"/>
          <p:nvPr/>
        </p:nvSpPr>
        <p:spPr>
          <a:xfrm>
            <a:off x="6217920" y="2377440"/>
            <a:ext cx="5303520" cy="3657600"/>
          </a:xfrm>
          <a:prstGeom prst="rect">
            <a:avLst/>
          </a:prstGeom>
          <a:noFill/>
        </p:spPr>
        <p:txBody>
          <a:bodyPr wrap="square">
            <a:spAutoFit/>
          </a:bodyPr>
          <a:lstStyle/>
          <a:p>
            <a:r>
              <a:rPr sz="1700" b="1">
                <a:solidFill>
                  <a:srgbClr val="002B5C"/>
                </a:solidFill>
                <a:latin typeface="Segoe UI"/>
              </a:rPr>
              <a:t>Generated Artifacts</a:t>
            </a:r>
          </a:p>
          <a:p>
            <a:pPr>
              <a:spcBef>
                <a:spcPts val="800"/>
              </a:spcBef>
            </a:pPr>
            <a:r>
              <a:rPr sz="1400" b="1">
                <a:solidFill>
                  <a:srgbClr val="008080"/>
                </a:solidFill>
                <a:latin typeface="Segoe UI"/>
              </a:rPr>
              <a:t>●  DDD Bounded Contexts</a:t>
            </a:r>
          </a:p>
          <a:p>
            <a:r>
              <a:rPr sz="1300" b="0">
                <a:solidFill>
                  <a:srgbClr val="333333"/>
                </a:solidFill>
                <a:latin typeface="Segoe UI"/>
              </a:rPr>
              <a:t>    Aggregates, entities, value objects per service</a:t>
            </a:r>
          </a:p>
          <a:p>
            <a:pPr>
              <a:spcBef>
                <a:spcPts val="800"/>
              </a:spcBef>
            </a:pPr>
            <a:r>
              <a:rPr sz="1400" b="1">
                <a:solidFill>
                  <a:srgbClr val="008080"/>
                </a:solidFill>
                <a:latin typeface="Segoe UI"/>
              </a:rPr>
              <a:t>●  OpenAPI 3.0 Specs</a:t>
            </a:r>
          </a:p>
          <a:p>
            <a:r>
              <a:rPr sz="1300" b="0">
                <a:solidFill>
                  <a:srgbClr val="333333"/>
                </a:solidFill>
                <a:latin typeface="Segoe UI"/>
              </a:rPr>
              <a:t>    Full API contracts with schemas, examples, error models</a:t>
            </a:r>
          </a:p>
          <a:p>
            <a:pPr>
              <a:spcBef>
                <a:spcPts val="800"/>
              </a:spcBef>
            </a:pPr>
            <a:r>
              <a:rPr sz="1400" b="1">
                <a:solidFill>
                  <a:srgbClr val="008080"/>
                </a:solidFill>
                <a:latin typeface="Segoe UI"/>
              </a:rPr>
              <a:t>●  Database Schemas</a:t>
            </a:r>
          </a:p>
          <a:p>
            <a:r>
              <a:rPr sz="1300" b="0">
                <a:solidFill>
                  <a:srgbClr val="333333"/>
                </a:solidFill>
                <a:latin typeface="Segoe UI"/>
              </a:rPr>
              <a:t>    DDL scripts, ER diagrams, migration files</a:t>
            </a:r>
          </a:p>
          <a:p>
            <a:pPr>
              <a:spcBef>
                <a:spcPts val="800"/>
              </a:spcBef>
            </a:pPr>
            <a:r>
              <a:rPr sz="1400" b="1">
                <a:solidFill>
                  <a:srgbClr val="008080"/>
                </a:solidFill>
                <a:latin typeface="Segoe UI"/>
              </a:rPr>
              <a:t>●  ADRs</a:t>
            </a:r>
          </a:p>
          <a:p>
            <a:r>
              <a:rPr sz="1300" b="0">
                <a:solidFill>
                  <a:srgbClr val="333333"/>
                </a:solidFill>
                <a:latin typeface="Segoe UI"/>
              </a:rPr>
              <a:t>    Architecture Decision Records with rationale &amp; trade-offs</a:t>
            </a:r>
          </a:p>
          <a:p>
            <a:pPr>
              <a:spcBef>
                <a:spcPts val="800"/>
              </a:spcBef>
            </a:pPr>
            <a:r>
              <a:rPr sz="1400" b="1">
                <a:solidFill>
                  <a:srgbClr val="008080"/>
                </a:solidFill>
                <a:latin typeface="Segoe UI"/>
              </a:rPr>
              <a:t>●  Sequence Diagrams</a:t>
            </a:r>
          </a:p>
          <a:p>
            <a:r>
              <a:rPr sz="1300" b="0">
                <a:solidFill>
                  <a:srgbClr val="333333"/>
                </a:solidFill>
                <a:latin typeface="Segoe UI"/>
              </a:rPr>
              <a:t>    Mermaid / PlantUML for key workflows</a:t>
            </a:r>
          </a:p>
          <a:p>
            <a:pPr>
              <a:spcBef>
                <a:spcPts val="800"/>
              </a:spcBef>
            </a:pPr>
            <a:r>
              <a:rPr sz="1400" b="1">
                <a:solidFill>
                  <a:srgbClr val="008080"/>
                </a:solidFill>
                <a:latin typeface="Segoe UI"/>
              </a:rPr>
              <a:t>●  Integration Contracts</a:t>
            </a:r>
          </a:p>
          <a:p>
            <a:r>
              <a:rPr sz="1300" b="0">
                <a:solidFill>
                  <a:srgbClr val="333333"/>
                </a:solidFill>
                <a:latin typeface="Segoe UI"/>
              </a:rPr>
              <a:t>    AsyncAPI specs for event-driven messaging</a:t>
            </a:r>
          </a:p>
        </p:txBody>
      </p:sp>
      <p:sp>
        <p:nvSpPr>
          <p:cNvPr id="14" name="TextBox 13"/>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3 – Developer → Code Generation via Prompts</a:t>
            </a:r>
          </a:p>
        </p:txBody>
      </p:sp>
      <p:sp>
        <p:nvSpPr>
          <p:cNvPr id="4" name="Rounded Rectangle 3"/>
          <p:cNvSpPr/>
          <p:nvPr/>
        </p:nvSpPr>
        <p:spPr>
          <a:xfrm>
            <a:off x="10241280" y="274320"/>
            <a:ext cx="1371600" cy="292608"/>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00" b="1">
                <a:solidFill>
                  <a:srgbClr val="FFFFFF"/>
                </a:solidFill>
                <a:latin typeface="Segoe UI"/>
              </a:rPr>
              <a:t>👤 Developer</a:t>
            </a:r>
          </a:p>
        </p:txBody>
      </p:sp>
      <p:sp>
        <p:nvSpPr>
          <p:cNvPr id="5" name="Rounded Rectangle 4"/>
          <p:cNvSpPr/>
          <p:nvPr/>
        </p:nvSpPr>
        <p:spPr>
          <a:xfrm>
            <a:off x="365760" y="1280160"/>
            <a:ext cx="2560320" cy="82296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Dev picks Jira
ticket, opens
Chat UI</a:t>
            </a:r>
          </a:p>
        </p:txBody>
      </p:sp>
      <p:sp>
        <p:nvSpPr>
          <p:cNvPr id="6" name="Right Arrow 5"/>
          <p:cNvSpPr/>
          <p:nvPr/>
        </p:nvSpPr>
        <p:spPr>
          <a:xfrm>
            <a:off x="301752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1280160"/>
            <a:ext cx="2560320" cy="82296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Prompts for
implementation</a:t>
            </a:r>
          </a:p>
        </p:txBody>
      </p:sp>
      <p:sp>
        <p:nvSpPr>
          <p:cNvPr id="8" name="Right Arrow 7"/>
          <p:cNvSpPr/>
          <p:nvPr/>
        </p:nvSpPr>
        <p:spPr>
          <a:xfrm>
            <a:off x="612648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280160"/>
            <a:ext cx="2560320" cy="82296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AI generates
Spring Boot code
+ unit tests</a:t>
            </a:r>
          </a:p>
        </p:txBody>
      </p:sp>
      <p:sp>
        <p:nvSpPr>
          <p:cNvPr id="10" name="Right Arrow 9"/>
          <p:cNvSpPr/>
          <p:nvPr/>
        </p:nvSpPr>
        <p:spPr>
          <a:xfrm>
            <a:off x="923544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92640" y="1280160"/>
            <a:ext cx="2194560" cy="82296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Dev reviews
→ creates PR</a:t>
            </a:r>
          </a:p>
        </p:txBody>
      </p:sp>
      <p:sp>
        <p:nvSpPr>
          <p:cNvPr id="12" name="TextBox 11"/>
          <p:cNvSpPr txBox="1"/>
          <p:nvPr/>
        </p:nvSpPr>
        <p:spPr>
          <a:xfrm>
            <a:off x="457200" y="2468880"/>
            <a:ext cx="5303520" cy="3657600"/>
          </a:xfrm>
          <a:prstGeom prst="rect">
            <a:avLst/>
          </a:prstGeom>
          <a:noFill/>
        </p:spPr>
        <p:txBody>
          <a:bodyPr wrap="square">
            <a:spAutoFit/>
          </a:bodyPr>
          <a:lstStyle/>
          <a:p>
            <a:r>
              <a:rPr sz="1700" b="1">
                <a:solidFill>
                  <a:srgbClr val="002B5C"/>
                </a:solidFill>
                <a:latin typeface="Segoe UI"/>
              </a:rPr>
              <a:t>Example Prompts</a:t>
            </a:r>
          </a:p>
          <a:p>
            <a:pPr>
              <a:spcBef>
                <a:spcPts val="800"/>
              </a:spcBef>
            </a:pPr>
            <a:r>
              <a:rPr sz="1300" b="0">
                <a:solidFill>
                  <a:srgbClr val="333333"/>
                </a:solidFill>
                <a:latin typeface="Segoe UI"/>
              </a:rPr>
              <a:t>💬  "Implement the SweepScheduler service per the OpenAPI spec. Use Spring Boot 3, Java 17, Clean Architecture."</a:t>
            </a:r>
          </a:p>
          <a:p>
            <a:pPr>
              <a:spcBef>
                <a:spcPts val="800"/>
              </a:spcBef>
            </a:pPr>
            <a:r>
              <a:rPr sz="1300" b="0">
                <a:solidFill>
                  <a:srgbClr val="333333"/>
                </a:solidFill>
                <a:latin typeface="Segoe UI"/>
              </a:rPr>
              <a:t>💬  "Generate the JPA entities for the Accounts schema. Add Lombok, auditing, and soft delete support."</a:t>
            </a:r>
          </a:p>
          <a:p>
            <a:pPr>
              <a:spcBef>
                <a:spcPts val="800"/>
              </a:spcBef>
            </a:pPr>
            <a:r>
              <a:rPr sz="1300" b="0">
                <a:solidFill>
                  <a:srgbClr val="333333"/>
                </a:solidFill>
                <a:latin typeface="Segoe UI"/>
              </a:rPr>
              <a:t>💬  "Write a REST controller for the Threshold Management API with validation and error handling."</a:t>
            </a:r>
          </a:p>
          <a:p>
            <a:pPr>
              <a:spcBef>
                <a:spcPts val="800"/>
              </a:spcBef>
            </a:pPr>
            <a:r>
              <a:rPr sz="1300" b="0">
                <a:solidFill>
                  <a:srgbClr val="333333"/>
                </a:solidFill>
                <a:latin typeface="Segoe UI"/>
              </a:rPr>
              <a:t>💬  "Create unit tests for the SweepExecutionService covering success, insufficient funds, and partial failure."</a:t>
            </a:r>
          </a:p>
          <a:p>
            <a:pPr>
              <a:spcBef>
                <a:spcPts val="800"/>
              </a:spcBef>
            </a:pPr>
            <a:r>
              <a:rPr sz="1300" b="0">
                <a:solidFill>
                  <a:srgbClr val="333333"/>
                </a:solidFill>
                <a:latin typeface="Segoe UI"/>
              </a:rPr>
              <a:t>💬  "Refactor the Transfers service to use async messaging via Spring Cloud Stream."</a:t>
            </a:r>
          </a:p>
        </p:txBody>
      </p:sp>
      <p:sp>
        <p:nvSpPr>
          <p:cNvPr id="13" name="TextBox 12"/>
          <p:cNvSpPr txBox="1"/>
          <p:nvPr/>
        </p:nvSpPr>
        <p:spPr>
          <a:xfrm>
            <a:off x="6217920" y="2468880"/>
            <a:ext cx="5303520" cy="3657600"/>
          </a:xfrm>
          <a:prstGeom prst="rect">
            <a:avLst/>
          </a:prstGeom>
          <a:noFill/>
        </p:spPr>
        <p:txBody>
          <a:bodyPr wrap="square">
            <a:spAutoFit/>
          </a:bodyPr>
          <a:lstStyle/>
          <a:p>
            <a:r>
              <a:rPr sz="1700" b="1">
                <a:solidFill>
                  <a:srgbClr val="002B5C"/>
                </a:solidFill>
                <a:latin typeface="Segoe UI"/>
              </a:rPr>
              <a:t>Generated Code Artifacts</a:t>
            </a:r>
          </a:p>
          <a:p>
            <a:pPr>
              <a:spcBef>
                <a:spcPts val="800"/>
              </a:spcBef>
            </a:pPr>
            <a:r>
              <a:rPr sz="1400" b="1">
                <a:solidFill>
                  <a:srgbClr val="007A33"/>
                </a:solidFill>
                <a:latin typeface="Segoe UI"/>
              </a:rPr>
              <a:t>●  Spring Boot Services</a:t>
            </a:r>
          </a:p>
          <a:p>
            <a:r>
              <a:rPr sz="1300" b="0">
                <a:solidFill>
                  <a:srgbClr val="333333"/>
                </a:solidFill>
                <a:latin typeface="Segoe UI"/>
              </a:rPr>
              <a:t>    Controllers, services, repositories – Clean Architecture</a:t>
            </a:r>
          </a:p>
          <a:p>
            <a:pPr>
              <a:spcBef>
                <a:spcPts val="800"/>
              </a:spcBef>
            </a:pPr>
            <a:r>
              <a:rPr sz="1400" b="1">
                <a:solidFill>
                  <a:srgbClr val="007A33"/>
                </a:solidFill>
                <a:latin typeface="Segoe UI"/>
              </a:rPr>
              <a:t>●  JPA Entities &amp; DTOs</a:t>
            </a:r>
          </a:p>
          <a:p>
            <a:r>
              <a:rPr sz="1300" b="0">
                <a:solidFill>
                  <a:srgbClr val="333333"/>
                </a:solidFill>
                <a:latin typeface="Segoe UI"/>
              </a:rPr>
              <a:t>    Database entities, request/response DTOs, mappers</a:t>
            </a:r>
          </a:p>
          <a:p>
            <a:pPr>
              <a:spcBef>
                <a:spcPts val="800"/>
              </a:spcBef>
            </a:pPr>
            <a:r>
              <a:rPr sz="1400" b="1">
                <a:solidFill>
                  <a:srgbClr val="007A33"/>
                </a:solidFill>
                <a:latin typeface="Segoe UI"/>
              </a:rPr>
              <a:t>●  Unit Tests</a:t>
            </a:r>
          </a:p>
          <a:p>
            <a:r>
              <a:rPr sz="1300" b="0">
                <a:solidFill>
                  <a:srgbClr val="333333"/>
                </a:solidFill>
                <a:latin typeface="Segoe UI"/>
              </a:rPr>
              <a:t>    JUnit 5 + Mockito, aligned to story acceptance criteria</a:t>
            </a:r>
          </a:p>
          <a:p>
            <a:pPr>
              <a:spcBef>
                <a:spcPts val="800"/>
              </a:spcBef>
            </a:pPr>
            <a:r>
              <a:rPr sz="1400" b="1">
                <a:solidFill>
                  <a:srgbClr val="007A33"/>
                </a:solidFill>
                <a:latin typeface="Segoe UI"/>
              </a:rPr>
              <a:t>●  API Validation</a:t>
            </a:r>
          </a:p>
          <a:p>
            <a:r>
              <a:rPr sz="1300" b="0">
                <a:solidFill>
                  <a:srgbClr val="333333"/>
                </a:solidFill>
                <a:latin typeface="Segoe UI"/>
              </a:rPr>
              <a:t>    Bean validation, custom validators, error handlers</a:t>
            </a:r>
          </a:p>
          <a:p>
            <a:pPr>
              <a:spcBef>
                <a:spcPts val="800"/>
              </a:spcBef>
            </a:pPr>
            <a:r>
              <a:rPr sz="1400" b="1">
                <a:solidFill>
                  <a:srgbClr val="007A33"/>
                </a:solidFill>
                <a:latin typeface="Segoe UI"/>
              </a:rPr>
              <a:t>●  Configuration</a:t>
            </a:r>
          </a:p>
          <a:p>
            <a:r>
              <a:rPr sz="1300" b="0">
                <a:solidFill>
                  <a:srgbClr val="333333"/>
                </a:solidFill>
                <a:latin typeface="Segoe UI"/>
              </a:rPr>
              <a:t>    application.yml, profiles, feature flags</a:t>
            </a:r>
          </a:p>
          <a:p>
            <a:pPr>
              <a:spcBef>
                <a:spcPts val="800"/>
              </a:spcBef>
            </a:pPr>
            <a:r>
              <a:rPr sz="1400" b="1">
                <a:solidFill>
                  <a:srgbClr val="007A33"/>
                </a:solidFill>
                <a:latin typeface="Segoe UI"/>
              </a:rPr>
              <a:t>●  Pull Request</a:t>
            </a:r>
          </a:p>
          <a:p>
            <a:r>
              <a:rPr sz="1300" b="0">
                <a:solidFill>
                  <a:srgbClr val="333333"/>
                </a:solidFill>
                <a:latin typeface="Segoe UI"/>
              </a:rPr>
              <a:t>    Code pushed to branch, PR created with description</a:t>
            </a:r>
          </a:p>
        </p:txBody>
      </p:sp>
      <p:sp>
        <p:nvSpPr>
          <p:cNvPr id="14" name="TextBox 13"/>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4 – QA → Test Suite Generation via Prompts</a:t>
            </a:r>
          </a:p>
        </p:txBody>
      </p:sp>
      <p:sp>
        <p:nvSpPr>
          <p:cNvPr id="4" name="Rounded Rectangle 3"/>
          <p:cNvSpPr/>
          <p:nvPr/>
        </p:nvSpPr>
        <p:spPr>
          <a:xfrm>
            <a:off x="10058400" y="274320"/>
            <a:ext cx="1371600" cy="292608"/>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00" b="1">
                <a:solidFill>
                  <a:srgbClr val="FFFFFF"/>
                </a:solidFill>
                <a:latin typeface="Segoe UI"/>
              </a:rPr>
              <a:t>👤 QA Engineer</a:t>
            </a:r>
          </a:p>
        </p:txBody>
      </p:sp>
      <p:sp>
        <p:nvSpPr>
          <p:cNvPr id="5" name="Rounded Rectangle 4"/>
          <p:cNvSpPr/>
          <p:nvPr/>
        </p:nvSpPr>
        <p:spPr>
          <a:xfrm>
            <a:off x="365760" y="1280160"/>
            <a:ext cx="2560320" cy="82296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QA reviews
Jira stories &amp;
OpenAPI specs</a:t>
            </a:r>
          </a:p>
        </p:txBody>
      </p:sp>
      <p:sp>
        <p:nvSpPr>
          <p:cNvPr id="6" name="Right Arrow 5"/>
          <p:cNvSpPr/>
          <p:nvPr/>
        </p:nvSpPr>
        <p:spPr>
          <a:xfrm>
            <a:off x="301752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74720" y="1280160"/>
            <a:ext cx="2560320" cy="82296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Prompts for
test generation</a:t>
            </a:r>
          </a:p>
        </p:txBody>
      </p:sp>
      <p:sp>
        <p:nvSpPr>
          <p:cNvPr id="8" name="Right Arrow 7"/>
          <p:cNvSpPr/>
          <p:nvPr/>
        </p:nvSpPr>
        <p:spPr>
          <a:xfrm>
            <a:off x="612648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280160"/>
            <a:ext cx="2560320" cy="82296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AI generates
test suites &amp;
test data</a:t>
            </a:r>
          </a:p>
        </p:txBody>
      </p:sp>
      <p:sp>
        <p:nvSpPr>
          <p:cNvPr id="10" name="Right Arrow 9"/>
          <p:cNvSpPr/>
          <p:nvPr/>
        </p:nvSpPr>
        <p:spPr>
          <a:xfrm>
            <a:off x="9235440" y="1508760"/>
            <a:ext cx="36576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92640" y="1280160"/>
            <a:ext cx="2194560" cy="822960"/>
          </a:xfrm>
          <a:prstGeom prst="round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QA reviews
&amp; executes</a:t>
            </a:r>
          </a:p>
        </p:txBody>
      </p:sp>
      <p:sp>
        <p:nvSpPr>
          <p:cNvPr id="12" name="TextBox 11"/>
          <p:cNvSpPr txBox="1"/>
          <p:nvPr/>
        </p:nvSpPr>
        <p:spPr>
          <a:xfrm>
            <a:off x="457200" y="2468880"/>
            <a:ext cx="5303520" cy="3657600"/>
          </a:xfrm>
          <a:prstGeom prst="rect">
            <a:avLst/>
          </a:prstGeom>
          <a:noFill/>
        </p:spPr>
        <p:txBody>
          <a:bodyPr wrap="square">
            <a:spAutoFit/>
          </a:bodyPr>
          <a:lstStyle/>
          <a:p>
            <a:r>
              <a:rPr sz="1700" b="1">
                <a:solidFill>
                  <a:srgbClr val="002B5C"/>
                </a:solidFill>
                <a:latin typeface="Segoe UI"/>
              </a:rPr>
              <a:t>Example Prompts</a:t>
            </a:r>
          </a:p>
          <a:p>
            <a:pPr>
              <a:spcBef>
                <a:spcPts val="800"/>
              </a:spcBef>
            </a:pPr>
            <a:r>
              <a:rPr sz="1300" b="0">
                <a:solidFill>
                  <a:srgbClr val="333333"/>
                </a:solidFill>
                <a:latin typeface="Segoe UI"/>
              </a:rPr>
              <a:t>💬  "Generate Gherkin BDD scenarios for the sweep scheduling stories, covering happy path, edge cases, and failures."</a:t>
            </a:r>
          </a:p>
          <a:p>
            <a:pPr>
              <a:spcBef>
                <a:spcPts val="800"/>
              </a:spcBef>
            </a:pPr>
            <a:r>
              <a:rPr sz="1300" b="0">
                <a:solidFill>
                  <a:srgbClr val="333333"/>
                </a:solidFill>
                <a:latin typeface="Segoe UI"/>
              </a:rPr>
              <a:t>💬  "Create integration tests for the end-to-end sweep flow using TestContainers and Spring Boot Test."</a:t>
            </a:r>
          </a:p>
          <a:p>
            <a:pPr>
              <a:spcBef>
                <a:spcPts val="800"/>
              </a:spcBef>
            </a:pPr>
            <a:r>
              <a:rPr sz="1300" b="0">
                <a:solidFill>
                  <a:srgbClr val="333333"/>
                </a:solidFill>
                <a:latin typeface="Segoe UI"/>
              </a:rPr>
              <a:t>💬  "Generate test data sets for the Accounts service – include valid, boundary, and invalid data."</a:t>
            </a:r>
          </a:p>
          <a:p>
            <a:pPr>
              <a:spcBef>
                <a:spcPts val="800"/>
              </a:spcBef>
            </a:pPr>
            <a:r>
              <a:rPr sz="1300" b="0">
                <a:solidFill>
                  <a:srgbClr val="333333"/>
                </a:solidFill>
                <a:latin typeface="Segoe UI"/>
              </a:rPr>
              <a:t>💬  "Write API contract tests to validate the Scheduling service against its OpenAPI spec."</a:t>
            </a:r>
          </a:p>
          <a:p>
            <a:pPr>
              <a:spcBef>
                <a:spcPts val="800"/>
              </a:spcBef>
            </a:pPr>
            <a:r>
              <a:rPr sz="1300" b="0">
                <a:solidFill>
                  <a:srgbClr val="333333"/>
                </a:solidFill>
                <a:latin typeface="Segoe UI"/>
              </a:rPr>
              <a:t>💬  "Generate a test coverage report and identify gaps against the Jira acceptance criteria."</a:t>
            </a:r>
          </a:p>
        </p:txBody>
      </p:sp>
      <p:sp>
        <p:nvSpPr>
          <p:cNvPr id="13" name="TextBox 12"/>
          <p:cNvSpPr txBox="1"/>
          <p:nvPr/>
        </p:nvSpPr>
        <p:spPr>
          <a:xfrm>
            <a:off x="6217920" y="2468880"/>
            <a:ext cx="5303520" cy="3657600"/>
          </a:xfrm>
          <a:prstGeom prst="rect">
            <a:avLst/>
          </a:prstGeom>
          <a:noFill/>
        </p:spPr>
        <p:txBody>
          <a:bodyPr wrap="square">
            <a:spAutoFit/>
          </a:bodyPr>
          <a:lstStyle/>
          <a:p>
            <a:r>
              <a:rPr sz="1700" b="1">
                <a:solidFill>
                  <a:srgbClr val="002B5C"/>
                </a:solidFill>
                <a:latin typeface="Segoe UI"/>
              </a:rPr>
              <a:t>Generated Test Artifacts</a:t>
            </a:r>
          </a:p>
          <a:p>
            <a:pPr>
              <a:spcBef>
                <a:spcPts val="800"/>
              </a:spcBef>
            </a:pPr>
            <a:r>
              <a:rPr sz="1400" b="1">
                <a:solidFill>
                  <a:srgbClr val="6B21A8"/>
                </a:solidFill>
                <a:latin typeface="Segoe UI"/>
              </a:rPr>
              <a:t>●  Gherkin / BDD Scenarios</a:t>
            </a:r>
          </a:p>
          <a:p>
            <a:r>
              <a:rPr sz="1300" b="0">
                <a:solidFill>
                  <a:srgbClr val="333333"/>
                </a:solidFill>
                <a:latin typeface="Segoe UI"/>
              </a:rPr>
              <a:t>    Given-When-Then for every acceptance criterion</a:t>
            </a:r>
          </a:p>
          <a:p>
            <a:pPr>
              <a:spcBef>
                <a:spcPts val="800"/>
              </a:spcBef>
            </a:pPr>
            <a:r>
              <a:rPr sz="1400" b="1">
                <a:solidFill>
                  <a:srgbClr val="6B21A8"/>
                </a:solidFill>
                <a:latin typeface="Segoe UI"/>
              </a:rPr>
              <a:t>●  JUnit Integration Tests</a:t>
            </a:r>
          </a:p>
          <a:p>
            <a:r>
              <a:rPr sz="1300" b="0">
                <a:solidFill>
                  <a:srgbClr val="333333"/>
                </a:solidFill>
                <a:latin typeface="Segoe UI"/>
              </a:rPr>
              <a:t>    Cross-service workflow tests with TestContainers</a:t>
            </a:r>
          </a:p>
          <a:p>
            <a:pPr>
              <a:spcBef>
                <a:spcPts val="800"/>
              </a:spcBef>
            </a:pPr>
            <a:r>
              <a:rPr sz="1400" b="1">
                <a:solidFill>
                  <a:srgbClr val="6B21A8"/>
                </a:solidFill>
                <a:latin typeface="Segoe UI"/>
              </a:rPr>
              <a:t>●  API Contract Tests</a:t>
            </a:r>
          </a:p>
          <a:p>
            <a:r>
              <a:rPr sz="1300" b="0">
                <a:solidFill>
                  <a:srgbClr val="333333"/>
                </a:solidFill>
                <a:latin typeface="Segoe UI"/>
              </a:rPr>
              <a:t>    OpenAPI spec validation (RestAssured / Pact)</a:t>
            </a:r>
          </a:p>
          <a:p>
            <a:pPr>
              <a:spcBef>
                <a:spcPts val="800"/>
              </a:spcBef>
            </a:pPr>
            <a:r>
              <a:rPr sz="1400" b="1">
                <a:solidFill>
                  <a:srgbClr val="6B21A8"/>
                </a:solidFill>
                <a:latin typeface="Segoe UI"/>
              </a:rPr>
              <a:t>●  Test Data Sets</a:t>
            </a:r>
          </a:p>
          <a:p>
            <a:r>
              <a:rPr sz="1300" b="0">
                <a:solidFill>
                  <a:srgbClr val="333333"/>
                </a:solidFill>
                <a:latin typeface="Segoe UI"/>
              </a:rPr>
              <a:t>    Valid, boundary, negative – ready for automated runs</a:t>
            </a:r>
          </a:p>
          <a:p>
            <a:pPr>
              <a:spcBef>
                <a:spcPts val="800"/>
              </a:spcBef>
            </a:pPr>
            <a:r>
              <a:rPr sz="1400" b="1">
                <a:solidFill>
                  <a:srgbClr val="6B21A8"/>
                </a:solidFill>
                <a:latin typeface="Segoe UI"/>
              </a:rPr>
              <a:t>●  Coverage Reports</a:t>
            </a:r>
          </a:p>
          <a:p>
            <a:r>
              <a:rPr sz="1300" b="0">
                <a:solidFill>
                  <a:srgbClr val="333333"/>
                </a:solidFill>
                <a:latin typeface="Segoe UI"/>
              </a:rPr>
              <a:t>    Story-level coverage mapping with gap analysis</a:t>
            </a:r>
          </a:p>
          <a:p>
            <a:pPr>
              <a:spcBef>
                <a:spcPts val="800"/>
              </a:spcBef>
            </a:pPr>
            <a:r>
              <a:rPr sz="1400" b="1">
                <a:solidFill>
                  <a:srgbClr val="6B21A8"/>
                </a:solidFill>
                <a:latin typeface="Segoe UI"/>
              </a:rPr>
              <a:t>●  Performance Test Scripts</a:t>
            </a:r>
          </a:p>
          <a:p>
            <a:r>
              <a:rPr sz="1300" b="0">
                <a:solidFill>
                  <a:srgbClr val="333333"/>
                </a:solidFill>
                <a:latin typeface="Segoe UI"/>
              </a:rPr>
              <a:t>    JMeter / Gatling scripts for load testing</a:t>
            </a:r>
          </a:p>
        </p:txBody>
      </p:sp>
      <p:sp>
        <p:nvSpPr>
          <p:cNvPr id="14" name="TextBox 13"/>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5 – Code Review &amp; PRs via Chat UI</a:t>
            </a:r>
          </a:p>
        </p:txBody>
      </p:sp>
      <p:sp>
        <p:nvSpPr>
          <p:cNvPr id="4" name="TextBox 3"/>
          <p:cNvSpPr txBox="1"/>
          <p:nvPr/>
        </p:nvSpPr>
        <p:spPr>
          <a:xfrm>
            <a:off x="548640" y="1005840"/>
            <a:ext cx="10972800" cy="457200"/>
          </a:xfrm>
          <a:prstGeom prst="rect">
            <a:avLst/>
          </a:prstGeom>
          <a:noFill/>
        </p:spPr>
        <p:txBody>
          <a:bodyPr wrap="none">
            <a:spAutoFit/>
          </a:bodyPr>
          <a:lstStyle/>
          <a:p>
            <a:r>
              <a:rPr sz="2000" b="1">
                <a:solidFill>
                  <a:srgbClr val="006BA6"/>
                </a:solidFill>
                <a:latin typeface="Segoe UI"/>
              </a:rPr>
              <a:t>All Reviewers Use Prompts to Analyze, Validate, and Approve</a:t>
            </a:r>
          </a:p>
        </p:txBody>
      </p:sp>
      <p:sp>
        <p:nvSpPr>
          <p:cNvPr id="5" name="TextBox 4"/>
          <p:cNvSpPr txBox="1"/>
          <p:nvPr/>
        </p:nvSpPr>
        <p:spPr>
          <a:xfrm>
            <a:off x="457200" y="1554480"/>
            <a:ext cx="5303520" cy="4389120"/>
          </a:xfrm>
          <a:prstGeom prst="rect">
            <a:avLst/>
          </a:prstGeom>
          <a:noFill/>
        </p:spPr>
        <p:txBody>
          <a:bodyPr wrap="square">
            <a:spAutoFit/>
          </a:bodyPr>
          <a:lstStyle/>
          <a:p>
            <a:r>
              <a:rPr sz="1700" b="1">
                <a:solidFill>
                  <a:srgbClr val="002B5C"/>
                </a:solidFill>
                <a:latin typeface="Segoe UI"/>
              </a:rPr>
              <a:t>Reviewer Prompts in Chat UI</a:t>
            </a:r>
          </a:p>
          <a:p>
            <a:pPr>
              <a:spcBef>
                <a:spcPts val="800"/>
              </a:spcBef>
            </a:pPr>
            <a:r>
              <a:rPr sz="1300" b="0">
                <a:solidFill>
                  <a:srgbClr val="333333"/>
                </a:solidFill>
                <a:latin typeface="Segoe UI"/>
              </a:rPr>
              <a:t>💬  "Review this PR for code quality, security vulnerabilities, and SOLID violations."</a:t>
            </a:r>
          </a:p>
          <a:p>
            <a:pPr>
              <a:spcBef>
                <a:spcPts val="800"/>
              </a:spcBef>
            </a:pPr>
            <a:r>
              <a:rPr sz="1300" b="0">
                <a:solidFill>
                  <a:srgbClr val="333333"/>
                </a:solidFill>
                <a:latin typeface="Segoe UI"/>
              </a:rPr>
              <a:t>💬  "Check if this implementation matches the acceptance criteria in BSWP-142."</a:t>
            </a:r>
          </a:p>
          <a:p>
            <a:pPr>
              <a:spcBef>
                <a:spcPts val="800"/>
              </a:spcBef>
            </a:pPr>
            <a:r>
              <a:rPr sz="1300" b="0">
                <a:solidFill>
                  <a:srgbClr val="333333"/>
                </a:solidFill>
                <a:latin typeface="Segoe UI"/>
              </a:rPr>
              <a:t>💬  "Verify the Scheduling controller follows our OpenAPI spec – flag any deviations."</a:t>
            </a:r>
          </a:p>
          <a:p>
            <a:pPr>
              <a:spcBef>
                <a:spcPts val="800"/>
              </a:spcBef>
            </a:pPr>
            <a:r>
              <a:rPr sz="1300" b="0">
                <a:solidFill>
                  <a:srgbClr val="333333"/>
                </a:solidFill>
                <a:latin typeface="Segoe UI"/>
              </a:rPr>
              <a:t>💬  "Analyze test coverage for this PR – are all edge cases from the Gherkin scenarios covered?"</a:t>
            </a:r>
          </a:p>
          <a:p>
            <a:pPr>
              <a:spcBef>
                <a:spcPts val="800"/>
              </a:spcBef>
            </a:pPr>
            <a:r>
              <a:rPr sz="1300" b="0">
                <a:solidFill>
                  <a:srgbClr val="333333"/>
                </a:solidFill>
                <a:latin typeface="Segoe UI"/>
              </a:rPr>
              <a:t>💬  "Generate a PR summary and changelog entry for this merge."</a:t>
            </a:r>
          </a:p>
          <a:p>
            <a:pPr>
              <a:spcBef>
                <a:spcPts val="800"/>
              </a:spcBef>
            </a:pPr>
            <a:r>
              <a:rPr sz="1300" b="0">
                <a:solidFill>
                  <a:srgbClr val="333333"/>
                </a:solidFill>
                <a:latin typeface="Segoe UI"/>
              </a:rPr>
              <a:t>💬  "Are there any performance concerns with the sweep batch query in this PR?"</a:t>
            </a:r>
          </a:p>
        </p:txBody>
      </p:sp>
      <p:sp>
        <p:nvSpPr>
          <p:cNvPr id="6" name="TextBox 5"/>
          <p:cNvSpPr txBox="1"/>
          <p:nvPr/>
        </p:nvSpPr>
        <p:spPr>
          <a:xfrm>
            <a:off x="6217920" y="1554480"/>
            <a:ext cx="5303520" cy="4389120"/>
          </a:xfrm>
          <a:prstGeom prst="rect">
            <a:avLst/>
          </a:prstGeom>
          <a:noFill/>
        </p:spPr>
        <p:txBody>
          <a:bodyPr wrap="square">
            <a:spAutoFit/>
          </a:bodyPr>
          <a:lstStyle/>
          <a:p>
            <a:r>
              <a:rPr sz="1700" b="1">
                <a:solidFill>
                  <a:srgbClr val="002B5C"/>
                </a:solidFill>
                <a:latin typeface="Segoe UI"/>
              </a:rPr>
              <a:t>Agent Provides</a:t>
            </a:r>
          </a:p>
          <a:p>
            <a:pPr>
              <a:spcBef>
                <a:spcPts val="800"/>
              </a:spcBef>
            </a:pPr>
            <a:r>
              <a:rPr sz="1400" b="1">
                <a:solidFill>
                  <a:srgbClr val="006BA6"/>
                </a:solidFill>
                <a:latin typeface="Segoe UI"/>
              </a:rPr>
              <a:t>●  Code Quality Report</a:t>
            </a:r>
          </a:p>
          <a:p>
            <a:r>
              <a:rPr sz="1300" b="0">
                <a:solidFill>
                  <a:srgbClr val="333333"/>
                </a:solidFill>
                <a:latin typeface="Segoe UI"/>
              </a:rPr>
              <a:t>    Violations, anti-patterns, security issues flagged</a:t>
            </a:r>
          </a:p>
          <a:p>
            <a:pPr>
              <a:spcBef>
                <a:spcPts val="800"/>
              </a:spcBef>
            </a:pPr>
            <a:r>
              <a:rPr sz="1400" b="1">
                <a:solidFill>
                  <a:srgbClr val="006BA6"/>
                </a:solidFill>
                <a:latin typeface="Segoe UI"/>
              </a:rPr>
              <a:t>●  Spec Compliance Check</a:t>
            </a:r>
          </a:p>
          <a:p>
            <a:r>
              <a:rPr sz="1300" b="0">
                <a:solidFill>
                  <a:srgbClr val="333333"/>
                </a:solidFill>
                <a:latin typeface="Segoe UI"/>
              </a:rPr>
              <a:t>    Line-by-line comparison to OpenAPI contract</a:t>
            </a:r>
          </a:p>
          <a:p>
            <a:pPr>
              <a:spcBef>
                <a:spcPts val="800"/>
              </a:spcBef>
            </a:pPr>
            <a:r>
              <a:rPr sz="1400" b="1">
                <a:solidFill>
                  <a:srgbClr val="006BA6"/>
                </a:solidFill>
                <a:latin typeface="Segoe UI"/>
              </a:rPr>
              <a:t>●  Test Coverage Analysis</a:t>
            </a:r>
          </a:p>
          <a:p>
            <a:r>
              <a:rPr sz="1300" b="0">
                <a:solidFill>
                  <a:srgbClr val="333333"/>
                </a:solidFill>
                <a:latin typeface="Segoe UI"/>
              </a:rPr>
              <a:t>    Maps tests to acceptance criteria, highlights gaps</a:t>
            </a:r>
          </a:p>
          <a:p>
            <a:pPr>
              <a:spcBef>
                <a:spcPts val="800"/>
              </a:spcBef>
            </a:pPr>
            <a:r>
              <a:rPr sz="1400" b="1">
                <a:solidFill>
                  <a:srgbClr val="006BA6"/>
                </a:solidFill>
                <a:latin typeface="Segoe UI"/>
              </a:rPr>
              <a:t>●  Suggested Improvements</a:t>
            </a:r>
          </a:p>
          <a:p>
            <a:r>
              <a:rPr sz="1300" b="0">
                <a:solidFill>
                  <a:srgbClr val="333333"/>
                </a:solidFill>
                <a:latin typeface="Segoe UI"/>
              </a:rPr>
              <a:t>    Refactoring suggestions with code examples</a:t>
            </a:r>
          </a:p>
          <a:p>
            <a:pPr>
              <a:spcBef>
                <a:spcPts val="800"/>
              </a:spcBef>
            </a:pPr>
            <a:r>
              <a:rPr sz="1400" b="1">
                <a:solidFill>
                  <a:srgbClr val="006BA6"/>
                </a:solidFill>
                <a:latin typeface="Segoe UI"/>
              </a:rPr>
              <a:t>●  Auto-Generated PR Summary</a:t>
            </a:r>
          </a:p>
          <a:p>
            <a:r>
              <a:rPr sz="1300" b="0">
                <a:solidFill>
                  <a:srgbClr val="333333"/>
                </a:solidFill>
                <a:latin typeface="Segoe UI"/>
              </a:rPr>
              <a:t>    What changed, why, and what to look for</a:t>
            </a:r>
          </a:p>
          <a:p>
            <a:pPr>
              <a:spcBef>
                <a:spcPts val="800"/>
              </a:spcBef>
            </a:pPr>
            <a:r>
              <a:rPr sz="1400" b="1">
                <a:solidFill>
                  <a:srgbClr val="006BA6"/>
                </a:solidFill>
                <a:latin typeface="Segoe UI"/>
              </a:rPr>
              <a:t>●  Performance Analysis</a:t>
            </a:r>
          </a:p>
          <a:p>
            <a:r>
              <a:rPr sz="1300" b="0">
                <a:solidFill>
                  <a:srgbClr val="333333"/>
                </a:solidFill>
                <a:latin typeface="Segoe UI"/>
              </a:rPr>
              <a:t>    Query plan analysis, N+1 detection, memory concerns</a:t>
            </a:r>
          </a:p>
        </p:txBody>
      </p:sp>
      <p:sp>
        <p:nvSpPr>
          <p:cNvPr id="7" name="Rounded Rectangle 6"/>
          <p:cNvSpPr/>
          <p:nvPr/>
        </p:nvSpPr>
        <p:spPr>
          <a:xfrm>
            <a:off x="365760" y="5760720"/>
            <a:ext cx="11338560" cy="45720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Human reviewer makes the final approve / request-changes decision. The Chat UI is the reviewer's co-pilot.</a:t>
            </a:r>
          </a:p>
        </p:txBody>
      </p:sp>
      <p:sp>
        <p:nvSpPr>
          <p:cNvPr id="8" name="TextBox 7"/>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Step 6 – DevOps → CI/CD &amp; Deployment via Prompts</a:t>
            </a:r>
          </a:p>
        </p:txBody>
      </p:sp>
      <p:sp>
        <p:nvSpPr>
          <p:cNvPr id="4" name="Rounded Rectangle 3"/>
          <p:cNvSpPr/>
          <p:nvPr/>
        </p:nvSpPr>
        <p:spPr>
          <a:xfrm>
            <a:off x="10424160" y="274320"/>
            <a:ext cx="1371600" cy="292608"/>
          </a:xfrm>
          <a:prstGeom prst="round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000" b="1">
                <a:solidFill>
                  <a:srgbClr val="FFFFFF"/>
                </a:solidFill>
                <a:latin typeface="Segoe UI"/>
              </a:rPr>
              <a:t>👤 DevOps</a:t>
            </a:r>
          </a:p>
        </p:txBody>
      </p:sp>
      <p:sp>
        <p:nvSpPr>
          <p:cNvPr id="5" name="Rounded Rectangle 4"/>
          <p:cNvSpPr/>
          <p:nvPr/>
        </p:nvSpPr>
        <p:spPr>
          <a:xfrm>
            <a:off x="365760" y="1280160"/>
            <a:ext cx="2743200" cy="731520"/>
          </a:xfrm>
          <a:prstGeom prst="round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DevOps defines
deployment needs
in Chat UI</a:t>
            </a:r>
          </a:p>
        </p:txBody>
      </p:sp>
      <p:sp>
        <p:nvSpPr>
          <p:cNvPr id="6" name="Right Arrow 5"/>
          <p:cNvSpPr/>
          <p:nvPr/>
        </p:nvSpPr>
        <p:spPr>
          <a:xfrm>
            <a:off x="320040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749039" y="1280160"/>
            <a:ext cx="2743200" cy="731520"/>
          </a:xfrm>
          <a:prstGeom prst="roundRect">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AI generates
pipeline &amp; infra
configs</a:t>
            </a:r>
          </a:p>
        </p:txBody>
      </p:sp>
      <p:sp>
        <p:nvSpPr>
          <p:cNvPr id="8" name="Right Arrow 7"/>
          <p:cNvSpPr/>
          <p:nvPr/>
        </p:nvSpPr>
        <p:spPr>
          <a:xfrm>
            <a:off x="658368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0" y="1280160"/>
            <a:ext cx="2743200" cy="73152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DevOps reviews,
tests in staging</a:t>
            </a:r>
          </a:p>
        </p:txBody>
      </p:sp>
      <p:sp>
        <p:nvSpPr>
          <p:cNvPr id="10" name="Right Arrow 9"/>
          <p:cNvSpPr/>
          <p:nvPr/>
        </p:nvSpPr>
        <p:spPr>
          <a:xfrm>
            <a:off x="9966960" y="1463040"/>
            <a:ext cx="457200" cy="274320"/>
          </a:xfrm>
          <a:prstGeom prst="rightArrow">
            <a:avLst/>
          </a:prstGeom>
          <a:solidFill>
            <a:srgbClr val="006B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0" y="1280160"/>
            <a:ext cx="1280160" cy="731520"/>
          </a:xfrm>
          <a:prstGeom prst="round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200" b="1">
                <a:solidFill>
                  <a:srgbClr val="FFFFFF"/>
                </a:solidFill>
                <a:latin typeface="Segoe UI"/>
              </a:rPr>
              <a:t>→ Prod
(PCF/K8s)</a:t>
            </a:r>
          </a:p>
        </p:txBody>
      </p:sp>
      <p:sp>
        <p:nvSpPr>
          <p:cNvPr id="12" name="TextBox 11"/>
          <p:cNvSpPr txBox="1"/>
          <p:nvPr/>
        </p:nvSpPr>
        <p:spPr>
          <a:xfrm>
            <a:off x="457200" y="2377440"/>
            <a:ext cx="5303520" cy="3657600"/>
          </a:xfrm>
          <a:prstGeom prst="rect">
            <a:avLst/>
          </a:prstGeom>
          <a:noFill/>
        </p:spPr>
        <p:txBody>
          <a:bodyPr wrap="square">
            <a:spAutoFit/>
          </a:bodyPr>
          <a:lstStyle/>
          <a:p>
            <a:r>
              <a:rPr sz="1700" b="1">
                <a:solidFill>
                  <a:srgbClr val="002B5C"/>
                </a:solidFill>
                <a:latin typeface="Segoe UI"/>
              </a:rPr>
              <a:t>Example Prompts</a:t>
            </a:r>
          </a:p>
          <a:p>
            <a:pPr>
              <a:spcBef>
                <a:spcPts val="700"/>
              </a:spcBef>
            </a:pPr>
            <a:r>
              <a:rPr sz="1300" b="0">
                <a:solidFill>
                  <a:srgbClr val="333333"/>
                </a:solidFill>
                <a:latin typeface="Segoe UI"/>
              </a:rPr>
              <a:t>💬  "Generate a multi-stage Dockerfile for the Scheduling service. Optimize for minimal image size."</a:t>
            </a:r>
          </a:p>
          <a:p>
            <a:pPr>
              <a:spcBef>
                <a:spcPts val="700"/>
              </a:spcBef>
            </a:pPr>
            <a:r>
              <a:rPr sz="1300" b="0">
                <a:solidFill>
                  <a:srgbClr val="333333"/>
                </a:solidFill>
                <a:latin typeface="Segoe UI"/>
              </a:rPr>
              <a:t>💬  "Create a GitHub Actions CI/CD pipeline: build, test, scan, deploy to staging, then prod."</a:t>
            </a:r>
          </a:p>
          <a:p>
            <a:pPr>
              <a:spcBef>
                <a:spcPts val="700"/>
              </a:spcBef>
            </a:pPr>
            <a:r>
              <a:rPr sz="1300" b="0">
                <a:solidFill>
                  <a:srgbClr val="333333"/>
                </a:solidFill>
                <a:latin typeface="Segoe UI"/>
              </a:rPr>
              <a:t>💬  "Generate Kubernetes deployment manifests with HPA, resource limits, and readiness probes."</a:t>
            </a:r>
          </a:p>
          <a:p>
            <a:pPr>
              <a:spcBef>
                <a:spcPts val="700"/>
              </a:spcBef>
            </a:pPr>
            <a:r>
              <a:rPr sz="1300" b="0">
                <a:solidFill>
                  <a:srgbClr val="333333"/>
                </a:solidFill>
                <a:latin typeface="Segoe UI"/>
              </a:rPr>
              <a:t>💬  "Set up Micrometer metrics and Spring Boot Actuator health checks for all services."</a:t>
            </a:r>
          </a:p>
          <a:p>
            <a:pPr>
              <a:spcBef>
                <a:spcPts val="700"/>
              </a:spcBef>
            </a:pPr>
            <a:r>
              <a:rPr sz="1300" b="0">
                <a:solidFill>
                  <a:srgbClr val="333333"/>
                </a:solidFill>
                <a:latin typeface="Segoe UI"/>
              </a:rPr>
              <a:t>💬  "Create a rollback runbook for the Bank Sweep deployment on PCF."</a:t>
            </a:r>
          </a:p>
          <a:p>
            <a:pPr>
              <a:spcBef>
                <a:spcPts val="700"/>
              </a:spcBef>
            </a:pPr>
            <a:r>
              <a:rPr sz="1300" b="0">
                <a:solidFill>
                  <a:srgbClr val="333333"/>
                </a:solidFill>
                <a:latin typeface="Segoe UI"/>
              </a:rPr>
              <a:t>💬  "Generate Grafana dashboard JSON for monitoring sweep execution latency and error rates."</a:t>
            </a:r>
          </a:p>
        </p:txBody>
      </p:sp>
      <p:sp>
        <p:nvSpPr>
          <p:cNvPr id="13" name="TextBox 12"/>
          <p:cNvSpPr txBox="1"/>
          <p:nvPr/>
        </p:nvSpPr>
        <p:spPr>
          <a:xfrm>
            <a:off x="6217920" y="2377440"/>
            <a:ext cx="5303520" cy="3657600"/>
          </a:xfrm>
          <a:prstGeom prst="rect">
            <a:avLst/>
          </a:prstGeom>
          <a:noFill/>
        </p:spPr>
        <p:txBody>
          <a:bodyPr wrap="square">
            <a:spAutoFit/>
          </a:bodyPr>
          <a:lstStyle/>
          <a:p>
            <a:r>
              <a:rPr sz="1700" b="1">
                <a:solidFill>
                  <a:srgbClr val="002B5C"/>
                </a:solidFill>
                <a:latin typeface="Segoe UI"/>
              </a:rPr>
              <a:t>Generated DevOps Artifacts</a:t>
            </a:r>
          </a:p>
          <a:p>
            <a:pPr>
              <a:spcBef>
                <a:spcPts val="800"/>
              </a:spcBef>
            </a:pPr>
            <a:r>
              <a:rPr sz="1400" b="1">
                <a:solidFill>
                  <a:srgbClr val="E86C00"/>
                </a:solidFill>
                <a:latin typeface="Segoe UI"/>
              </a:rPr>
              <a:t>●  Dockerfiles</a:t>
            </a:r>
          </a:p>
          <a:p>
            <a:r>
              <a:rPr sz="1300" b="0">
                <a:solidFill>
                  <a:srgbClr val="333333"/>
                </a:solidFill>
                <a:latin typeface="Segoe UI"/>
              </a:rPr>
              <a:t>    Multi-stage, optimized, with security scanning</a:t>
            </a:r>
          </a:p>
          <a:p>
            <a:pPr>
              <a:spcBef>
                <a:spcPts val="800"/>
              </a:spcBef>
            </a:pPr>
            <a:r>
              <a:rPr sz="1400" b="1">
                <a:solidFill>
                  <a:srgbClr val="E86C00"/>
                </a:solidFill>
                <a:latin typeface="Segoe UI"/>
              </a:rPr>
              <a:t>●  CI/CD Pipelines</a:t>
            </a:r>
          </a:p>
          <a:p>
            <a:r>
              <a:rPr sz="1300" b="0">
                <a:solidFill>
                  <a:srgbClr val="333333"/>
                </a:solidFill>
                <a:latin typeface="Segoe UI"/>
              </a:rPr>
              <a:t>    GitHub Actions / Jenkins – build, test, deploy</a:t>
            </a:r>
          </a:p>
          <a:p>
            <a:pPr>
              <a:spcBef>
                <a:spcPts val="800"/>
              </a:spcBef>
            </a:pPr>
            <a:r>
              <a:rPr sz="1400" b="1">
                <a:solidFill>
                  <a:srgbClr val="E86C00"/>
                </a:solidFill>
                <a:latin typeface="Segoe UI"/>
              </a:rPr>
              <a:t>●  K8s / PCF Manifests</a:t>
            </a:r>
          </a:p>
          <a:p>
            <a:r>
              <a:rPr sz="1300" b="0">
                <a:solidFill>
                  <a:srgbClr val="333333"/>
                </a:solidFill>
                <a:latin typeface="Segoe UI"/>
              </a:rPr>
              <a:t>    Deployments, services, HPA, config maps</a:t>
            </a:r>
          </a:p>
          <a:p>
            <a:pPr>
              <a:spcBef>
                <a:spcPts val="800"/>
              </a:spcBef>
            </a:pPr>
            <a:r>
              <a:rPr sz="1400" b="1">
                <a:solidFill>
                  <a:srgbClr val="E86C00"/>
                </a:solidFill>
                <a:latin typeface="Segoe UI"/>
              </a:rPr>
              <a:t>●  Observability</a:t>
            </a:r>
          </a:p>
          <a:p>
            <a:r>
              <a:rPr sz="1300" b="0">
                <a:solidFill>
                  <a:srgbClr val="333333"/>
                </a:solidFill>
                <a:latin typeface="Segoe UI"/>
              </a:rPr>
              <a:t>    Actuator, Micrometer, Grafana dashboards</a:t>
            </a:r>
          </a:p>
          <a:p>
            <a:pPr>
              <a:spcBef>
                <a:spcPts val="800"/>
              </a:spcBef>
            </a:pPr>
            <a:r>
              <a:rPr sz="1400" b="1">
                <a:solidFill>
                  <a:srgbClr val="E86C00"/>
                </a:solidFill>
                <a:latin typeface="Segoe UI"/>
              </a:rPr>
              <a:t>●  Runbooks</a:t>
            </a:r>
          </a:p>
          <a:p>
            <a:r>
              <a:rPr sz="1300" b="0">
                <a:solidFill>
                  <a:srgbClr val="333333"/>
                </a:solidFill>
                <a:latin typeface="Segoe UI"/>
              </a:rPr>
              <a:t>    Deployment, rollback, incident response procedures</a:t>
            </a:r>
          </a:p>
          <a:p>
            <a:pPr>
              <a:spcBef>
                <a:spcPts val="800"/>
              </a:spcBef>
            </a:pPr>
            <a:r>
              <a:rPr sz="1400" b="1">
                <a:solidFill>
                  <a:srgbClr val="E86C00"/>
                </a:solidFill>
                <a:latin typeface="Segoe UI"/>
              </a:rPr>
              <a:t>●  Infrastructure as Code</a:t>
            </a:r>
          </a:p>
          <a:p>
            <a:r>
              <a:rPr sz="1300" b="0">
                <a:solidFill>
                  <a:srgbClr val="333333"/>
                </a:solidFill>
                <a:latin typeface="Segoe UI"/>
              </a:rPr>
              <a:t>    Terraform / Helm charts for environment setup</a:t>
            </a:r>
          </a:p>
        </p:txBody>
      </p:sp>
      <p:sp>
        <p:nvSpPr>
          <p:cNvPr id="14" name="TextBox 13"/>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Prompt-Driven SDLC – All Personas via Chat UI / Studio</a:t>
            </a:r>
          </a:p>
        </p:txBody>
      </p:sp>
      <p:graphicFrame>
        <p:nvGraphicFramePr>
          <p:cNvPr id="4" name="Table 3"/>
          <p:cNvGraphicFramePr>
            <a:graphicFrameLocks noGrp="1"/>
          </p:cNvGraphicFramePr>
          <p:nvPr/>
        </p:nvGraphicFramePr>
        <p:xfrm>
          <a:off x="457200" y="1051560"/>
          <a:ext cx="11247120" cy="512064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731520">
                <a:tc>
                  <a:txBody>
                    <a:bodyPr wrap="square"/>
                    <a:lstStyle/>
                    <a:p>
                      <a:pPr algn="ctr"/>
                      <a:r>
                        <a:rPr sz="1300" b="1">
                          <a:solidFill>
                            <a:srgbClr val="FFFFFF"/>
                          </a:solidFill>
                          <a:latin typeface="Segoe UI"/>
                        </a:rPr>
                        <a:t>Persona</a:t>
                      </a:r>
                    </a:p>
                  </a:txBody>
                  <a:tcPr>
                    <a:solidFill>
                      <a:srgbClr val="002B5C"/>
                    </a:solidFill>
                  </a:tcPr>
                </a:tc>
                <a:tc>
                  <a:txBody>
                    <a:bodyPr wrap="square"/>
                    <a:lstStyle/>
                    <a:p>
                      <a:pPr algn="ctr"/>
                      <a:r>
                        <a:rPr sz="1300" b="1">
                          <a:solidFill>
                            <a:srgbClr val="FFFFFF"/>
                          </a:solidFill>
                          <a:latin typeface="Segoe UI"/>
                        </a:rPr>
                        <a:t>SDLC Phase</a:t>
                      </a:r>
                    </a:p>
                  </a:txBody>
                  <a:tcPr>
                    <a:solidFill>
                      <a:srgbClr val="002B5C"/>
                    </a:solidFill>
                  </a:tcPr>
                </a:tc>
                <a:tc>
                  <a:txBody>
                    <a:bodyPr wrap="square"/>
                    <a:lstStyle/>
                    <a:p>
                      <a:pPr algn="ctr"/>
                      <a:r>
                        <a:rPr sz="1300" b="1">
                          <a:solidFill>
                            <a:srgbClr val="FFFFFF"/>
                          </a:solidFill>
                          <a:latin typeface="Segoe UI"/>
                        </a:rPr>
                        <a:t>What They Prompt For</a:t>
                      </a:r>
                    </a:p>
                  </a:txBody>
                  <a:tcPr>
                    <a:solidFill>
                      <a:srgbClr val="002B5C"/>
                    </a:solidFill>
                  </a:tcPr>
                </a:tc>
                <a:tc>
                  <a:txBody>
                    <a:bodyPr wrap="square"/>
                    <a:lstStyle/>
                    <a:p>
                      <a:pPr algn="ctr"/>
                      <a:r>
                        <a:rPr sz="1300" b="1">
                          <a:solidFill>
                            <a:srgbClr val="FFFFFF"/>
                          </a:solidFill>
                          <a:latin typeface="Segoe UI"/>
                        </a:rPr>
                        <a:t>Output Artifacts</a:t>
                      </a:r>
                    </a:p>
                  </a:txBody>
                  <a:tcPr>
                    <a:solidFill>
                      <a:srgbClr val="002B5C"/>
                    </a:solidFill>
                  </a:tcPr>
                </a:tc>
                <a:tc>
                  <a:txBody>
                    <a:bodyPr wrap="square"/>
                    <a:lstStyle/>
                    <a:p>
                      <a:pPr algn="ctr"/>
                      <a:r>
                        <a:rPr sz="1300" b="1">
                          <a:solidFill>
                            <a:srgbClr val="FFFFFF"/>
                          </a:solidFill>
                          <a:latin typeface="Segoe UI"/>
                        </a:rPr>
                        <a:t>Target System</a:t>
                      </a:r>
                    </a:p>
                  </a:txBody>
                  <a:tcPr>
                    <a:solidFill>
                      <a:srgbClr val="002B5C"/>
                    </a:solidFill>
                  </a:tcPr>
                </a:tc>
              </a:tr>
              <a:tr h="731520">
                <a:tc>
                  <a:txBody>
                    <a:bodyPr wrap="square"/>
                    <a:lstStyle/>
                    <a:p>
                      <a:pPr algn="l"/>
                      <a:r>
                        <a:rPr sz="1300" b="1">
                          <a:solidFill>
                            <a:srgbClr val="333333"/>
                          </a:solidFill>
                          <a:latin typeface="Segoe UI"/>
                        </a:rPr>
                        <a:t>Business
Analyst</a:t>
                      </a:r>
                    </a:p>
                  </a:txBody>
                  <a:tcPr>
                    <a:solidFill>
                      <a:srgbClr val="F2F2F2"/>
                    </a:solidFill>
                  </a:tcPr>
                </a:tc>
                <a:tc>
                  <a:txBody>
                    <a:bodyPr wrap="square"/>
                    <a:lstStyle/>
                    <a:p>
                      <a:pPr algn="l"/>
                      <a:r>
                        <a:rPr sz="1300" b="0">
                          <a:solidFill>
                            <a:srgbClr val="333333"/>
                          </a:solidFill>
                          <a:latin typeface="Segoe UI"/>
                        </a:rPr>
                        <a:t>Requirements</a:t>
                      </a:r>
                    </a:p>
                  </a:txBody>
                  <a:tcPr>
                    <a:solidFill>
                      <a:srgbClr val="F2F2F2"/>
                    </a:solidFill>
                  </a:tcPr>
                </a:tc>
                <a:tc>
                  <a:txBody>
                    <a:bodyPr wrap="square"/>
                    <a:lstStyle/>
                    <a:p>
                      <a:pPr algn="l"/>
                      <a:r>
                        <a:rPr sz="1300" b="0">
                          <a:solidFill>
                            <a:srgbClr val="333333"/>
                          </a:solidFill>
                          <a:latin typeface="Segoe UI"/>
                        </a:rPr>
                        <a:t>Epics, stories, acceptance
criteria, edge cases</a:t>
                      </a:r>
                    </a:p>
                  </a:txBody>
                  <a:tcPr>
                    <a:solidFill>
                      <a:srgbClr val="F2F2F2"/>
                    </a:solidFill>
                  </a:tcPr>
                </a:tc>
                <a:tc>
                  <a:txBody>
                    <a:bodyPr wrap="square"/>
                    <a:lstStyle/>
                    <a:p>
                      <a:pPr algn="l"/>
                      <a:r>
                        <a:rPr sz="1300" b="0">
                          <a:solidFill>
                            <a:srgbClr val="333333"/>
                          </a:solidFill>
                          <a:latin typeface="Segoe UI"/>
                        </a:rPr>
                        <a:t>Jira epics &amp; stories
with Given-When-Then</a:t>
                      </a:r>
                    </a:p>
                  </a:txBody>
                  <a:tcPr>
                    <a:solidFill>
                      <a:srgbClr val="F2F2F2"/>
                    </a:solidFill>
                  </a:tcPr>
                </a:tc>
                <a:tc>
                  <a:txBody>
                    <a:bodyPr wrap="square"/>
                    <a:lstStyle/>
                    <a:p>
                      <a:pPr algn="l"/>
                      <a:r>
                        <a:rPr sz="1300" b="0">
                          <a:solidFill>
                            <a:srgbClr val="333333"/>
                          </a:solidFill>
                          <a:latin typeface="Segoe UI"/>
                        </a:rPr>
                        <a:t>Jira</a:t>
                      </a:r>
                    </a:p>
                  </a:txBody>
                  <a:tcPr>
                    <a:solidFill>
                      <a:srgbClr val="F2F2F2"/>
                    </a:solidFill>
                  </a:tcPr>
                </a:tc>
              </a:tr>
              <a:tr h="731520">
                <a:tc>
                  <a:txBody>
                    <a:bodyPr wrap="square"/>
                    <a:lstStyle/>
                    <a:p>
                      <a:pPr algn="l"/>
                      <a:r>
                        <a:rPr sz="1300" b="1">
                          <a:solidFill>
                            <a:srgbClr val="333333"/>
                          </a:solidFill>
                          <a:latin typeface="Segoe UI"/>
                        </a:rPr>
                        <a:t>Architect</a:t>
                      </a:r>
                    </a:p>
                  </a:txBody>
                  <a:tcPr/>
                </a:tc>
                <a:tc>
                  <a:txBody>
                    <a:bodyPr wrap="square"/>
                    <a:lstStyle/>
                    <a:p>
                      <a:pPr algn="l"/>
                      <a:r>
                        <a:rPr sz="1300" b="0">
                          <a:solidFill>
                            <a:srgbClr val="333333"/>
                          </a:solidFill>
                          <a:latin typeface="Segoe UI"/>
                        </a:rPr>
                        <a:t>Design</a:t>
                      </a:r>
                    </a:p>
                  </a:txBody>
                  <a:tcPr/>
                </a:tc>
                <a:tc>
                  <a:txBody>
                    <a:bodyPr wrap="square"/>
                    <a:lstStyle/>
                    <a:p>
                      <a:pPr algn="l"/>
                      <a:r>
                        <a:rPr sz="1300" b="0">
                          <a:solidFill>
                            <a:srgbClr val="333333"/>
                          </a:solidFill>
                          <a:latin typeface="Segoe UI"/>
                        </a:rPr>
                        <a:t>Domain models, API specs,
DB schemas, ADRs</a:t>
                      </a:r>
                    </a:p>
                  </a:txBody>
                  <a:tcPr/>
                </a:tc>
                <a:tc>
                  <a:txBody>
                    <a:bodyPr wrap="square"/>
                    <a:lstStyle/>
                    <a:p>
                      <a:pPr algn="l"/>
                      <a:r>
                        <a:rPr sz="1300" b="0">
                          <a:solidFill>
                            <a:srgbClr val="333333"/>
                          </a:solidFill>
                          <a:latin typeface="Segoe UI"/>
                        </a:rPr>
                        <a:t>OpenAPI specs, DDL,
DDD models, diagrams</a:t>
                      </a:r>
                    </a:p>
                  </a:txBody>
                  <a:tcPr/>
                </a:tc>
                <a:tc>
                  <a:txBody>
                    <a:bodyPr wrap="square"/>
                    <a:lstStyle/>
                    <a:p>
                      <a:pPr algn="l"/>
                      <a:r>
                        <a:rPr sz="1300" b="0">
                          <a:solidFill>
                            <a:srgbClr val="333333"/>
                          </a:solidFill>
                          <a:latin typeface="Segoe UI"/>
                        </a:rPr>
                        <a:t>GitHub Repo</a:t>
                      </a:r>
                    </a:p>
                  </a:txBody>
                  <a:tcPr/>
                </a:tc>
              </a:tr>
              <a:tr h="731520">
                <a:tc>
                  <a:txBody>
                    <a:bodyPr wrap="square"/>
                    <a:lstStyle/>
                    <a:p>
                      <a:pPr algn="l"/>
                      <a:r>
                        <a:rPr sz="1300" b="1">
                          <a:solidFill>
                            <a:srgbClr val="333333"/>
                          </a:solidFill>
                          <a:latin typeface="Segoe UI"/>
                        </a:rPr>
                        <a:t>Developer</a:t>
                      </a:r>
                    </a:p>
                  </a:txBody>
                  <a:tcPr>
                    <a:solidFill>
                      <a:srgbClr val="F2F2F2"/>
                    </a:solidFill>
                  </a:tcPr>
                </a:tc>
                <a:tc>
                  <a:txBody>
                    <a:bodyPr wrap="square"/>
                    <a:lstStyle/>
                    <a:p>
                      <a:pPr algn="l"/>
                      <a:r>
                        <a:rPr sz="1300" b="0">
                          <a:solidFill>
                            <a:srgbClr val="333333"/>
                          </a:solidFill>
                          <a:latin typeface="Segoe UI"/>
                        </a:rPr>
                        <a:t>Implementation</a:t>
                      </a:r>
                    </a:p>
                  </a:txBody>
                  <a:tcPr>
                    <a:solidFill>
                      <a:srgbClr val="F2F2F2"/>
                    </a:solidFill>
                  </a:tcPr>
                </a:tc>
                <a:tc>
                  <a:txBody>
                    <a:bodyPr wrap="square"/>
                    <a:lstStyle/>
                    <a:p>
                      <a:pPr algn="l"/>
                      <a:r>
                        <a:rPr sz="1300" b="0">
                          <a:solidFill>
                            <a:srgbClr val="333333"/>
                          </a:solidFill>
                          <a:latin typeface="Segoe UI"/>
                        </a:rPr>
                        <a:t>Service code, entities,
controllers, unit tests</a:t>
                      </a:r>
                    </a:p>
                  </a:txBody>
                  <a:tcPr>
                    <a:solidFill>
                      <a:srgbClr val="F2F2F2"/>
                    </a:solidFill>
                  </a:tcPr>
                </a:tc>
                <a:tc>
                  <a:txBody>
                    <a:bodyPr wrap="square"/>
                    <a:lstStyle/>
                    <a:p>
                      <a:pPr algn="l"/>
                      <a:r>
                        <a:rPr sz="1300" b="0">
                          <a:solidFill>
                            <a:srgbClr val="333333"/>
                          </a:solidFill>
                          <a:latin typeface="Segoe UI"/>
                        </a:rPr>
                        <a:t>Spring Boot code,
JUnit tests, PRs</a:t>
                      </a:r>
                    </a:p>
                  </a:txBody>
                  <a:tcPr>
                    <a:solidFill>
                      <a:srgbClr val="F2F2F2"/>
                    </a:solidFill>
                  </a:tcPr>
                </a:tc>
                <a:tc>
                  <a:txBody>
                    <a:bodyPr wrap="square"/>
                    <a:lstStyle/>
                    <a:p>
                      <a:pPr algn="l"/>
                      <a:r>
                        <a:rPr sz="1300" b="0">
                          <a:solidFill>
                            <a:srgbClr val="333333"/>
                          </a:solidFill>
                          <a:latin typeface="Segoe UI"/>
                        </a:rPr>
                        <a:t>GitHub
(branch + PR)</a:t>
                      </a:r>
                    </a:p>
                  </a:txBody>
                  <a:tcPr>
                    <a:solidFill>
                      <a:srgbClr val="F2F2F2"/>
                    </a:solidFill>
                  </a:tcPr>
                </a:tc>
              </a:tr>
              <a:tr h="731520">
                <a:tc>
                  <a:txBody>
                    <a:bodyPr wrap="square"/>
                    <a:lstStyle/>
                    <a:p>
                      <a:pPr algn="l"/>
                      <a:r>
                        <a:rPr sz="1300" b="1">
                          <a:solidFill>
                            <a:srgbClr val="333333"/>
                          </a:solidFill>
                          <a:latin typeface="Segoe UI"/>
                        </a:rPr>
                        <a:t>QA Engineer</a:t>
                      </a:r>
                    </a:p>
                  </a:txBody>
                  <a:tcPr/>
                </a:tc>
                <a:tc>
                  <a:txBody>
                    <a:bodyPr wrap="square"/>
                    <a:lstStyle/>
                    <a:p>
                      <a:pPr algn="l"/>
                      <a:r>
                        <a:rPr sz="1300" b="0">
                          <a:solidFill>
                            <a:srgbClr val="333333"/>
                          </a:solidFill>
                          <a:latin typeface="Segoe UI"/>
                        </a:rPr>
                        <a:t>Testing</a:t>
                      </a:r>
                    </a:p>
                  </a:txBody>
                  <a:tcPr/>
                </a:tc>
                <a:tc>
                  <a:txBody>
                    <a:bodyPr wrap="square"/>
                    <a:lstStyle/>
                    <a:p>
                      <a:pPr algn="l"/>
                      <a:r>
                        <a:rPr sz="1300" b="0">
                          <a:solidFill>
                            <a:srgbClr val="333333"/>
                          </a:solidFill>
                          <a:latin typeface="Segoe UI"/>
                        </a:rPr>
                        <a:t>BDD scenarios, integration
tests, test data, coverage</a:t>
                      </a:r>
                    </a:p>
                  </a:txBody>
                  <a:tcPr/>
                </a:tc>
                <a:tc>
                  <a:txBody>
                    <a:bodyPr wrap="square"/>
                    <a:lstStyle/>
                    <a:p>
                      <a:pPr algn="l"/>
                      <a:r>
                        <a:rPr sz="1300" b="0">
                          <a:solidFill>
                            <a:srgbClr val="333333"/>
                          </a:solidFill>
                          <a:latin typeface="Segoe UI"/>
                        </a:rPr>
                        <a:t>Gherkin, JUnit suites,
coverage reports</a:t>
                      </a:r>
                    </a:p>
                  </a:txBody>
                  <a:tcPr/>
                </a:tc>
                <a:tc>
                  <a:txBody>
                    <a:bodyPr wrap="square"/>
                    <a:lstStyle/>
                    <a:p>
                      <a:pPr algn="l"/>
                      <a:r>
                        <a:rPr sz="1300" b="0">
                          <a:solidFill>
                            <a:srgbClr val="333333"/>
                          </a:solidFill>
                          <a:latin typeface="Segoe UI"/>
                        </a:rPr>
                        <a:t>GitHub +
CI pipeline</a:t>
                      </a:r>
                    </a:p>
                  </a:txBody>
                  <a:tcPr/>
                </a:tc>
              </a:tr>
              <a:tr h="731520">
                <a:tc>
                  <a:txBody>
                    <a:bodyPr wrap="square"/>
                    <a:lstStyle/>
                    <a:p>
                      <a:pPr algn="l"/>
                      <a:r>
                        <a:rPr sz="1300" b="1">
                          <a:solidFill>
                            <a:srgbClr val="333333"/>
                          </a:solidFill>
                          <a:latin typeface="Segoe UI"/>
                        </a:rPr>
                        <a:t>Reviewer
(Dev/Lead)</a:t>
                      </a:r>
                    </a:p>
                  </a:txBody>
                  <a:tcPr>
                    <a:solidFill>
                      <a:srgbClr val="F2F2F2"/>
                    </a:solidFill>
                  </a:tcPr>
                </a:tc>
                <a:tc>
                  <a:txBody>
                    <a:bodyPr wrap="square"/>
                    <a:lstStyle/>
                    <a:p>
                      <a:pPr algn="l"/>
                      <a:r>
                        <a:rPr sz="1300" b="0">
                          <a:solidFill>
                            <a:srgbClr val="333333"/>
                          </a:solidFill>
                          <a:latin typeface="Segoe UI"/>
                        </a:rPr>
                        <a:t>Code Review</a:t>
                      </a:r>
                    </a:p>
                  </a:txBody>
                  <a:tcPr>
                    <a:solidFill>
                      <a:srgbClr val="F2F2F2"/>
                    </a:solidFill>
                  </a:tcPr>
                </a:tc>
                <a:tc>
                  <a:txBody>
                    <a:bodyPr wrap="square"/>
                    <a:lstStyle/>
                    <a:p>
                      <a:pPr algn="l"/>
                      <a:r>
                        <a:rPr sz="1300" b="0">
                          <a:solidFill>
                            <a:srgbClr val="333333"/>
                          </a:solidFill>
                          <a:latin typeface="Segoe UI"/>
                        </a:rPr>
                        <a:t>Quality analysis, spec
compliance, coverage gaps</a:t>
                      </a:r>
                    </a:p>
                  </a:txBody>
                  <a:tcPr>
                    <a:solidFill>
                      <a:srgbClr val="F2F2F2"/>
                    </a:solidFill>
                  </a:tcPr>
                </a:tc>
                <a:tc>
                  <a:txBody>
                    <a:bodyPr wrap="square"/>
                    <a:lstStyle/>
                    <a:p>
                      <a:pPr algn="l"/>
                      <a:r>
                        <a:rPr sz="1300" b="0">
                          <a:solidFill>
                            <a:srgbClr val="333333"/>
                          </a:solidFill>
                          <a:latin typeface="Segoe UI"/>
                        </a:rPr>
                        <a:t>Review comments,
PR summaries</a:t>
                      </a:r>
                    </a:p>
                  </a:txBody>
                  <a:tcPr>
                    <a:solidFill>
                      <a:srgbClr val="F2F2F2"/>
                    </a:solidFill>
                  </a:tcPr>
                </a:tc>
                <a:tc>
                  <a:txBody>
                    <a:bodyPr wrap="square"/>
                    <a:lstStyle/>
                    <a:p>
                      <a:pPr algn="l"/>
                      <a:r>
                        <a:rPr sz="1300" b="0">
                          <a:solidFill>
                            <a:srgbClr val="333333"/>
                          </a:solidFill>
                          <a:latin typeface="Segoe UI"/>
                        </a:rPr>
                        <a:t>GitHub PR</a:t>
                      </a:r>
                    </a:p>
                  </a:txBody>
                  <a:tcPr>
                    <a:solidFill>
                      <a:srgbClr val="F2F2F2"/>
                    </a:solidFill>
                  </a:tcPr>
                </a:tc>
              </a:tr>
              <a:tr h="731520">
                <a:tc>
                  <a:txBody>
                    <a:bodyPr wrap="square"/>
                    <a:lstStyle/>
                    <a:p>
                      <a:pPr algn="l"/>
                      <a:r>
                        <a:rPr sz="1300" b="1">
                          <a:solidFill>
                            <a:srgbClr val="333333"/>
                          </a:solidFill>
                          <a:latin typeface="Segoe UI"/>
                        </a:rPr>
                        <a:t>DevOps</a:t>
                      </a:r>
                    </a:p>
                  </a:txBody>
                  <a:tcPr/>
                </a:tc>
                <a:tc>
                  <a:txBody>
                    <a:bodyPr wrap="square"/>
                    <a:lstStyle/>
                    <a:p>
                      <a:pPr algn="l"/>
                      <a:r>
                        <a:rPr sz="1300" b="0">
                          <a:solidFill>
                            <a:srgbClr val="333333"/>
                          </a:solidFill>
                          <a:latin typeface="Segoe UI"/>
                        </a:rPr>
                        <a:t>Deployment</a:t>
                      </a:r>
                    </a:p>
                  </a:txBody>
                  <a:tcPr/>
                </a:tc>
                <a:tc>
                  <a:txBody>
                    <a:bodyPr wrap="square"/>
                    <a:lstStyle/>
                    <a:p>
                      <a:pPr algn="l"/>
                      <a:r>
                        <a:rPr sz="1300" b="0">
                          <a:solidFill>
                            <a:srgbClr val="333333"/>
                          </a:solidFill>
                          <a:latin typeface="Segoe UI"/>
                        </a:rPr>
                        <a:t>Dockerfiles, CI/CD,
K8s manifests, monitoring</a:t>
                      </a:r>
                    </a:p>
                  </a:txBody>
                  <a:tcPr/>
                </a:tc>
                <a:tc>
                  <a:txBody>
                    <a:bodyPr wrap="square"/>
                    <a:lstStyle/>
                    <a:p>
                      <a:pPr algn="l"/>
                      <a:r>
                        <a:rPr sz="1300" b="0">
                          <a:solidFill>
                            <a:srgbClr val="333333"/>
                          </a:solidFill>
                          <a:latin typeface="Segoe UI"/>
                        </a:rPr>
                        <a:t>Pipeline configs,
observability setup</a:t>
                      </a:r>
                    </a:p>
                  </a:txBody>
                  <a:tcPr/>
                </a:tc>
                <a:tc>
                  <a:txBody>
                    <a:bodyPr wrap="square"/>
                    <a:lstStyle/>
                    <a:p>
                      <a:pPr algn="l"/>
                      <a:r>
                        <a:rPr sz="1300" b="0">
                          <a:solidFill>
                            <a:srgbClr val="333333"/>
                          </a:solidFill>
                          <a:latin typeface="Segoe UI"/>
                        </a:rPr>
                        <a:t>CI/CD +
PCF / K8s</a:t>
                      </a:r>
                    </a:p>
                  </a:txBody>
                  <a:tcPr/>
                </a:tc>
              </a:tr>
            </a:tbl>
          </a:graphicData>
        </a:graphic>
      </p:graphicFrame>
      <p:sp>
        <p:nvSpPr>
          <p:cNvPr id="5" name="Rounded Rectangle 4"/>
          <p:cNvSpPr/>
          <p:nvPr/>
        </p:nvSpPr>
        <p:spPr>
          <a:xfrm>
            <a:off x="365760" y="5669280"/>
            <a:ext cx="11338560" cy="457200"/>
          </a:xfrm>
          <a:prstGeom prst="roundRect">
            <a:avLst/>
          </a:prstGeom>
          <a:solidFill>
            <a:srgbClr val="6B21A8"/>
          </a:solidFill>
          <a:ln>
            <a:no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400" b="1">
                <a:solidFill>
                  <a:srgbClr val="FFFFFF"/>
                </a:solidFill>
                <a:latin typeface="Segoe UI"/>
              </a:rPr>
              <a:t>One interface (Chat UI / Studio)  •  Six personas  •  Full SDLC  •  All through natural-language prompts</a:t>
            </a:r>
          </a:p>
        </p:txBody>
      </p:sp>
      <p:sp>
        <p:nvSpPr>
          <p:cNvPr id="6" name="TextBox 5"/>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Advantages of the Chat UI / Studio Approach</a:t>
            </a:r>
          </a:p>
        </p:txBody>
      </p:sp>
      <p:sp>
        <p:nvSpPr>
          <p:cNvPr id="4" name="TextBox 3"/>
          <p:cNvSpPr txBox="1"/>
          <p:nvPr/>
        </p:nvSpPr>
        <p:spPr>
          <a:xfrm>
            <a:off x="457200" y="1051560"/>
            <a:ext cx="11247120" cy="5212080"/>
          </a:xfrm>
          <a:prstGeom prst="rect">
            <a:avLst/>
          </a:prstGeom>
          <a:noFill/>
        </p:spPr>
        <p:txBody>
          <a:bodyPr wrap="square">
            <a:spAutoFit/>
          </a:bodyPr>
          <a:lstStyle/>
          <a:p>
            <a:pPr>
              <a:spcBef>
                <a:spcPts val="1000"/>
              </a:spcBef>
            </a:pPr>
            <a:r>
              <a:rPr sz="1600" b="1">
                <a:solidFill>
                  <a:srgbClr val="002B5C"/>
                </a:solidFill>
                <a:latin typeface="Segoe UI"/>
              </a:rPr>
              <a:t>●  Single Interface for Everyone</a:t>
            </a:r>
          </a:p>
          <a:p>
            <a:r>
              <a:rPr sz="1400" b="0">
                <a:solidFill>
                  <a:srgbClr val="333333"/>
                </a:solidFill>
                <a:latin typeface="Segoe UI"/>
              </a:rPr>
              <a:t>    BAs, architects, developers, QA, and DevOps all use the same Chat UI. No tool switching, no context loss. One interface, one conversation history, one source of truth.</a:t>
            </a:r>
          </a:p>
          <a:p>
            <a:pPr>
              <a:spcBef>
                <a:spcPts val="1000"/>
              </a:spcBef>
            </a:pPr>
            <a:r>
              <a:rPr sz="1600" b="1">
                <a:solidFill>
                  <a:srgbClr val="002B5C"/>
                </a:solidFill>
                <a:latin typeface="Segoe UI"/>
              </a:rPr>
              <a:t>●  Natural Language = Low Barrier</a:t>
            </a:r>
          </a:p>
          <a:p>
            <a:r>
              <a:rPr sz="1400" b="0">
                <a:solidFill>
                  <a:srgbClr val="333333"/>
                </a:solidFill>
                <a:latin typeface="Segoe UI"/>
              </a:rPr>
              <a:t>    No one needs to learn new tools or DSLs. Every persona works in their natural language. Domain experts can contribute directly without engineering translation.</a:t>
            </a:r>
          </a:p>
          <a:p>
            <a:pPr>
              <a:spcBef>
                <a:spcPts val="1000"/>
              </a:spcBef>
            </a:pPr>
            <a:r>
              <a:rPr sz="1600" b="1">
                <a:solidFill>
                  <a:srgbClr val="002B5C"/>
                </a:solidFill>
                <a:latin typeface="Segoe UI"/>
              </a:rPr>
              <a:t>●  Iterative Refinement via Follow-Up Prompts</a:t>
            </a:r>
          </a:p>
          <a:p>
            <a:r>
              <a:rPr sz="1400" b="0">
                <a:solidFill>
                  <a:srgbClr val="333333"/>
                </a:solidFill>
                <a:latin typeface="Segoe UI"/>
              </a:rPr>
              <a:t>    Don't like the output? Keep prompting. The chat UI supports multi-turn conversations, so every artifact is refined until the persona approves it.</a:t>
            </a:r>
          </a:p>
          <a:p>
            <a:pPr>
              <a:spcBef>
                <a:spcPts val="1000"/>
              </a:spcBef>
            </a:pPr>
            <a:r>
              <a:rPr sz="1600" b="1">
                <a:solidFill>
                  <a:srgbClr val="002B5C"/>
                </a:solidFill>
                <a:latin typeface="Segoe UI"/>
              </a:rPr>
              <a:t>●  Speed: Minutes, Not Days</a:t>
            </a:r>
          </a:p>
          <a:p>
            <a:r>
              <a:rPr sz="1400" b="0">
                <a:solidFill>
                  <a:srgbClr val="333333"/>
                </a:solidFill>
                <a:latin typeface="Segoe UI"/>
              </a:rPr>
              <a:t>    BRDs that took days → generated in minutes. OpenAPI specs that took a week → generated in one conversation. Code that took sprints → generated and reviewed in hours.</a:t>
            </a:r>
          </a:p>
          <a:p>
            <a:pPr>
              <a:spcBef>
                <a:spcPts val="1000"/>
              </a:spcBef>
            </a:pPr>
            <a:r>
              <a:rPr sz="1600" b="1">
                <a:solidFill>
                  <a:srgbClr val="002B5C"/>
                </a:solidFill>
                <a:latin typeface="Segoe UI"/>
              </a:rPr>
              <a:t>●  Full Traceability</a:t>
            </a:r>
          </a:p>
          <a:p>
            <a:r>
              <a:rPr sz="1400" b="0">
                <a:solidFill>
                  <a:srgbClr val="333333"/>
                </a:solidFill>
                <a:latin typeface="Segoe UI"/>
              </a:rPr>
              <a:t>    Every artifact traces back to the prompt that created it. The conversation history is a complete audit trail of why every design, code, and test decision was made.</a:t>
            </a:r>
          </a:p>
          <a:p>
            <a:pPr>
              <a:spcBef>
                <a:spcPts val="1000"/>
              </a:spcBef>
            </a:pPr>
            <a:r>
              <a:rPr sz="1600" b="1">
                <a:solidFill>
                  <a:srgbClr val="002B5C"/>
                </a:solidFill>
                <a:latin typeface="Segoe UI"/>
              </a:rPr>
              <a:t>●  Human Expertise + AI Execution</a:t>
            </a:r>
          </a:p>
          <a:p>
            <a:r>
              <a:rPr sz="1400" b="0">
                <a:solidFill>
                  <a:srgbClr val="333333"/>
                </a:solidFill>
                <a:latin typeface="Segoe UI"/>
              </a:rPr>
              <a:t>    Personas bring domain knowledge, judgment, and approval authority. AI brings speed, consistency, and pattern knowledge. The best of both.</a:t>
            </a:r>
          </a:p>
        </p:txBody>
      </p:sp>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86868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800" b="1">
                <a:solidFill>
                  <a:srgbClr val="FFFFFF"/>
                </a:solidFill>
                <a:latin typeface="Segoe UI"/>
              </a:rPr>
              <a:t>  Key Takeaways</a:t>
            </a:r>
          </a:p>
        </p:txBody>
      </p:sp>
      <p:sp>
        <p:nvSpPr>
          <p:cNvPr id="4" name="TextBox 3"/>
          <p:cNvSpPr txBox="1"/>
          <p:nvPr/>
        </p:nvSpPr>
        <p:spPr>
          <a:xfrm>
            <a:off x="457200" y="1097280"/>
            <a:ext cx="11247120" cy="5029200"/>
          </a:xfrm>
          <a:prstGeom prst="rect">
            <a:avLst/>
          </a:prstGeom>
          <a:noFill/>
        </p:spPr>
        <p:txBody>
          <a:bodyPr wrap="square">
            <a:spAutoFit/>
          </a:bodyPr>
          <a:lstStyle/>
          <a:p>
            <a:pPr>
              <a:spcBef>
                <a:spcPts val="1200"/>
              </a:spcBef>
            </a:pPr>
            <a:r>
              <a:rPr sz="1600" b="1">
                <a:solidFill>
                  <a:srgbClr val="002B5C"/>
                </a:solidFill>
                <a:latin typeface="Segoe UI"/>
              </a:rPr>
              <a:t>●  Pure Greenfield – No Legacy Code</a:t>
            </a:r>
          </a:p>
          <a:p>
            <a:r>
              <a:rPr sz="1400" b="0">
                <a:solidFill>
                  <a:srgbClr val="333333"/>
                </a:solidFill>
                <a:latin typeface="Segoe UI"/>
              </a:rPr>
              <a:t>    Bank Sweep is built entirely from scratch. No COBOL, no conversion, no migration. Clean, modern Spring Boot from day one.</a:t>
            </a:r>
          </a:p>
          <a:p>
            <a:pPr>
              <a:spcBef>
                <a:spcPts val="1200"/>
              </a:spcBef>
            </a:pPr>
            <a:r>
              <a:rPr sz="1600" b="1">
                <a:solidFill>
                  <a:srgbClr val="002B5C"/>
                </a:solidFill>
                <a:latin typeface="Segoe UI"/>
              </a:rPr>
              <a:t>●  Chat UI / Studio Is the SDLC</a:t>
            </a:r>
          </a:p>
          <a:p>
            <a:r>
              <a:rPr sz="1400" b="0">
                <a:solidFill>
                  <a:srgbClr val="333333"/>
                </a:solidFill>
                <a:latin typeface="Segoe UI"/>
              </a:rPr>
              <a:t>    Every persona – BA, Architect, Developer, QA, DevOps – works through the same chat interface. Prompts in, artifacts out, review and approve.</a:t>
            </a:r>
          </a:p>
          <a:p>
            <a:pPr>
              <a:spcBef>
                <a:spcPts val="1200"/>
              </a:spcBef>
            </a:pPr>
            <a:r>
              <a:rPr sz="1600" b="1">
                <a:solidFill>
                  <a:srgbClr val="002B5C"/>
                </a:solidFill>
                <a:latin typeface="Segoe UI"/>
              </a:rPr>
              <a:t>●  Prompt → Artifact → Review → Ship</a:t>
            </a:r>
          </a:p>
          <a:p>
            <a:r>
              <a:rPr sz="1400" b="0">
                <a:solidFill>
                  <a:srgbClr val="333333"/>
                </a:solidFill>
                <a:latin typeface="Segoe UI"/>
              </a:rPr>
              <a:t>    The universal workflow: type a prompt, get a generated artifact, review it, refine via follow-ups, then push to the target system (Jira, GitHub, CI/CD).</a:t>
            </a:r>
          </a:p>
          <a:p>
            <a:pPr>
              <a:spcBef>
                <a:spcPts val="1200"/>
              </a:spcBef>
            </a:pPr>
            <a:r>
              <a:rPr sz="1600" b="1">
                <a:solidFill>
                  <a:srgbClr val="002B5C"/>
                </a:solidFill>
                <a:latin typeface="Segoe UI"/>
              </a:rPr>
              <a:t>●  Human Judgment at Every Step</a:t>
            </a:r>
          </a:p>
          <a:p>
            <a:r>
              <a:rPr sz="1400" b="0">
                <a:solidFill>
                  <a:srgbClr val="333333"/>
                </a:solidFill>
                <a:latin typeface="Segoe UI"/>
              </a:rPr>
              <a:t>    AI generates, humans approve. No artifact ships without persona review. The chat history provides full traceability and audit trail.</a:t>
            </a:r>
          </a:p>
          <a:p>
            <a:pPr>
              <a:spcBef>
                <a:spcPts val="1200"/>
              </a:spcBef>
            </a:pPr>
            <a:r>
              <a:rPr sz="1600" b="1">
                <a:solidFill>
                  <a:srgbClr val="002B5C"/>
                </a:solidFill>
                <a:latin typeface="Segoe UI"/>
              </a:rPr>
              <a:t>●  Massive Acceleration</a:t>
            </a:r>
          </a:p>
          <a:p>
            <a:r>
              <a:rPr sz="1400" b="0">
                <a:solidFill>
                  <a:srgbClr val="333333"/>
                </a:solidFill>
                <a:latin typeface="Segoe UI"/>
              </a:rPr>
              <a:t>    What traditionally takes weeks (BRDs, design docs, code, test suites) is produced in conversational sessions. Quality maintained through iterative refinement.</a:t>
            </a:r>
          </a:p>
        </p:txBody>
      </p:sp>
      <p:sp>
        <p:nvSpPr>
          <p:cNvPr id="5" name="TextBox 4"/>
          <p:cNvSpPr txBox="1"/>
          <p:nvPr/>
        </p:nvSpPr>
        <p:spPr>
          <a:xfrm>
            <a:off x="274320" y="6446520"/>
            <a:ext cx="11430000" cy="320040"/>
          </a:xfrm>
          <a:prstGeom prst="rect">
            <a:avLst/>
          </a:prstGeom>
          <a:noFill/>
        </p:spPr>
        <p:txBody>
          <a:bodyPr wrap="none">
            <a:spAutoFit/>
          </a:bodyPr>
          <a:lstStyle/>
          <a:p>
            <a:r>
              <a:rPr sz="1000" b="0">
                <a:solidFill>
                  <a:srgbClr val="666666"/>
                </a:solidFill>
                <a:latin typeface="Segoe UI"/>
              </a:rPr>
              <a:t>© Mphasis 2026  |  Proprietary and confidential  |  March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a:lstStyle/>
          <a:p/>
        </p:txBody>
      </p:sp>
      <p:sp>
        <p:nvSpPr>
          <p:cNvPr id="3" name="Rectangle 2"/>
          <p:cNvSpPr/>
          <p:nvPr/>
        </p:nvSpPr>
        <p:spPr>
          <a:xfrm>
            <a:off x="0" y="0"/>
            <a:ext cx="12188952" cy="68580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828800"/>
            <a:ext cx="8229600" cy="3657600"/>
          </a:xfrm>
          <a:prstGeom prst="rect">
            <a:avLst/>
          </a:prstGeom>
          <a:noFill/>
        </p:spPr>
        <p:txBody>
          <a:bodyPr wrap="square">
            <a:spAutoFit/>
          </a:bodyPr>
          <a:lstStyle/>
          <a:p>
            <a:pPr algn="ctr"/>
            <a:r>
              <a:rPr sz="4400" b="1">
                <a:solidFill>
                  <a:srgbClr val="FFFFFF"/>
                </a:solidFill>
                <a:latin typeface="Segoe UI"/>
              </a:rPr>
              <a:t>Thank You</a:t>
            </a:r>
          </a:p>
          <a:p>
            <a:pPr algn="ctr">
              <a:spcBef>
                <a:spcPts val="2000"/>
              </a:spcBef>
            </a:pPr>
            <a:r>
              <a:rPr sz="2800" b="0">
                <a:solidFill>
                  <a:srgbClr val="0096D6"/>
                </a:solidFill>
                <a:latin typeface="Segoe UI"/>
              </a:rPr>
              <a:t>Bank Sweep Modernization</a:t>
            </a:r>
          </a:p>
          <a:p>
            <a:pPr algn="ctr">
              <a:spcBef>
                <a:spcPts val="1000"/>
              </a:spcBef>
            </a:pPr>
            <a:r>
              <a:rPr sz="2000" b="0">
                <a:solidFill>
                  <a:srgbClr val="FFFFFF"/>
                </a:solidFill>
                <a:latin typeface="Segoe UI"/>
              </a:rPr>
              <a:t>Pure Greenfield  •  All Personas via Chat UI / Studio</a:t>
            </a:r>
          </a:p>
          <a:p>
            <a:pPr algn="ctr">
              <a:spcBef>
                <a:spcPts val="3000"/>
              </a:spcBef>
            </a:pPr>
            <a:r>
              <a:rPr sz="2200" b="0">
                <a:solidFill>
                  <a:srgbClr val="FFFFFF"/>
                </a:solidFill>
                <a:latin typeface="Segoe UI"/>
              </a:rPr>
              <a:t>Questions &amp; Discussion</a:t>
            </a:r>
          </a:p>
        </p:txBody>
      </p:sp>
    </p:spTree>
  </p:cSld>
  <p:clrMapOvr>
    <a:masterClrMapping/>
  </p:clrMapOvr>
</p:sld>
</file>

<file path=ppt/theme/theme1.xml><?xml version="1.0" encoding="utf-8"?>
<a:theme xmlns:a="http://schemas.openxmlformats.org/drawingml/2006/main" name="ANA Presentation for NEOIP Launch V2.0 2">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9FBFD944-B0C4-430E-B6CC-30BA09726B71}" vid="{170946AF-528D-434C-A4CB-4C6ECE5FB58C}"/>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C6D424F5-CF62-4D64-B0B6-FBD9294FD165}" vid="{9F89A79F-03BE-4273-9FE7-1DE4206C9F2F}"/>
    </a:ext>
  </a:extLst>
</a:theme>
</file>

<file path=ppt/theme/theme4.xml><?xml version="1.0" encoding="utf-8"?>
<a:theme xmlns:a="http://schemas.openxmlformats.org/drawingml/2006/main" name="3_Office Theme">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9FBFD944-B0C4-430E-B6CC-30BA09726B71}" vid="{6DBE1B62-8546-486E-A248-D6A894923181}"/>
    </a:ext>
  </a:extLst>
</a:theme>
</file>

<file path=ppt/theme/theme5.xml><?xml version="1.0" encoding="utf-8"?>
<a:theme xmlns:a="http://schemas.openxmlformats.org/drawingml/2006/main" name="1_Begining Slides / Separators">
  <a:themeElements>
    <a:clrScheme name="Mphasis">
      <a:dk1>
        <a:srgbClr val="5A5A5A"/>
      </a:dk1>
      <a:lt1>
        <a:srgbClr val="FFFFFF"/>
      </a:lt1>
      <a:dk2>
        <a:srgbClr val="505050"/>
      </a:dk2>
      <a:lt2>
        <a:srgbClr val="D61360"/>
      </a:lt2>
      <a:accent1>
        <a:srgbClr val="A2DBEC"/>
      </a:accent1>
      <a:accent2>
        <a:srgbClr val="939393"/>
      </a:accent2>
      <a:accent3>
        <a:srgbClr val="218BAA"/>
      </a:accent3>
      <a:accent4>
        <a:srgbClr val="A0CD49"/>
      </a:accent4>
      <a:accent5>
        <a:srgbClr val="939393"/>
      </a:accent5>
      <a:accent6>
        <a:srgbClr val="B586BF"/>
      </a:accent6>
      <a:hlink>
        <a:srgbClr val="0070C0"/>
      </a:hlink>
      <a:folHlink>
        <a:srgbClr val="0070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2" id="{944902C1-36A7-6048-A9B8-BFA45ED785FE}" vid="{11DF6BBD-BBEA-7E4E-969B-5A79722F086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ANA Presentation for NEOIP Launch V2.0 2</Template>
  <TotalTime>0</TotalTime>
  <Words>1483</Words>
  <Application>Microsoft Office PowerPoint</Application>
  <PresentationFormat>Widescreen</PresentationFormat>
  <Paragraphs>353</Paragraphs>
  <Slides>14</Slides>
  <Notes>1</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14</vt:i4>
      </vt:variant>
    </vt:vector>
  </HeadingPairs>
  <TitlesOfParts>
    <vt:vector size="28" baseType="lpstr">
      <vt:lpstr>Aptos</vt:lpstr>
      <vt:lpstr>Arial</vt:lpstr>
      <vt:lpstr>Calibri</vt:lpstr>
      <vt:lpstr>Calibri Light</vt:lpstr>
      <vt:lpstr>Open Sans</vt:lpstr>
      <vt:lpstr>Segoe UI</vt:lpstr>
      <vt:lpstr>Symbol</vt:lpstr>
      <vt:lpstr>Times New Roman</vt:lpstr>
      <vt:lpstr>Wingdings</vt:lpstr>
      <vt:lpstr>ANA Presentation for NEOIP Launch V2.0 2</vt:lpstr>
      <vt:lpstr>1_Office Theme</vt:lpstr>
      <vt:lpstr>2_Office Theme</vt:lpstr>
      <vt:lpstr>3_Office Theme</vt:lpstr>
      <vt:lpstr>1_Begining Slides / Separators</vt:lpstr>
      <vt:lpstr>RPS Modernization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Anand, Yash</dc:creator>
  <cp:lastModifiedBy>Parasuraman, Banu</cp:lastModifiedBy>
  <cp:revision>4</cp:revision>
  <dcterms:created xsi:type="dcterms:W3CDTF">2026-01-07T21:04:05Z</dcterms:created>
  <dcterms:modified xsi:type="dcterms:W3CDTF">2026-01-16T20:31:33Z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c19be-2d3a-4063-bcc2-f075097a5f8a_Enabled">
    <vt:lpwstr>true</vt:lpwstr>
  </property>
  <property fmtid="{D5CDD505-2E9C-101B-9397-08002B2CF9AE}" pid="3" name="MSIP_Label_6b5c19be-2d3a-4063-bcc2-f075097a5f8a_SetDate">
    <vt:lpwstr>2026-01-07T21:26:22Z</vt:lpwstr>
  </property>
  <property fmtid="{D5CDD505-2E9C-101B-9397-08002B2CF9AE}" pid="4" name="MSIP_Label_6b5c19be-2d3a-4063-bcc2-f075097a5f8a_Method">
    <vt:lpwstr>Standard</vt:lpwstr>
  </property>
  <property fmtid="{D5CDD505-2E9C-101B-9397-08002B2CF9AE}" pid="5" name="MSIP_Label_6b5c19be-2d3a-4063-bcc2-f075097a5f8a_Name">
    <vt:lpwstr>Internal</vt:lpwstr>
  </property>
  <property fmtid="{D5CDD505-2E9C-101B-9397-08002B2CF9AE}" pid="6" name="MSIP_Label_6b5c19be-2d3a-4063-bcc2-f075097a5f8a_SiteId">
    <vt:lpwstr>61de5c81-d3b4-4669-a7ae-bd2e3884f7fa</vt:lpwstr>
  </property>
  <property fmtid="{D5CDD505-2E9C-101B-9397-08002B2CF9AE}" pid="7" name="MSIP_Label_6b5c19be-2d3a-4063-bcc2-f075097a5f8a_ActionId">
    <vt:lpwstr>a24d67a9-6156-4f4b-9235-a8b5d500ac92</vt:lpwstr>
  </property>
  <property fmtid="{D5CDD505-2E9C-101B-9397-08002B2CF9AE}" pid="8" name="MSIP_Label_6b5c19be-2d3a-4063-bcc2-f075097a5f8a_ContentBits">
    <vt:lpwstr>2</vt:lpwstr>
  </property>
  <property fmtid="{D5CDD505-2E9C-101B-9397-08002B2CF9AE}" pid="9" name="MSIP_Label_6b5c19be-2d3a-4063-bcc2-f075097a5f8a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   Classification: Schwab Internal</vt:lpwstr>
  </property>
</Properties>
</file>